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UBA Technology Cost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Financial Performance through Strategic Technology Spend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UBA, as a market leader, faces rising operational costs, particularly within technology. This proposal outlines a structured cost optimization initiative focused on technology spend, designed to reduce the cost-to-income ratio and enhance long-term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Mobilization: Define scope, gather data, setup governance.</a:t>
            </a:r>
          </a:p>
          <a:p>
            <a:r>
              <a:t>2. Rapid Assessment: Identify major cost drivers and inefficiencies.</a:t>
            </a:r>
          </a:p>
          <a:p>
            <a:r>
              <a:t>3. Opportunity Validation: Deep-dive analysis and stakeholder input.</a:t>
            </a:r>
          </a:p>
          <a:p>
            <a:r>
              <a:t>4. Implementation Planning: Build roadmap and business case.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2-Month Implementation 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weekly project execution plan.</a:t>
            </a:r>
          </a:p>
        </p:txBody>
      </p:sp>
      <p:pic>
        <p:nvPicPr>
          <p:cNvPr id="4" name="Picture 3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