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UBA Technology Cost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Financial Performance through Strategic Technology Spend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UBA, as a market leader, faces rising operational costs, particularly within technology. This proposal outlines a structured cost optimization initiative focused on technology spend, designed to reduce the cost-to-income ratio and enhance long-term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Mobilization: Define scope, gather data, setup governance.</a:t>
            </a:r>
          </a:p>
          <a:p>
            <a:r>
              <a:t>2. Rapid Assessment: Identify major cost drivers and inefficiencies.</a:t>
            </a:r>
          </a:p>
          <a:p>
            <a:r>
              <a:t>3. Opportunity Validation: Deep-dive analysis and stakeholder input.</a:t>
            </a:r>
          </a:p>
          <a:p>
            <a:r>
              <a:t>4. Implementation Planning: Build roadmap and business case.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2-Month Implementation 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weekly project execution plan.</a:t>
            </a:r>
          </a:p>
        </p:txBody>
      </p:sp>
      <p:pic>
        <p:nvPicPr>
          <p:cNvPr id="4" name="Picture 3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Studies: Proven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Nigerian Commercial Bank (via KPMG):</a:t>
            </a:r>
          </a:p>
          <a:p>
            <a:r>
              <a:t>- 46% reduction in user licenses, 50% license cost savings.</a:t>
            </a:r>
          </a:p>
          <a:p>
            <a:r>
              <a:t>- Consolidated ATM vendors from 4 to 2.</a:t>
            </a:r>
          </a:p>
          <a:p>
            <a:r>
              <a:t>- Reclassified 70% of users to basic tier.</a:t>
            </a:r>
          </a:p>
          <a:p/>
          <a:p>
            <a:r>
              <a:t>2. Global Telecom Company:</a:t>
            </a:r>
          </a:p>
          <a:p>
            <a:r>
              <a:t>- $600M in run-rate savings over 5 years.</a:t>
            </a:r>
          </a:p>
          <a:p>
            <a:r>
              <a:t>- 30% reduction in hardware/software maintenance.</a:t>
            </a:r>
          </a:p>
          <a:p>
            <a:r>
              <a:t>- Rationalized 20% of application portfolio.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Cost Optimization Levers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License rationalization</a:t>
            </a:r>
          </a:p>
          <a:p>
            <a:r>
              <a:t>- Vendor consolidation</a:t>
            </a:r>
          </a:p>
          <a:p>
            <a:r>
              <a:t>- Cloud migration strategy</a:t>
            </a:r>
          </a:p>
          <a:p>
            <a:r>
              <a:t>- Hardware refresh and decommissioning</a:t>
            </a:r>
          </a:p>
          <a:p>
            <a:r>
              <a:t>- App rationalization</a:t>
            </a:r>
          </a:p>
          <a:p>
            <a:r>
              <a:t>- Network optimization (SD-WAN)</a:t>
            </a:r>
          </a:p>
          <a:p>
            <a:r>
              <a:t>- End-user computing optimization</a:t>
            </a:r>
          </a:p>
          <a:p>
            <a:r>
              <a:t>- IT service delivery model refinement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Assessment &amp; Roadmap (2 months): Fixed competitive fee</a:t>
            </a:r>
          </a:p>
          <a:p>
            <a:r>
              <a:t>• Implementation: Success-based billing</a:t>
            </a:r>
          </a:p>
          <a:p>
            <a:r>
              <a:t>   - 15% of verified cost savings</a:t>
            </a:r>
          </a:p>
          <a:p/>
          <a:p>
            <a:r>
              <a:t>This model ensures alignment between value delivered and fee paid, with full transparency and outcome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