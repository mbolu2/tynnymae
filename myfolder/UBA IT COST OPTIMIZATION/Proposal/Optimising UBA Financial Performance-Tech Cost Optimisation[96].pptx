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BAAB9-5A3F-4340-8E9B-319AA8BE84D3}" v="1" dt="2025-07-18T17:03:33.5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us Eke" userId="37660edc-4075-4d4e-9a5f-26e0ebe45adf" providerId="ADAL" clId="{69EBAAB9-5A3F-4340-8E9B-319AA8BE84D3}"/>
    <pc:docChg chg="undo custSel delSld modSld">
      <pc:chgData name="Romanus Eke" userId="37660edc-4075-4d4e-9a5f-26e0ebe45adf" providerId="ADAL" clId="{69EBAAB9-5A3F-4340-8E9B-319AA8BE84D3}" dt="2025-07-18T17:20:27.493" v="436" actId="20577"/>
      <pc:docMkLst>
        <pc:docMk/>
      </pc:docMkLst>
      <pc:sldChg chg="delSp modSp mod">
        <pc:chgData name="Romanus Eke" userId="37660edc-4075-4d4e-9a5f-26e0ebe45adf" providerId="ADAL" clId="{69EBAAB9-5A3F-4340-8E9B-319AA8BE84D3}" dt="2025-07-16T07:43:46.926" v="19" actId="478"/>
        <pc:sldMkLst>
          <pc:docMk/>
          <pc:sldMk cId="0" sldId="256"/>
        </pc:sldMkLst>
        <pc:spChg chg="mod">
          <ac:chgData name="Romanus Eke" userId="37660edc-4075-4d4e-9a5f-26e0ebe45adf" providerId="ADAL" clId="{69EBAAB9-5A3F-4340-8E9B-319AA8BE84D3}" dt="2025-07-16T07:39:23.621" v="3" actId="20577"/>
          <ac:spMkLst>
            <pc:docMk/>
            <pc:sldMk cId="0" sldId="256"/>
            <ac:spMk id="6" creationId="{00000000-0000-0000-0000-000000000000}"/>
          </ac:spMkLst>
        </pc:spChg>
      </pc:sldChg>
      <pc:sldChg chg="delSp mod">
        <pc:chgData name="Romanus Eke" userId="37660edc-4075-4d4e-9a5f-26e0ebe45adf" providerId="ADAL" clId="{69EBAAB9-5A3F-4340-8E9B-319AA8BE84D3}" dt="2025-07-16T07:43:50.237" v="20" actId="478"/>
        <pc:sldMkLst>
          <pc:docMk/>
          <pc:sldMk cId="0" sldId="257"/>
        </pc:sldMkLst>
      </pc:sldChg>
      <pc:sldChg chg="delSp mod">
        <pc:chgData name="Romanus Eke" userId="37660edc-4075-4d4e-9a5f-26e0ebe45adf" providerId="ADAL" clId="{69EBAAB9-5A3F-4340-8E9B-319AA8BE84D3}" dt="2025-07-16T07:43:54.385" v="21" actId="478"/>
        <pc:sldMkLst>
          <pc:docMk/>
          <pc:sldMk cId="0" sldId="258"/>
        </pc:sldMkLst>
      </pc:sldChg>
      <pc:sldChg chg="delSp mod">
        <pc:chgData name="Romanus Eke" userId="37660edc-4075-4d4e-9a5f-26e0ebe45adf" providerId="ADAL" clId="{69EBAAB9-5A3F-4340-8E9B-319AA8BE84D3}" dt="2025-07-16T07:43:58.163" v="22" actId="478"/>
        <pc:sldMkLst>
          <pc:docMk/>
          <pc:sldMk cId="0" sldId="259"/>
        </pc:sldMkLst>
      </pc:sldChg>
      <pc:sldChg chg="addSp delSp modSp mod">
        <pc:chgData name="Romanus Eke" userId="37660edc-4075-4d4e-9a5f-26e0ebe45adf" providerId="ADAL" clId="{69EBAAB9-5A3F-4340-8E9B-319AA8BE84D3}" dt="2025-07-18T17:13:09.531" v="310" actId="20577"/>
        <pc:sldMkLst>
          <pc:docMk/>
          <pc:sldMk cId="0" sldId="260"/>
        </pc:sldMkLst>
        <pc:spChg chg="mod">
          <ac:chgData name="Romanus Eke" userId="37660edc-4075-4d4e-9a5f-26e0ebe45adf" providerId="ADAL" clId="{69EBAAB9-5A3F-4340-8E9B-319AA8BE84D3}" dt="2025-07-18T17:13:09.531" v="310" actId="20577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Romanus Eke" userId="37660edc-4075-4d4e-9a5f-26e0ebe45adf" providerId="ADAL" clId="{69EBAAB9-5A3F-4340-8E9B-319AA8BE84D3}" dt="2025-07-18T17:12:42.688" v="301" actId="20577"/>
          <ac:spMkLst>
            <pc:docMk/>
            <pc:sldMk cId="0" sldId="260"/>
            <ac:spMk id="6" creationId="{A987084E-2E44-E8B5-C498-34774350D56C}"/>
          </ac:spMkLst>
        </pc:spChg>
      </pc:sldChg>
      <pc:sldChg chg="delSp del mod">
        <pc:chgData name="Romanus Eke" userId="37660edc-4075-4d4e-9a5f-26e0ebe45adf" providerId="ADAL" clId="{69EBAAB9-5A3F-4340-8E9B-319AA8BE84D3}" dt="2025-07-18T17:02:09.126" v="258" actId="2696"/>
        <pc:sldMkLst>
          <pc:docMk/>
          <pc:sldMk cId="0" sldId="261"/>
        </pc:sldMkLst>
      </pc:sldChg>
      <pc:sldChg chg="delSp mod">
        <pc:chgData name="Romanus Eke" userId="37660edc-4075-4d4e-9a5f-26e0ebe45adf" providerId="ADAL" clId="{69EBAAB9-5A3F-4340-8E9B-319AA8BE84D3}" dt="2025-07-16T07:44:12.754" v="25" actId="478"/>
        <pc:sldMkLst>
          <pc:docMk/>
          <pc:sldMk cId="0" sldId="262"/>
        </pc:sldMkLst>
      </pc:sldChg>
      <pc:sldChg chg="delSp mod">
        <pc:chgData name="Romanus Eke" userId="37660edc-4075-4d4e-9a5f-26e0ebe45adf" providerId="ADAL" clId="{69EBAAB9-5A3F-4340-8E9B-319AA8BE84D3}" dt="2025-07-16T07:44:16.048" v="26" actId="478"/>
        <pc:sldMkLst>
          <pc:docMk/>
          <pc:sldMk cId="0" sldId="263"/>
        </pc:sldMkLst>
      </pc:sldChg>
      <pc:sldChg chg="delSp modSp mod">
        <pc:chgData name="Romanus Eke" userId="37660edc-4075-4d4e-9a5f-26e0ebe45adf" providerId="ADAL" clId="{69EBAAB9-5A3F-4340-8E9B-319AA8BE84D3}" dt="2025-07-16T07:48:42.686" v="59" actId="20577"/>
        <pc:sldMkLst>
          <pc:docMk/>
          <pc:sldMk cId="0" sldId="264"/>
        </pc:sldMkLst>
        <pc:spChg chg="mod">
          <ac:chgData name="Romanus Eke" userId="37660edc-4075-4d4e-9a5f-26e0ebe45adf" providerId="ADAL" clId="{69EBAAB9-5A3F-4340-8E9B-319AA8BE84D3}" dt="2025-07-16T07:48:42.686" v="59" actId="20577"/>
          <ac:spMkLst>
            <pc:docMk/>
            <pc:sldMk cId="0" sldId="264"/>
            <ac:spMk id="8" creationId="{00000000-0000-0000-0000-000000000000}"/>
          </ac:spMkLst>
        </pc:spChg>
      </pc:sldChg>
      <pc:sldChg chg="delSp mod">
        <pc:chgData name="Romanus Eke" userId="37660edc-4075-4d4e-9a5f-26e0ebe45adf" providerId="ADAL" clId="{69EBAAB9-5A3F-4340-8E9B-319AA8BE84D3}" dt="2025-07-16T07:44:28.919" v="28" actId="478"/>
        <pc:sldMkLst>
          <pc:docMk/>
          <pc:sldMk cId="0" sldId="265"/>
        </pc:sldMkLst>
      </pc:sldChg>
      <pc:sldChg chg="delSp mod">
        <pc:chgData name="Romanus Eke" userId="37660edc-4075-4d4e-9a5f-26e0ebe45adf" providerId="ADAL" clId="{69EBAAB9-5A3F-4340-8E9B-319AA8BE84D3}" dt="2025-07-16T07:44:32.979" v="29" actId="478"/>
        <pc:sldMkLst>
          <pc:docMk/>
          <pc:sldMk cId="0" sldId="266"/>
        </pc:sldMkLst>
      </pc:sldChg>
      <pc:sldChg chg="delSp modSp mod">
        <pc:chgData name="Romanus Eke" userId="37660edc-4075-4d4e-9a5f-26e0ebe45adf" providerId="ADAL" clId="{69EBAAB9-5A3F-4340-8E9B-319AA8BE84D3}" dt="2025-07-16T07:49:12.160" v="74" actId="20577"/>
        <pc:sldMkLst>
          <pc:docMk/>
          <pc:sldMk cId="0" sldId="267"/>
        </pc:sldMkLst>
        <pc:spChg chg="mod">
          <ac:chgData name="Romanus Eke" userId="37660edc-4075-4d4e-9a5f-26e0ebe45adf" providerId="ADAL" clId="{69EBAAB9-5A3F-4340-8E9B-319AA8BE84D3}" dt="2025-07-16T07:49:12.160" v="74" actId="20577"/>
          <ac:spMkLst>
            <pc:docMk/>
            <pc:sldMk cId="0" sldId="267"/>
            <ac:spMk id="5" creationId="{00000000-0000-0000-0000-000000000000}"/>
          </ac:spMkLst>
        </pc:spChg>
      </pc:sldChg>
      <pc:sldChg chg="delSp mod">
        <pc:chgData name="Romanus Eke" userId="37660edc-4075-4d4e-9a5f-26e0ebe45adf" providerId="ADAL" clId="{69EBAAB9-5A3F-4340-8E9B-319AA8BE84D3}" dt="2025-07-16T07:45:19.074" v="31" actId="478"/>
        <pc:sldMkLst>
          <pc:docMk/>
          <pc:sldMk cId="0" sldId="268"/>
        </pc:sldMkLst>
      </pc:sldChg>
      <pc:sldChg chg="delSp mod">
        <pc:chgData name="Romanus Eke" userId="37660edc-4075-4d4e-9a5f-26e0ebe45adf" providerId="ADAL" clId="{69EBAAB9-5A3F-4340-8E9B-319AA8BE84D3}" dt="2025-07-16T07:45:25.205" v="32" actId="478"/>
        <pc:sldMkLst>
          <pc:docMk/>
          <pc:sldMk cId="0" sldId="269"/>
        </pc:sldMkLst>
      </pc:sldChg>
      <pc:sldChg chg="delSp mod">
        <pc:chgData name="Romanus Eke" userId="37660edc-4075-4d4e-9a5f-26e0ebe45adf" providerId="ADAL" clId="{69EBAAB9-5A3F-4340-8E9B-319AA8BE84D3}" dt="2025-07-16T07:45:28.695" v="33" actId="478"/>
        <pc:sldMkLst>
          <pc:docMk/>
          <pc:sldMk cId="0" sldId="270"/>
        </pc:sldMkLst>
      </pc:sldChg>
      <pc:sldChg chg="delSp mod">
        <pc:chgData name="Romanus Eke" userId="37660edc-4075-4d4e-9a5f-26e0ebe45adf" providerId="ADAL" clId="{69EBAAB9-5A3F-4340-8E9B-319AA8BE84D3}" dt="2025-07-16T07:45:31.766" v="34" actId="478"/>
        <pc:sldMkLst>
          <pc:docMk/>
          <pc:sldMk cId="0" sldId="271"/>
        </pc:sldMkLst>
      </pc:sldChg>
      <pc:sldChg chg="delSp mod">
        <pc:chgData name="Romanus Eke" userId="37660edc-4075-4d4e-9a5f-26e0ebe45adf" providerId="ADAL" clId="{69EBAAB9-5A3F-4340-8E9B-319AA8BE84D3}" dt="2025-07-16T07:45:38.492" v="35" actId="478"/>
        <pc:sldMkLst>
          <pc:docMk/>
          <pc:sldMk cId="0" sldId="272"/>
        </pc:sldMkLst>
      </pc:sldChg>
      <pc:sldChg chg="delSp modSp mod">
        <pc:chgData name="Romanus Eke" userId="37660edc-4075-4d4e-9a5f-26e0ebe45adf" providerId="ADAL" clId="{69EBAAB9-5A3F-4340-8E9B-319AA8BE84D3}" dt="2025-07-16T07:48:17.619" v="49" actId="20577"/>
        <pc:sldMkLst>
          <pc:docMk/>
          <pc:sldMk cId="0" sldId="273"/>
        </pc:sldMkLst>
        <pc:spChg chg="mod">
          <ac:chgData name="Romanus Eke" userId="37660edc-4075-4d4e-9a5f-26e0ebe45adf" providerId="ADAL" clId="{69EBAAB9-5A3F-4340-8E9B-319AA8BE84D3}" dt="2025-07-16T07:48:17.619" v="49" actId="20577"/>
          <ac:spMkLst>
            <pc:docMk/>
            <pc:sldMk cId="0" sldId="273"/>
            <ac:spMk id="4" creationId="{00000000-0000-0000-0000-000000000000}"/>
          </ac:spMkLst>
        </pc:spChg>
      </pc:sldChg>
      <pc:sldChg chg="delSp modSp mod">
        <pc:chgData name="Romanus Eke" userId="37660edc-4075-4d4e-9a5f-26e0ebe45adf" providerId="ADAL" clId="{69EBAAB9-5A3F-4340-8E9B-319AA8BE84D3}" dt="2025-07-18T06:20:11.319" v="253" actId="6549"/>
        <pc:sldMkLst>
          <pc:docMk/>
          <pc:sldMk cId="0" sldId="274"/>
        </pc:sldMkLst>
        <pc:spChg chg="mod">
          <ac:chgData name="Romanus Eke" userId="37660edc-4075-4d4e-9a5f-26e0ebe45adf" providerId="ADAL" clId="{69EBAAB9-5A3F-4340-8E9B-319AA8BE84D3}" dt="2025-07-18T06:20:11.319" v="253" actId="6549"/>
          <ac:spMkLst>
            <pc:docMk/>
            <pc:sldMk cId="0" sldId="274"/>
            <ac:spMk id="14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5:47.625" v="87" actId="14100"/>
          <ac:spMkLst>
            <pc:docMk/>
            <pc:sldMk cId="0" sldId="274"/>
            <ac:spMk id="43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6:51.839" v="110" actId="14100"/>
          <ac:spMkLst>
            <pc:docMk/>
            <pc:sldMk cId="0" sldId="274"/>
            <ac:spMk id="44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7:59.138" v="135" actId="14100"/>
          <ac:spMkLst>
            <pc:docMk/>
            <pc:sldMk cId="0" sldId="274"/>
            <ac:spMk id="45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8:41.184" v="165" actId="14100"/>
          <ac:spMkLst>
            <pc:docMk/>
            <pc:sldMk cId="0" sldId="274"/>
            <ac:spMk id="46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9:15.657" v="212" actId="14100"/>
          <ac:spMkLst>
            <pc:docMk/>
            <pc:sldMk cId="0" sldId="274"/>
            <ac:spMk id="47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7:07.975" v="134" actId="1037"/>
          <ac:spMkLst>
            <pc:docMk/>
            <pc:sldMk cId="0" sldId="274"/>
            <ac:spMk id="48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7:07.975" v="134" actId="1037"/>
          <ac:spMkLst>
            <pc:docMk/>
            <pc:sldMk cId="0" sldId="274"/>
            <ac:spMk id="49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7:07.975" v="134" actId="1037"/>
          <ac:spMkLst>
            <pc:docMk/>
            <pc:sldMk cId="0" sldId="274"/>
            <ac:spMk id="50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6:08.854" v="109" actId="1037"/>
          <ac:spMkLst>
            <pc:docMk/>
            <pc:sldMk cId="0" sldId="274"/>
            <ac:spMk id="51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6:08.854" v="109" actId="1037"/>
          <ac:spMkLst>
            <pc:docMk/>
            <pc:sldMk cId="0" sldId="274"/>
            <ac:spMk id="52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8:14.734" v="163" actId="1037"/>
          <ac:spMkLst>
            <pc:docMk/>
            <pc:sldMk cId="0" sldId="274"/>
            <ac:spMk id="53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8:14.734" v="163" actId="1037"/>
          <ac:spMkLst>
            <pc:docMk/>
            <pc:sldMk cId="0" sldId="274"/>
            <ac:spMk id="54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18:53.251" v="210" actId="1037"/>
          <ac:spMkLst>
            <pc:docMk/>
            <pc:sldMk cId="0" sldId="274"/>
            <ac:spMk id="55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20:00.190" v="252" actId="1035"/>
          <ac:spMkLst>
            <pc:docMk/>
            <pc:sldMk cId="0" sldId="274"/>
            <ac:spMk id="56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06:20:00.190" v="252" actId="1035"/>
          <ac:spMkLst>
            <pc:docMk/>
            <pc:sldMk cId="0" sldId="274"/>
            <ac:spMk id="57" creationId="{00000000-0000-0000-0000-000000000000}"/>
          </ac:spMkLst>
        </pc:spChg>
        <pc:grpChg chg="mod">
          <ac:chgData name="Romanus Eke" userId="37660edc-4075-4d4e-9a5f-26e0ebe45adf" providerId="ADAL" clId="{69EBAAB9-5A3F-4340-8E9B-319AA8BE84D3}" dt="2025-07-18T06:19:26.580" v="223" actId="1037"/>
          <ac:grpSpMkLst>
            <pc:docMk/>
            <pc:sldMk cId="0" sldId="274"/>
            <ac:grpSpMk id="4" creationId="{00000000-0000-0000-0000-000000000000}"/>
          </ac:grpSpMkLst>
        </pc:grpChg>
      </pc:sldChg>
      <pc:sldChg chg="delSp modSp mod">
        <pc:chgData name="Romanus Eke" userId="37660edc-4075-4d4e-9a5f-26e0ebe45adf" providerId="ADAL" clId="{69EBAAB9-5A3F-4340-8E9B-319AA8BE84D3}" dt="2025-07-18T17:20:27.493" v="436" actId="20577"/>
        <pc:sldMkLst>
          <pc:docMk/>
          <pc:sldMk cId="0" sldId="275"/>
        </pc:sldMkLst>
        <pc:spChg chg="mod">
          <ac:chgData name="Romanus Eke" userId="37660edc-4075-4d4e-9a5f-26e0ebe45adf" providerId="ADAL" clId="{69EBAAB9-5A3F-4340-8E9B-319AA8BE84D3}" dt="2025-07-18T17:14:45.216" v="314" actId="20577"/>
          <ac:spMkLst>
            <pc:docMk/>
            <pc:sldMk cId="0" sldId="275"/>
            <ac:spMk id="3" creationId="{00000000-0000-0000-0000-000000000000}"/>
          </ac:spMkLst>
        </pc:spChg>
        <pc:spChg chg="mod">
          <ac:chgData name="Romanus Eke" userId="37660edc-4075-4d4e-9a5f-26e0ebe45adf" providerId="ADAL" clId="{69EBAAB9-5A3F-4340-8E9B-319AA8BE84D3}" dt="2025-07-18T17:20:00.459" v="427" actId="404"/>
          <ac:spMkLst>
            <pc:docMk/>
            <pc:sldMk cId="0" sldId="275"/>
            <ac:spMk id="6" creationId="{00000000-0000-0000-0000-000000000000}"/>
          </ac:spMkLst>
        </pc:spChg>
        <pc:graphicFrameChg chg="mod modGraphic">
          <ac:chgData name="Romanus Eke" userId="37660edc-4075-4d4e-9a5f-26e0ebe45adf" providerId="ADAL" clId="{69EBAAB9-5A3F-4340-8E9B-319AA8BE84D3}" dt="2025-07-18T17:20:27.493" v="436" actId="20577"/>
          <ac:graphicFrameMkLst>
            <pc:docMk/>
            <pc:sldMk cId="0" sldId="275"/>
            <ac:graphicFrameMk id="4" creationId="{00000000-0000-0000-0000-000000000000}"/>
          </ac:graphicFrameMkLst>
        </pc:graphicFrameChg>
      </pc:sldChg>
      <pc:sldChg chg="delSp modSp mod">
        <pc:chgData name="Romanus Eke" userId="37660edc-4075-4d4e-9a5f-26e0ebe45adf" providerId="ADAL" clId="{69EBAAB9-5A3F-4340-8E9B-319AA8BE84D3}" dt="2025-07-16T07:45:55.615" v="39" actId="478"/>
        <pc:sldMkLst>
          <pc:docMk/>
          <pc:sldMk cId="0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F0000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122C8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F0000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122C8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F0000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42987" y="2547937"/>
            <a:ext cx="7429500" cy="682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F0000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591" y="926591"/>
            <a:ext cx="6376415" cy="89001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28600" y="0"/>
            <a:ext cx="8610600" cy="3695700"/>
          </a:xfrm>
          <a:custGeom>
            <a:avLst/>
            <a:gdLst/>
            <a:ahLst/>
            <a:cxnLst/>
            <a:rect l="l" t="t" r="r" b="b"/>
            <a:pathLst>
              <a:path w="8610600" h="3695700">
                <a:moveTo>
                  <a:pt x="8610600" y="0"/>
                </a:moveTo>
                <a:lnTo>
                  <a:pt x="0" y="0"/>
                </a:lnTo>
                <a:lnTo>
                  <a:pt x="0" y="3695700"/>
                </a:lnTo>
                <a:lnTo>
                  <a:pt x="8610600" y="3695700"/>
                </a:lnTo>
                <a:lnTo>
                  <a:pt x="861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0475" y="3133725"/>
            <a:ext cx="10687050" cy="40100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3763" y="278507"/>
            <a:ext cx="4007347" cy="5570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4017" y="686654"/>
            <a:ext cx="17499965" cy="173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F0000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61708" y="4533201"/>
            <a:ext cx="10231755" cy="3791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122C8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13" Type="http://schemas.openxmlformats.org/officeDocument/2006/relationships/image" Target="../media/image70.png"/><Relationship Id="rId18" Type="http://schemas.openxmlformats.org/officeDocument/2006/relationships/image" Target="../media/image75.jpg"/><Relationship Id="rId26" Type="http://schemas.openxmlformats.org/officeDocument/2006/relationships/image" Target="../media/image83.png"/><Relationship Id="rId3" Type="http://schemas.openxmlformats.org/officeDocument/2006/relationships/image" Target="../media/image60.png"/><Relationship Id="rId21" Type="http://schemas.openxmlformats.org/officeDocument/2006/relationships/image" Target="../media/image78.png"/><Relationship Id="rId7" Type="http://schemas.openxmlformats.org/officeDocument/2006/relationships/image" Target="../media/image64.jpg"/><Relationship Id="rId12" Type="http://schemas.openxmlformats.org/officeDocument/2006/relationships/image" Target="../media/image69.jpg"/><Relationship Id="rId17" Type="http://schemas.openxmlformats.org/officeDocument/2006/relationships/image" Target="../media/image74.png"/><Relationship Id="rId25" Type="http://schemas.openxmlformats.org/officeDocument/2006/relationships/image" Target="../media/image82.png"/><Relationship Id="rId2" Type="http://schemas.openxmlformats.org/officeDocument/2006/relationships/image" Target="../media/image59.jp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g"/><Relationship Id="rId11" Type="http://schemas.openxmlformats.org/officeDocument/2006/relationships/image" Target="../media/image68.png"/><Relationship Id="rId24" Type="http://schemas.openxmlformats.org/officeDocument/2006/relationships/image" Target="../media/image81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10" Type="http://schemas.openxmlformats.org/officeDocument/2006/relationships/image" Target="../media/image67.jpg"/><Relationship Id="rId19" Type="http://schemas.openxmlformats.org/officeDocument/2006/relationships/image" Target="../media/image76.jp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Relationship Id="rId27" Type="http://schemas.openxmlformats.org/officeDocument/2006/relationships/image" Target="../media/image8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x.com/heirs_tech" TargetMode="External"/><Relationship Id="rId3" Type="http://schemas.openxmlformats.org/officeDocument/2006/relationships/hyperlink" Target="https://www.linkedin.com/company/heirs-technologies/posts/" TargetMode="External"/><Relationship Id="rId7" Type="http://schemas.openxmlformats.org/officeDocument/2006/relationships/hyperlink" Target="https://www.facebook.com/HeirsTechnologies/" TargetMode="External"/><Relationship Id="rId12" Type="http://schemas.openxmlformats.org/officeDocument/2006/relationships/image" Target="../media/image92.png"/><Relationship Id="rId2" Type="http://schemas.openxmlformats.org/officeDocument/2006/relationships/hyperlink" Target="mailto:Abiola.jewoola@heirstechnologies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heirstechnologies" TargetMode="External"/><Relationship Id="rId11" Type="http://schemas.openxmlformats.org/officeDocument/2006/relationships/image" Target="../media/image91.png"/><Relationship Id="rId5" Type="http://schemas.openxmlformats.org/officeDocument/2006/relationships/image" Target="../media/image88.png"/><Relationship Id="rId10" Type="http://schemas.openxmlformats.org/officeDocument/2006/relationships/image" Target="../media/image90.png"/><Relationship Id="rId4" Type="http://schemas.openxmlformats.org/officeDocument/2006/relationships/image" Target="../media/image87.png"/><Relationship Id="rId9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eirstechnologies.com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645" y="781396"/>
            <a:ext cx="5190583" cy="7232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8654" y="2535554"/>
            <a:ext cx="13905230" cy="26155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175"/>
              </a:lnSpc>
              <a:spcBef>
                <a:spcPts val="135"/>
              </a:spcBef>
            </a:pPr>
            <a:r>
              <a:rPr sz="9950" dirty="0">
                <a:solidFill>
                  <a:srgbClr val="52535B"/>
                </a:solidFill>
              </a:rPr>
              <a:t>Optimising</a:t>
            </a:r>
            <a:r>
              <a:rPr sz="9950" spc="65" dirty="0">
                <a:solidFill>
                  <a:srgbClr val="52535B"/>
                </a:solidFill>
              </a:rPr>
              <a:t> </a:t>
            </a:r>
            <a:r>
              <a:rPr sz="9950" spc="-10" dirty="0">
                <a:solidFill>
                  <a:srgbClr val="52535B"/>
                </a:solidFill>
              </a:rPr>
              <a:t>UBA’s</a:t>
            </a:r>
            <a:endParaRPr sz="9950"/>
          </a:p>
          <a:p>
            <a:pPr marL="12700">
              <a:lnSpc>
                <a:spcPts val="10175"/>
              </a:lnSpc>
            </a:pPr>
            <a:r>
              <a:rPr sz="9950" dirty="0">
                <a:solidFill>
                  <a:srgbClr val="52535B"/>
                </a:solidFill>
              </a:rPr>
              <a:t>Financial</a:t>
            </a:r>
            <a:r>
              <a:rPr sz="9950" spc="55" dirty="0">
                <a:solidFill>
                  <a:srgbClr val="52535B"/>
                </a:solidFill>
              </a:rPr>
              <a:t> </a:t>
            </a:r>
            <a:r>
              <a:rPr sz="9950" spc="-10" dirty="0">
                <a:solidFill>
                  <a:srgbClr val="52535B"/>
                </a:solidFill>
              </a:rPr>
              <a:t>Performance</a:t>
            </a:r>
            <a:endParaRPr sz="9950"/>
          </a:p>
        </p:txBody>
      </p:sp>
      <p:sp>
        <p:nvSpPr>
          <p:cNvPr id="4" name="object 4"/>
          <p:cNvSpPr txBox="1"/>
          <p:nvPr/>
        </p:nvSpPr>
        <p:spPr>
          <a:xfrm>
            <a:off x="1976754" y="8253412"/>
            <a:ext cx="13081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4D4D4D"/>
                </a:solidFill>
                <a:latin typeface="Century Gothic"/>
                <a:cs typeface="Century Gothic"/>
              </a:rPr>
              <a:t>UBA</a:t>
            </a:r>
            <a:r>
              <a:rPr sz="2700" b="1" spc="-15" dirty="0">
                <a:solidFill>
                  <a:srgbClr val="4D4D4D"/>
                </a:solidFill>
                <a:latin typeface="Century Gothic"/>
                <a:cs typeface="Century Gothic"/>
              </a:rPr>
              <a:t> </a:t>
            </a:r>
            <a:r>
              <a:rPr sz="2700" b="1" spc="-25" dirty="0">
                <a:solidFill>
                  <a:srgbClr val="4D4D4D"/>
                </a:solidFill>
                <a:latin typeface="Arial"/>
                <a:cs typeface="Arial"/>
              </a:rPr>
              <a:t>Plc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9454" y="9432956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0" y="0"/>
                </a:moveTo>
                <a:lnTo>
                  <a:pt x="342900" y="0"/>
                </a:lnTo>
              </a:path>
            </a:pathLst>
          </a:custGeom>
          <a:ln w="11445">
            <a:solidFill>
              <a:srgbClr val="4C4C4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76754" y="9559290"/>
            <a:ext cx="1132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D4D4D"/>
                </a:solidFill>
                <a:latin typeface="Century Gothic"/>
                <a:cs typeface="Century Gothic"/>
              </a:rPr>
              <a:t>Ju</a:t>
            </a:r>
            <a:r>
              <a:rPr lang="en-US" sz="1800" dirty="0">
                <a:solidFill>
                  <a:srgbClr val="4D4D4D"/>
                </a:solidFill>
                <a:latin typeface="Century Gothic"/>
                <a:cs typeface="Century Gothic"/>
              </a:rPr>
              <a:t>ly</a:t>
            </a:r>
            <a:r>
              <a:rPr sz="1800" spc="-60" dirty="0">
                <a:solidFill>
                  <a:srgbClr val="4D4D4D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4D4D4D"/>
                </a:solidFill>
                <a:latin typeface="Century Gothic"/>
                <a:cs typeface="Century Gothic"/>
              </a:rPr>
              <a:t>2025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6351" y="5989002"/>
            <a:ext cx="7416800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50" dirty="0">
                <a:solidFill>
                  <a:srgbClr val="4D4D4D"/>
                </a:solidFill>
                <a:latin typeface="Century Gothic"/>
                <a:cs typeface="Century Gothic"/>
              </a:rPr>
              <a:t>Technology</a:t>
            </a:r>
            <a:r>
              <a:rPr sz="3950" spc="110" dirty="0">
                <a:solidFill>
                  <a:srgbClr val="4D4D4D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4D4D4D"/>
                </a:solidFill>
                <a:latin typeface="Century Gothic"/>
                <a:cs typeface="Century Gothic"/>
              </a:rPr>
              <a:t>Cost</a:t>
            </a:r>
            <a:r>
              <a:rPr sz="3950" spc="85" dirty="0">
                <a:solidFill>
                  <a:srgbClr val="4D4D4D"/>
                </a:solidFill>
                <a:latin typeface="Century Gothic"/>
                <a:cs typeface="Century Gothic"/>
              </a:rPr>
              <a:t> </a:t>
            </a:r>
            <a:r>
              <a:rPr sz="3950" spc="-10" dirty="0">
                <a:solidFill>
                  <a:srgbClr val="4D4D4D"/>
                </a:solidFill>
                <a:latin typeface="Century Gothic"/>
                <a:cs typeface="Century Gothic"/>
              </a:rPr>
              <a:t>Optimization</a:t>
            </a:r>
            <a:endParaRPr sz="39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86400" y="3190875"/>
            <a:ext cx="12315825" cy="1181100"/>
            <a:chOff x="5486400" y="3190875"/>
            <a:chExt cx="12315825" cy="1181100"/>
          </a:xfrm>
        </p:grpSpPr>
        <p:sp>
          <p:nvSpPr>
            <p:cNvPr id="3" name="object 3"/>
            <p:cNvSpPr/>
            <p:nvPr/>
          </p:nvSpPr>
          <p:spPr>
            <a:xfrm>
              <a:off x="5486400" y="3305175"/>
              <a:ext cx="12315825" cy="1066800"/>
            </a:xfrm>
            <a:custGeom>
              <a:avLst/>
              <a:gdLst/>
              <a:ahLst/>
              <a:cxnLst/>
              <a:rect l="l" t="t" r="r" b="b"/>
              <a:pathLst>
                <a:path w="12315825" h="1066800">
                  <a:moveTo>
                    <a:pt x="12138025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12138025" y="1066800"/>
                  </a:lnTo>
                  <a:lnTo>
                    <a:pt x="12185282" y="1060447"/>
                  </a:lnTo>
                  <a:lnTo>
                    <a:pt x="12227752" y="1042519"/>
                  </a:lnTo>
                  <a:lnTo>
                    <a:pt x="12263739" y="1014714"/>
                  </a:lnTo>
                  <a:lnTo>
                    <a:pt x="12291544" y="978727"/>
                  </a:lnTo>
                  <a:lnTo>
                    <a:pt x="12309472" y="936257"/>
                  </a:lnTo>
                  <a:lnTo>
                    <a:pt x="12315825" y="889000"/>
                  </a:lnTo>
                  <a:lnTo>
                    <a:pt x="12315825" y="177800"/>
                  </a:lnTo>
                  <a:lnTo>
                    <a:pt x="12309472" y="130542"/>
                  </a:lnTo>
                  <a:lnTo>
                    <a:pt x="12291544" y="88072"/>
                  </a:lnTo>
                  <a:lnTo>
                    <a:pt x="12263739" y="52085"/>
                  </a:lnTo>
                  <a:lnTo>
                    <a:pt x="12227752" y="24280"/>
                  </a:lnTo>
                  <a:lnTo>
                    <a:pt x="12185282" y="6352"/>
                  </a:lnTo>
                  <a:lnTo>
                    <a:pt x="12138025" y="0"/>
                  </a:lnTo>
                  <a:close/>
                </a:path>
              </a:pathLst>
            </a:custGeom>
            <a:solidFill>
              <a:srgbClr val="DD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81675" y="3190875"/>
              <a:ext cx="1143000" cy="1057275"/>
            </a:xfrm>
            <a:custGeom>
              <a:avLst/>
              <a:gdLst/>
              <a:ahLst/>
              <a:cxnLst/>
              <a:rect l="l" t="t" r="r" b="b"/>
              <a:pathLst>
                <a:path w="1143000" h="1057275">
                  <a:moveTo>
                    <a:pt x="966724" y="0"/>
                  </a:moveTo>
                  <a:lnTo>
                    <a:pt x="176275" y="0"/>
                  </a:lnTo>
                  <a:lnTo>
                    <a:pt x="129395" y="6292"/>
                  </a:lnTo>
                  <a:lnTo>
                    <a:pt x="87281" y="24054"/>
                  </a:lnTo>
                  <a:lnTo>
                    <a:pt x="51609" y="51609"/>
                  </a:lnTo>
                  <a:lnTo>
                    <a:pt x="24054" y="87281"/>
                  </a:lnTo>
                  <a:lnTo>
                    <a:pt x="6292" y="129395"/>
                  </a:lnTo>
                  <a:lnTo>
                    <a:pt x="0" y="176275"/>
                  </a:lnTo>
                  <a:lnTo>
                    <a:pt x="0" y="880999"/>
                  </a:lnTo>
                  <a:lnTo>
                    <a:pt x="6292" y="927879"/>
                  </a:lnTo>
                  <a:lnTo>
                    <a:pt x="24054" y="969993"/>
                  </a:lnTo>
                  <a:lnTo>
                    <a:pt x="51609" y="1005665"/>
                  </a:lnTo>
                  <a:lnTo>
                    <a:pt x="87281" y="1033220"/>
                  </a:lnTo>
                  <a:lnTo>
                    <a:pt x="129395" y="1050982"/>
                  </a:lnTo>
                  <a:lnTo>
                    <a:pt x="176275" y="1057275"/>
                  </a:lnTo>
                  <a:lnTo>
                    <a:pt x="966724" y="1057275"/>
                  </a:lnTo>
                  <a:lnTo>
                    <a:pt x="1013604" y="1050982"/>
                  </a:lnTo>
                  <a:lnTo>
                    <a:pt x="1055718" y="1033220"/>
                  </a:lnTo>
                  <a:lnTo>
                    <a:pt x="1091390" y="1005665"/>
                  </a:lnTo>
                  <a:lnTo>
                    <a:pt x="1118945" y="969993"/>
                  </a:lnTo>
                  <a:lnTo>
                    <a:pt x="1136707" y="927879"/>
                  </a:lnTo>
                  <a:lnTo>
                    <a:pt x="1143000" y="880999"/>
                  </a:lnTo>
                  <a:lnTo>
                    <a:pt x="1143000" y="176275"/>
                  </a:lnTo>
                  <a:lnTo>
                    <a:pt x="1136707" y="129395"/>
                  </a:lnTo>
                  <a:lnTo>
                    <a:pt x="1118945" y="87281"/>
                  </a:lnTo>
                  <a:lnTo>
                    <a:pt x="1091390" y="51609"/>
                  </a:lnTo>
                  <a:lnTo>
                    <a:pt x="1055718" y="24054"/>
                  </a:lnTo>
                  <a:lnTo>
                    <a:pt x="1013604" y="6292"/>
                  </a:lnTo>
                  <a:lnTo>
                    <a:pt x="9667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195184" y="3484816"/>
            <a:ext cx="57270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8D"/>
                </a:solidFill>
                <a:latin typeface="Century Gothic"/>
                <a:cs typeface="Century Gothic"/>
              </a:rPr>
              <a:t>Introduction</a:t>
            </a:r>
            <a:r>
              <a:rPr sz="24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400" b="1" dirty="0">
                <a:solidFill>
                  <a:srgbClr val="00338D"/>
                </a:solidFill>
                <a:latin typeface="Century Gothic"/>
                <a:cs typeface="Century Gothic"/>
              </a:rPr>
              <a:t>&amp;</a:t>
            </a:r>
            <a:r>
              <a:rPr sz="24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400" b="1" dirty="0">
                <a:solidFill>
                  <a:srgbClr val="00338D"/>
                </a:solidFill>
                <a:latin typeface="Century Gothic"/>
                <a:cs typeface="Century Gothic"/>
              </a:rPr>
              <a:t>Understanding</a:t>
            </a:r>
            <a:r>
              <a:rPr sz="240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400" b="1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24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4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Needs</a:t>
            </a:r>
            <a:endParaRPr sz="24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38775" y="4629150"/>
            <a:ext cx="12306300" cy="1219200"/>
            <a:chOff x="5438775" y="4629150"/>
            <a:chExt cx="12306300" cy="1219200"/>
          </a:xfrm>
        </p:grpSpPr>
        <p:sp>
          <p:nvSpPr>
            <p:cNvPr id="7" name="object 7"/>
            <p:cNvSpPr/>
            <p:nvPr/>
          </p:nvSpPr>
          <p:spPr>
            <a:xfrm>
              <a:off x="5438775" y="4781550"/>
              <a:ext cx="12306300" cy="1066800"/>
            </a:xfrm>
            <a:custGeom>
              <a:avLst/>
              <a:gdLst/>
              <a:ahLst/>
              <a:cxnLst/>
              <a:rect l="l" t="t" r="r" b="b"/>
              <a:pathLst>
                <a:path w="12306300" h="1066800">
                  <a:moveTo>
                    <a:pt x="12128500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12128500" y="1066800"/>
                  </a:lnTo>
                  <a:lnTo>
                    <a:pt x="12175757" y="1060447"/>
                  </a:lnTo>
                  <a:lnTo>
                    <a:pt x="12218227" y="1042519"/>
                  </a:lnTo>
                  <a:lnTo>
                    <a:pt x="12254214" y="1014714"/>
                  </a:lnTo>
                  <a:lnTo>
                    <a:pt x="12282019" y="978727"/>
                  </a:lnTo>
                  <a:lnTo>
                    <a:pt x="12299947" y="936257"/>
                  </a:lnTo>
                  <a:lnTo>
                    <a:pt x="12306300" y="889000"/>
                  </a:lnTo>
                  <a:lnTo>
                    <a:pt x="12306300" y="177800"/>
                  </a:lnTo>
                  <a:lnTo>
                    <a:pt x="12299947" y="130542"/>
                  </a:lnTo>
                  <a:lnTo>
                    <a:pt x="12282019" y="88072"/>
                  </a:lnTo>
                  <a:lnTo>
                    <a:pt x="12254214" y="52085"/>
                  </a:lnTo>
                  <a:lnTo>
                    <a:pt x="12218227" y="24280"/>
                  </a:lnTo>
                  <a:lnTo>
                    <a:pt x="12175757" y="6352"/>
                  </a:lnTo>
                  <a:lnTo>
                    <a:pt x="12128500" y="0"/>
                  </a:lnTo>
                  <a:close/>
                </a:path>
              </a:pathLst>
            </a:custGeom>
            <a:solidFill>
              <a:srgbClr val="DD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34050" y="4629150"/>
              <a:ext cx="1133475" cy="1066800"/>
            </a:xfrm>
            <a:custGeom>
              <a:avLst/>
              <a:gdLst/>
              <a:ahLst/>
              <a:cxnLst/>
              <a:rect l="l" t="t" r="r" b="b"/>
              <a:pathLst>
                <a:path w="1133475" h="1066800">
                  <a:moveTo>
                    <a:pt x="955675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955675" y="1066800"/>
                  </a:lnTo>
                  <a:lnTo>
                    <a:pt x="1002932" y="1060447"/>
                  </a:lnTo>
                  <a:lnTo>
                    <a:pt x="1045402" y="1042519"/>
                  </a:lnTo>
                  <a:lnTo>
                    <a:pt x="1081389" y="1014714"/>
                  </a:lnTo>
                  <a:lnTo>
                    <a:pt x="1109194" y="978727"/>
                  </a:lnTo>
                  <a:lnTo>
                    <a:pt x="1127122" y="936257"/>
                  </a:lnTo>
                  <a:lnTo>
                    <a:pt x="1133475" y="889000"/>
                  </a:lnTo>
                  <a:lnTo>
                    <a:pt x="1133475" y="177800"/>
                  </a:lnTo>
                  <a:lnTo>
                    <a:pt x="1127122" y="130542"/>
                  </a:lnTo>
                  <a:lnTo>
                    <a:pt x="1109194" y="88072"/>
                  </a:lnTo>
                  <a:lnTo>
                    <a:pt x="1081389" y="52085"/>
                  </a:lnTo>
                  <a:lnTo>
                    <a:pt x="1045402" y="24280"/>
                  </a:lnTo>
                  <a:lnTo>
                    <a:pt x="1002932" y="6352"/>
                  </a:lnTo>
                  <a:lnTo>
                    <a:pt x="9556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196201" y="4954206"/>
            <a:ext cx="19164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8D"/>
                </a:solidFill>
                <a:latin typeface="Century Gothic"/>
                <a:cs typeface="Century Gothic"/>
              </a:rPr>
              <a:t>Point of</a:t>
            </a:r>
            <a:r>
              <a:rPr sz="24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4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View</a:t>
            </a:r>
            <a:endParaRPr sz="240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38775" y="6105525"/>
            <a:ext cx="12306300" cy="1257300"/>
            <a:chOff x="5438775" y="6105525"/>
            <a:chExt cx="12306300" cy="1257300"/>
          </a:xfrm>
        </p:grpSpPr>
        <p:sp>
          <p:nvSpPr>
            <p:cNvPr id="11" name="object 11"/>
            <p:cNvSpPr/>
            <p:nvPr/>
          </p:nvSpPr>
          <p:spPr>
            <a:xfrm>
              <a:off x="5438775" y="6305550"/>
              <a:ext cx="12306300" cy="1057275"/>
            </a:xfrm>
            <a:custGeom>
              <a:avLst/>
              <a:gdLst/>
              <a:ahLst/>
              <a:cxnLst/>
              <a:rect l="l" t="t" r="r" b="b"/>
              <a:pathLst>
                <a:path w="12306300" h="1057275">
                  <a:moveTo>
                    <a:pt x="12130151" y="0"/>
                  </a:moveTo>
                  <a:lnTo>
                    <a:pt x="176149" y="0"/>
                  </a:lnTo>
                  <a:lnTo>
                    <a:pt x="129322" y="6292"/>
                  </a:lnTo>
                  <a:lnTo>
                    <a:pt x="87244" y="24050"/>
                  </a:lnTo>
                  <a:lnTo>
                    <a:pt x="51593" y="51593"/>
                  </a:lnTo>
                  <a:lnTo>
                    <a:pt x="24050" y="87244"/>
                  </a:lnTo>
                  <a:lnTo>
                    <a:pt x="6292" y="129322"/>
                  </a:lnTo>
                  <a:lnTo>
                    <a:pt x="0" y="176149"/>
                  </a:lnTo>
                  <a:lnTo>
                    <a:pt x="0" y="881126"/>
                  </a:lnTo>
                  <a:lnTo>
                    <a:pt x="6292" y="927952"/>
                  </a:lnTo>
                  <a:lnTo>
                    <a:pt x="24050" y="970030"/>
                  </a:lnTo>
                  <a:lnTo>
                    <a:pt x="51593" y="1005681"/>
                  </a:lnTo>
                  <a:lnTo>
                    <a:pt x="87244" y="1033224"/>
                  </a:lnTo>
                  <a:lnTo>
                    <a:pt x="129322" y="1050982"/>
                  </a:lnTo>
                  <a:lnTo>
                    <a:pt x="176149" y="1057275"/>
                  </a:lnTo>
                  <a:lnTo>
                    <a:pt x="12130151" y="1057275"/>
                  </a:lnTo>
                  <a:lnTo>
                    <a:pt x="12176977" y="1050982"/>
                  </a:lnTo>
                  <a:lnTo>
                    <a:pt x="12219055" y="1033224"/>
                  </a:lnTo>
                  <a:lnTo>
                    <a:pt x="12254706" y="1005681"/>
                  </a:lnTo>
                  <a:lnTo>
                    <a:pt x="12282249" y="970030"/>
                  </a:lnTo>
                  <a:lnTo>
                    <a:pt x="12300007" y="927952"/>
                  </a:lnTo>
                  <a:lnTo>
                    <a:pt x="12306300" y="881126"/>
                  </a:lnTo>
                  <a:lnTo>
                    <a:pt x="12306300" y="176149"/>
                  </a:lnTo>
                  <a:lnTo>
                    <a:pt x="12300007" y="129322"/>
                  </a:lnTo>
                  <a:lnTo>
                    <a:pt x="12282249" y="87244"/>
                  </a:lnTo>
                  <a:lnTo>
                    <a:pt x="12254706" y="51593"/>
                  </a:lnTo>
                  <a:lnTo>
                    <a:pt x="12219055" y="24050"/>
                  </a:lnTo>
                  <a:lnTo>
                    <a:pt x="12176977" y="6292"/>
                  </a:lnTo>
                  <a:lnTo>
                    <a:pt x="12130151" y="0"/>
                  </a:lnTo>
                  <a:close/>
                </a:path>
              </a:pathLst>
            </a:custGeom>
            <a:solidFill>
              <a:srgbClr val="DD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34050" y="6105525"/>
              <a:ext cx="1133475" cy="1066800"/>
            </a:xfrm>
            <a:custGeom>
              <a:avLst/>
              <a:gdLst/>
              <a:ahLst/>
              <a:cxnLst/>
              <a:rect l="l" t="t" r="r" b="b"/>
              <a:pathLst>
                <a:path w="1133475" h="1066800">
                  <a:moveTo>
                    <a:pt x="955675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955675" y="1066800"/>
                  </a:lnTo>
                  <a:lnTo>
                    <a:pt x="1002932" y="1060447"/>
                  </a:lnTo>
                  <a:lnTo>
                    <a:pt x="1045402" y="1042519"/>
                  </a:lnTo>
                  <a:lnTo>
                    <a:pt x="1081389" y="1014714"/>
                  </a:lnTo>
                  <a:lnTo>
                    <a:pt x="1109194" y="978727"/>
                  </a:lnTo>
                  <a:lnTo>
                    <a:pt x="1127122" y="936257"/>
                  </a:lnTo>
                  <a:lnTo>
                    <a:pt x="1133475" y="889000"/>
                  </a:lnTo>
                  <a:lnTo>
                    <a:pt x="1133475" y="177800"/>
                  </a:lnTo>
                  <a:lnTo>
                    <a:pt x="1127122" y="130542"/>
                  </a:lnTo>
                  <a:lnTo>
                    <a:pt x="1109194" y="88072"/>
                  </a:lnTo>
                  <a:lnTo>
                    <a:pt x="1081389" y="52085"/>
                  </a:lnTo>
                  <a:lnTo>
                    <a:pt x="1045402" y="24280"/>
                  </a:lnTo>
                  <a:lnTo>
                    <a:pt x="1002932" y="6352"/>
                  </a:lnTo>
                  <a:lnTo>
                    <a:pt x="9556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70575" y="2570607"/>
            <a:ext cx="914400" cy="4394200"/>
          </a:xfrm>
          <a:prstGeom prst="rect">
            <a:avLst/>
          </a:prstGeom>
        </p:spPr>
        <p:txBody>
          <a:bodyPr vert="horz" wrap="square" lIns="0" tIns="54165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4265"/>
              </a:spcBef>
            </a:pPr>
            <a:r>
              <a:rPr sz="6000" spc="-25" dirty="0">
                <a:solidFill>
                  <a:srgbClr val="FFFFFF"/>
                </a:solidFill>
                <a:latin typeface="Century Gothic"/>
                <a:cs typeface="Century Gothic"/>
              </a:rPr>
              <a:t>01</a:t>
            </a:r>
            <a:endParaRPr sz="6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170"/>
              </a:spcBef>
            </a:pPr>
            <a:r>
              <a:rPr sz="6000" spc="-25" dirty="0">
                <a:solidFill>
                  <a:srgbClr val="FFFFFF"/>
                </a:solidFill>
                <a:latin typeface="Century Gothic"/>
                <a:cs typeface="Century Gothic"/>
              </a:rPr>
              <a:t>02</a:t>
            </a:r>
            <a:endParaRPr sz="6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460"/>
              </a:spcBef>
            </a:pPr>
            <a:r>
              <a:rPr sz="6000" spc="-25" dirty="0">
                <a:solidFill>
                  <a:srgbClr val="FFFFFF"/>
                </a:solidFill>
                <a:latin typeface="Century Gothic"/>
                <a:cs typeface="Century Gothic"/>
              </a:rPr>
              <a:t>03</a:t>
            </a:r>
            <a:endParaRPr sz="60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1375" y="6521767"/>
            <a:ext cx="4512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8D"/>
                </a:solidFill>
                <a:latin typeface="Century Gothic"/>
                <a:cs typeface="Century Gothic"/>
              </a:rPr>
              <a:t>Our</a:t>
            </a:r>
            <a:r>
              <a:rPr sz="240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400" b="1" dirty="0">
                <a:solidFill>
                  <a:srgbClr val="00338D"/>
                </a:solidFill>
                <a:latin typeface="Century Gothic"/>
                <a:cs typeface="Century Gothic"/>
              </a:rPr>
              <a:t>Methodology</a:t>
            </a:r>
            <a:r>
              <a:rPr sz="24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400" b="1" dirty="0">
                <a:solidFill>
                  <a:srgbClr val="00338D"/>
                </a:solidFill>
                <a:latin typeface="Century Gothic"/>
                <a:cs typeface="Century Gothic"/>
              </a:rPr>
              <a:t>&amp;</a:t>
            </a:r>
            <a:r>
              <a:rPr sz="240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4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Approach</a:t>
            </a:r>
            <a:endParaRPr sz="2400">
              <a:latin typeface="Century Gothic"/>
              <a:cs typeface="Century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625" y="1790582"/>
            <a:ext cx="5681345" cy="6753859"/>
            <a:chOff x="47625" y="1790582"/>
            <a:chExt cx="5681345" cy="6753859"/>
          </a:xfrm>
        </p:grpSpPr>
        <p:sp>
          <p:nvSpPr>
            <p:cNvPr id="16" name="object 16"/>
            <p:cNvSpPr/>
            <p:nvPr/>
          </p:nvSpPr>
          <p:spPr>
            <a:xfrm>
              <a:off x="2933700" y="6200774"/>
              <a:ext cx="1895475" cy="714375"/>
            </a:xfrm>
            <a:custGeom>
              <a:avLst/>
              <a:gdLst/>
              <a:ahLst/>
              <a:cxnLst/>
              <a:rect l="l" t="t" r="r" b="b"/>
              <a:pathLst>
                <a:path w="1895475" h="714375">
                  <a:moveTo>
                    <a:pt x="1569465" y="0"/>
                  </a:moveTo>
                  <a:lnTo>
                    <a:pt x="144018" y="0"/>
                  </a:lnTo>
                  <a:lnTo>
                    <a:pt x="95105" y="9181"/>
                  </a:lnTo>
                  <a:lnTo>
                    <a:pt x="53990" y="34401"/>
                  </a:lnTo>
                  <a:lnTo>
                    <a:pt x="25663" y="72169"/>
                  </a:lnTo>
                  <a:lnTo>
                    <a:pt x="15112" y="118999"/>
                  </a:lnTo>
                  <a:lnTo>
                    <a:pt x="25663" y="165901"/>
                  </a:lnTo>
                  <a:lnTo>
                    <a:pt x="53990" y="203708"/>
                  </a:lnTo>
                  <a:lnTo>
                    <a:pt x="95105" y="228941"/>
                  </a:lnTo>
                  <a:lnTo>
                    <a:pt x="144018" y="238125"/>
                  </a:lnTo>
                  <a:lnTo>
                    <a:pt x="712724" y="238125"/>
                  </a:lnTo>
                  <a:lnTo>
                    <a:pt x="739346" y="254396"/>
                  </a:lnTo>
                  <a:lnTo>
                    <a:pt x="761015" y="279050"/>
                  </a:lnTo>
                  <a:lnTo>
                    <a:pt x="775588" y="309276"/>
                  </a:lnTo>
                  <a:lnTo>
                    <a:pt x="780923" y="342264"/>
                  </a:lnTo>
                  <a:lnTo>
                    <a:pt x="780923" y="372110"/>
                  </a:lnTo>
                  <a:lnTo>
                    <a:pt x="775588" y="403927"/>
                  </a:lnTo>
                  <a:lnTo>
                    <a:pt x="761015" y="431577"/>
                  </a:lnTo>
                  <a:lnTo>
                    <a:pt x="739346" y="453655"/>
                  </a:lnTo>
                  <a:lnTo>
                    <a:pt x="712724" y="468757"/>
                  </a:lnTo>
                  <a:lnTo>
                    <a:pt x="121285" y="468757"/>
                  </a:lnTo>
                  <a:lnTo>
                    <a:pt x="73562" y="477958"/>
                  </a:lnTo>
                  <a:lnTo>
                    <a:pt x="35067" y="503221"/>
                  </a:lnTo>
                  <a:lnTo>
                    <a:pt x="9360" y="541033"/>
                  </a:lnTo>
                  <a:lnTo>
                    <a:pt x="0" y="587883"/>
                  </a:lnTo>
                  <a:lnTo>
                    <a:pt x="9360" y="635883"/>
                  </a:lnTo>
                  <a:lnTo>
                    <a:pt x="35067" y="676227"/>
                  </a:lnTo>
                  <a:lnTo>
                    <a:pt x="73562" y="704022"/>
                  </a:lnTo>
                  <a:lnTo>
                    <a:pt x="121285" y="714375"/>
                  </a:lnTo>
                  <a:lnTo>
                    <a:pt x="1774189" y="714375"/>
                  </a:lnTo>
                  <a:lnTo>
                    <a:pt x="1821912" y="704022"/>
                  </a:lnTo>
                  <a:lnTo>
                    <a:pt x="1860407" y="676227"/>
                  </a:lnTo>
                  <a:lnTo>
                    <a:pt x="1886114" y="635883"/>
                  </a:lnTo>
                  <a:lnTo>
                    <a:pt x="1895475" y="587883"/>
                  </a:lnTo>
                  <a:lnTo>
                    <a:pt x="1886114" y="541033"/>
                  </a:lnTo>
                  <a:lnTo>
                    <a:pt x="1860407" y="503221"/>
                  </a:lnTo>
                  <a:lnTo>
                    <a:pt x="1821912" y="477958"/>
                  </a:lnTo>
                  <a:lnTo>
                    <a:pt x="1774189" y="468757"/>
                  </a:lnTo>
                  <a:lnTo>
                    <a:pt x="1425448" y="468757"/>
                  </a:lnTo>
                  <a:lnTo>
                    <a:pt x="1398752" y="453655"/>
                  </a:lnTo>
                  <a:lnTo>
                    <a:pt x="1377045" y="431577"/>
                  </a:lnTo>
                  <a:lnTo>
                    <a:pt x="1362457" y="403927"/>
                  </a:lnTo>
                  <a:lnTo>
                    <a:pt x="1357122" y="372110"/>
                  </a:lnTo>
                  <a:lnTo>
                    <a:pt x="1357122" y="342264"/>
                  </a:lnTo>
                  <a:lnTo>
                    <a:pt x="1362457" y="309276"/>
                  </a:lnTo>
                  <a:lnTo>
                    <a:pt x="1377045" y="279050"/>
                  </a:lnTo>
                  <a:lnTo>
                    <a:pt x="1398752" y="254396"/>
                  </a:lnTo>
                  <a:lnTo>
                    <a:pt x="1425448" y="238125"/>
                  </a:lnTo>
                  <a:lnTo>
                    <a:pt x="1569465" y="238125"/>
                  </a:lnTo>
                  <a:lnTo>
                    <a:pt x="1617188" y="228941"/>
                  </a:lnTo>
                  <a:lnTo>
                    <a:pt x="1655683" y="203708"/>
                  </a:lnTo>
                  <a:lnTo>
                    <a:pt x="1681390" y="165901"/>
                  </a:lnTo>
                  <a:lnTo>
                    <a:pt x="1690751" y="118999"/>
                  </a:lnTo>
                  <a:lnTo>
                    <a:pt x="1681390" y="72169"/>
                  </a:lnTo>
                  <a:lnTo>
                    <a:pt x="1655683" y="34401"/>
                  </a:lnTo>
                  <a:lnTo>
                    <a:pt x="1617188" y="9181"/>
                  </a:lnTo>
                  <a:lnTo>
                    <a:pt x="1569465" y="0"/>
                  </a:lnTo>
                  <a:close/>
                </a:path>
              </a:pathLst>
            </a:custGeom>
            <a:solidFill>
              <a:srgbClr val="FFCE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625" y="3733800"/>
              <a:ext cx="2466975" cy="933450"/>
            </a:xfrm>
            <a:custGeom>
              <a:avLst/>
              <a:gdLst/>
              <a:ahLst/>
              <a:cxnLst/>
              <a:rect l="l" t="t" r="r" b="b"/>
              <a:pathLst>
                <a:path w="2466975" h="933450">
                  <a:moveTo>
                    <a:pt x="2284857" y="0"/>
                  </a:moveTo>
                  <a:lnTo>
                    <a:pt x="425081" y="0"/>
                  </a:lnTo>
                  <a:lnTo>
                    <a:pt x="376438" y="8494"/>
                  </a:lnTo>
                  <a:lnTo>
                    <a:pt x="332896" y="31808"/>
                  </a:lnTo>
                  <a:lnTo>
                    <a:pt x="297735" y="66687"/>
                  </a:lnTo>
                  <a:lnTo>
                    <a:pt x="274233" y="109874"/>
                  </a:lnTo>
                  <a:lnTo>
                    <a:pt x="265671" y="158114"/>
                  </a:lnTo>
                  <a:lnTo>
                    <a:pt x="274233" y="209233"/>
                  </a:lnTo>
                  <a:lnTo>
                    <a:pt x="297735" y="252779"/>
                  </a:lnTo>
                  <a:lnTo>
                    <a:pt x="332896" y="286579"/>
                  </a:lnTo>
                  <a:lnTo>
                    <a:pt x="376438" y="308454"/>
                  </a:lnTo>
                  <a:lnTo>
                    <a:pt x="425081" y="316229"/>
                  </a:lnTo>
                  <a:lnTo>
                    <a:pt x="607250" y="316229"/>
                  </a:lnTo>
                  <a:lnTo>
                    <a:pt x="648290" y="338401"/>
                  </a:lnTo>
                  <a:lnTo>
                    <a:pt x="679364" y="369776"/>
                  </a:lnTo>
                  <a:lnTo>
                    <a:pt x="699051" y="408223"/>
                  </a:lnTo>
                  <a:lnTo>
                    <a:pt x="705929" y="451612"/>
                  </a:lnTo>
                  <a:lnTo>
                    <a:pt x="705929" y="489330"/>
                  </a:lnTo>
                  <a:lnTo>
                    <a:pt x="699169" y="532602"/>
                  </a:lnTo>
                  <a:lnTo>
                    <a:pt x="680313" y="570230"/>
                  </a:lnTo>
                  <a:lnTo>
                    <a:pt x="651494" y="599380"/>
                  </a:lnTo>
                  <a:lnTo>
                    <a:pt x="614845" y="617220"/>
                  </a:lnTo>
                  <a:lnTo>
                    <a:pt x="166992" y="617220"/>
                  </a:lnTo>
                  <a:lnTo>
                    <a:pt x="122995" y="623181"/>
                  </a:lnTo>
                  <a:lnTo>
                    <a:pt x="83215" y="639811"/>
                  </a:lnTo>
                  <a:lnTo>
                    <a:pt x="49339" y="665226"/>
                  </a:lnTo>
                  <a:lnTo>
                    <a:pt x="23053" y="697540"/>
                  </a:lnTo>
                  <a:lnTo>
                    <a:pt x="6044" y="734871"/>
                  </a:lnTo>
                  <a:lnTo>
                    <a:pt x="0" y="775335"/>
                  </a:lnTo>
                  <a:lnTo>
                    <a:pt x="6044" y="818444"/>
                  </a:lnTo>
                  <a:lnTo>
                    <a:pt x="23053" y="856516"/>
                  </a:lnTo>
                  <a:lnTo>
                    <a:pt x="49339" y="888301"/>
                  </a:lnTo>
                  <a:lnTo>
                    <a:pt x="83215" y="912551"/>
                  </a:lnTo>
                  <a:lnTo>
                    <a:pt x="122995" y="928017"/>
                  </a:lnTo>
                  <a:lnTo>
                    <a:pt x="166992" y="933450"/>
                  </a:lnTo>
                  <a:lnTo>
                    <a:pt x="2307590" y="933450"/>
                  </a:lnTo>
                  <a:lnTo>
                    <a:pt x="2356206" y="925686"/>
                  </a:lnTo>
                  <a:lnTo>
                    <a:pt x="2399739" y="903835"/>
                  </a:lnTo>
                  <a:lnTo>
                    <a:pt x="2434901" y="870054"/>
                  </a:lnTo>
                  <a:lnTo>
                    <a:pt x="2458409" y="826501"/>
                  </a:lnTo>
                  <a:lnTo>
                    <a:pt x="2466975" y="775335"/>
                  </a:lnTo>
                  <a:lnTo>
                    <a:pt x="2458409" y="727094"/>
                  </a:lnTo>
                  <a:lnTo>
                    <a:pt x="2434901" y="683907"/>
                  </a:lnTo>
                  <a:lnTo>
                    <a:pt x="2399739" y="649028"/>
                  </a:lnTo>
                  <a:lnTo>
                    <a:pt x="2356206" y="625714"/>
                  </a:lnTo>
                  <a:lnTo>
                    <a:pt x="2307590" y="617220"/>
                  </a:lnTo>
                  <a:lnTo>
                    <a:pt x="1548511" y="617220"/>
                  </a:lnTo>
                  <a:lnTo>
                    <a:pt x="1507482" y="599380"/>
                  </a:lnTo>
                  <a:lnTo>
                    <a:pt x="1476406" y="570229"/>
                  </a:lnTo>
                  <a:lnTo>
                    <a:pt x="1456713" y="532602"/>
                  </a:lnTo>
                  <a:lnTo>
                    <a:pt x="1449832" y="489330"/>
                  </a:lnTo>
                  <a:lnTo>
                    <a:pt x="1449832" y="451612"/>
                  </a:lnTo>
                  <a:lnTo>
                    <a:pt x="1456713" y="408223"/>
                  </a:lnTo>
                  <a:lnTo>
                    <a:pt x="1476406" y="369776"/>
                  </a:lnTo>
                  <a:lnTo>
                    <a:pt x="1507482" y="338401"/>
                  </a:lnTo>
                  <a:lnTo>
                    <a:pt x="1548511" y="316229"/>
                  </a:lnTo>
                  <a:lnTo>
                    <a:pt x="2284857" y="316229"/>
                  </a:lnTo>
                  <a:lnTo>
                    <a:pt x="2333473" y="308454"/>
                  </a:lnTo>
                  <a:lnTo>
                    <a:pt x="2377006" y="286579"/>
                  </a:lnTo>
                  <a:lnTo>
                    <a:pt x="2412168" y="252779"/>
                  </a:lnTo>
                  <a:lnTo>
                    <a:pt x="2435676" y="209233"/>
                  </a:lnTo>
                  <a:lnTo>
                    <a:pt x="2444242" y="158114"/>
                  </a:lnTo>
                  <a:lnTo>
                    <a:pt x="2435676" y="109874"/>
                  </a:lnTo>
                  <a:lnTo>
                    <a:pt x="2412168" y="66687"/>
                  </a:lnTo>
                  <a:lnTo>
                    <a:pt x="2377006" y="31808"/>
                  </a:lnTo>
                  <a:lnTo>
                    <a:pt x="2333473" y="8494"/>
                  </a:lnTo>
                  <a:lnTo>
                    <a:pt x="2284857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33500" y="4581525"/>
              <a:ext cx="2533650" cy="962025"/>
            </a:xfrm>
            <a:custGeom>
              <a:avLst/>
              <a:gdLst/>
              <a:ahLst/>
              <a:cxnLst/>
              <a:rect l="l" t="t" r="r" b="b"/>
              <a:pathLst>
                <a:path w="2533650" h="962025">
                  <a:moveTo>
                    <a:pt x="2351024" y="0"/>
                  </a:moveTo>
                  <a:lnTo>
                    <a:pt x="433705" y="0"/>
                  </a:lnTo>
                  <a:lnTo>
                    <a:pt x="390164" y="5986"/>
                  </a:lnTo>
                  <a:lnTo>
                    <a:pt x="351700" y="22831"/>
                  </a:lnTo>
                  <a:lnTo>
                    <a:pt x="319579" y="48863"/>
                  </a:lnTo>
                  <a:lnTo>
                    <a:pt x="295068" y="82408"/>
                  </a:lnTo>
                  <a:lnTo>
                    <a:pt x="279432" y="121796"/>
                  </a:lnTo>
                  <a:lnTo>
                    <a:pt x="273938" y="165353"/>
                  </a:lnTo>
                  <a:lnTo>
                    <a:pt x="281788" y="216396"/>
                  </a:lnTo>
                  <a:lnTo>
                    <a:pt x="303878" y="259874"/>
                  </a:lnTo>
                  <a:lnTo>
                    <a:pt x="338020" y="293616"/>
                  </a:lnTo>
                  <a:lnTo>
                    <a:pt x="382025" y="315453"/>
                  </a:lnTo>
                  <a:lnTo>
                    <a:pt x="433705" y="323214"/>
                  </a:lnTo>
                  <a:lnTo>
                    <a:pt x="623951" y="323214"/>
                  </a:lnTo>
                  <a:lnTo>
                    <a:pt x="661838" y="345501"/>
                  </a:lnTo>
                  <a:lnTo>
                    <a:pt x="693308" y="377682"/>
                  </a:lnTo>
                  <a:lnTo>
                    <a:pt x="714801" y="418316"/>
                  </a:lnTo>
                  <a:lnTo>
                    <a:pt x="722757" y="465963"/>
                  </a:lnTo>
                  <a:lnTo>
                    <a:pt x="722757" y="496062"/>
                  </a:lnTo>
                  <a:lnTo>
                    <a:pt x="715873" y="543591"/>
                  </a:lnTo>
                  <a:lnTo>
                    <a:pt x="696166" y="583406"/>
                  </a:lnTo>
                  <a:lnTo>
                    <a:pt x="665053" y="613362"/>
                  </a:lnTo>
                  <a:lnTo>
                    <a:pt x="623951" y="631316"/>
                  </a:lnTo>
                  <a:lnTo>
                    <a:pt x="167386" y="631316"/>
                  </a:lnTo>
                  <a:lnTo>
                    <a:pt x="123281" y="637303"/>
                  </a:lnTo>
                  <a:lnTo>
                    <a:pt x="83406" y="654148"/>
                  </a:lnTo>
                  <a:lnTo>
                    <a:pt x="49450" y="680180"/>
                  </a:lnTo>
                  <a:lnTo>
                    <a:pt x="23104" y="713725"/>
                  </a:lnTo>
                  <a:lnTo>
                    <a:pt x="6057" y="753113"/>
                  </a:lnTo>
                  <a:lnTo>
                    <a:pt x="0" y="796671"/>
                  </a:lnTo>
                  <a:lnTo>
                    <a:pt x="6057" y="840228"/>
                  </a:lnTo>
                  <a:lnTo>
                    <a:pt x="23104" y="879616"/>
                  </a:lnTo>
                  <a:lnTo>
                    <a:pt x="49450" y="913161"/>
                  </a:lnTo>
                  <a:lnTo>
                    <a:pt x="83406" y="939193"/>
                  </a:lnTo>
                  <a:lnTo>
                    <a:pt x="123281" y="956038"/>
                  </a:lnTo>
                  <a:lnTo>
                    <a:pt x="167386" y="962025"/>
                  </a:lnTo>
                  <a:lnTo>
                    <a:pt x="2373884" y="962025"/>
                  </a:lnTo>
                  <a:lnTo>
                    <a:pt x="2417424" y="956038"/>
                  </a:lnTo>
                  <a:lnTo>
                    <a:pt x="2455888" y="939193"/>
                  </a:lnTo>
                  <a:lnTo>
                    <a:pt x="2488009" y="913161"/>
                  </a:lnTo>
                  <a:lnTo>
                    <a:pt x="2512520" y="879616"/>
                  </a:lnTo>
                  <a:lnTo>
                    <a:pt x="2528156" y="840228"/>
                  </a:lnTo>
                  <a:lnTo>
                    <a:pt x="2533650" y="796671"/>
                  </a:lnTo>
                  <a:lnTo>
                    <a:pt x="2528156" y="753113"/>
                  </a:lnTo>
                  <a:lnTo>
                    <a:pt x="2512520" y="713725"/>
                  </a:lnTo>
                  <a:lnTo>
                    <a:pt x="2488009" y="680180"/>
                  </a:lnTo>
                  <a:lnTo>
                    <a:pt x="2455888" y="654148"/>
                  </a:lnTo>
                  <a:lnTo>
                    <a:pt x="2417424" y="637303"/>
                  </a:lnTo>
                  <a:lnTo>
                    <a:pt x="2373884" y="631316"/>
                  </a:lnTo>
                  <a:lnTo>
                    <a:pt x="1590167" y="631316"/>
                  </a:lnTo>
                  <a:lnTo>
                    <a:pt x="1549044" y="613362"/>
                  </a:lnTo>
                  <a:lnTo>
                    <a:pt x="1517888" y="583406"/>
                  </a:lnTo>
                  <a:lnTo>
                    <a:pt x="1498137" y="543591"/>
                  </a:lnTo>
                  <a:lnTo>
                    <a:pt x="1491233" y="496062"/>
                  </a:lnTo>
                  <a:lnTo>
                    <a:pt x="1491233" y="465963"/>
                  </a:lnTo>
                  <a:lnTo>
                    <a:pt x="1498137" y="418316"/>
                  </a:lnTo>
                  <a:lnTo>
                    <a:pt x="1517888" y="377682"/>
                  </a:lnTo>
                  <a:lnTo>
                    <a:pt x="1549044" y="345501"/>
                  </a:lnTo>
                  <a:lnTo>
                    <a:pt x="1590167" y="323214"/>
                  </a:lnTo>
                  <a:lnTo>
                    <a:pt x="2351024" y="323214"/>
                  </a:lnTo>
                  <a:lnTo>
                    <a:pt x="2399777" y="315453"/>
                  </a:lnTo>
                  <a:lnTo>
                    <a:pt x="2443417" y="293616"/>
                  </a:lnTo>
                  <a:lnTo>
                    <a:pt x="2478655" y="259874"/>
                  </a:lnTo>
                  <a:lnTo>
                    <a:pt x="2502208" y="216396"/>
                  </a:lnTo>
                  <a:lnTo>
                    <a:pt x="2510790" y="165353"/>
                  </a:lnTo>
                  <a:lnTo>
                    <a:pt x="2504767" y="121796"/>
                  </a:lnTo>
                  <a:lnTo>
                    <a:pt x="2487967" y="82408"/>
                  </a:lnTo>
                  <a:lnTo>
                    <a:pt x="2462291" y="48863"/>
                  </a:lnTo>
                  <a:lnTo>
                    <a:pt x="2429641" y="22831"/>
                  </a:lnTo>
                  <a:lnTo>
                    <a:pt x="2391918" y="5986"/>
                  </a:lnTo>
                  <a:lnTo>
                    <a:pt x="2351024" y="0"/>
                  </a:lnTo>
                  <a:close/>
                </a:path>
              </a:pathLst>
            </a:custGeom>
            <a:solidFill>
              <a:srgbClr val="004E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81175" y="7096124"/>
              <a:ext cx="1752600" cy="1447800"/>
            </a:xfrm>
            <a:custGeom>
              <a:avLst/>
              <a:gdLst/>
              <a:ahLst/>
              <a:cxnLst/>
              <a:rect l="l" t="t" r="r" b="b"/>
              <a:pathLst>
                <a:path w="1752600" h="1447800">
                  <a:moveTo>
                    <a:pt x="1752600" y="0"/>
                  </a:moveTo>
                  <a:lnTo>
                    <a:pt x="0" y="0"/>
                  </a:lnTo>
                  <a:lnTo>
                    <a:pt x="0" y="840740"/>
                  </a:lnTo>
                  <a:lnTo>
                    <a:pt x="3771" y="889063"/>
                  </a:lnTo>
                  <a:lnTo>
                    <a:pt x="14681" y="934593"/>
                  </a:lnTo>
                  <a:lnTo>
                    <a:pt x="32169" y="976782"/>
                  </a:lnTo>
                  <a:lnTo>
                    <a:pt x="55600" y="1015111"/>
                  </a:lnTo>
                  <a:lnTo>
                    <a:pt x="84416" y="1049020"/>
                  </a:lnTo>
                  <a:lnTo>
                    <a:pt x="118008" y="1077988"/>
                  </a:lnTo>
                  <a:lnTo>
                    <a:pt x="155778" y="1101458"/>
                  </a:lnTo>
                  <a:lnTo>
                    <a:pt x="197142" y="1118882"/>
                  </a:lnTo>
                  <a:lnTo>
                    <a:pt x="241515" y="1129741"/>
                  </a:lnTo>
                  <a:lnTo>
                    <a:pt x="288290" y="1133475"/>
                  </a:lnTo>
                  <a:lnTo>
                    <a:pt x="295275" y="1133475"/>
                  </a:lnTo>
                  <a:lnTo>
                    <a:pt x="295275" y="1155446"/>
                  </a:lnTo>
                  <a:lnTo>
                    <a:pt x="299097" y="1208925"/>
                  </a:lnTo>
                  <a:lnTo>
                    <a:pt x="310134" y="1258874"/>
                  </a:lnTo>
                  <a:lnTo>
                    <a:pt x="327685" y="1304569"/>
                  </a:lnTo>
                  <a:lnTo>
                    <a:pt x="351053" y="1345260"/>
                  </a:lnTo>
                  <a:lnTo>
                    <a:pt x="379552" y="1380197"/>
                  </a:lnTo>
                  <a:lnTo>
                    <a:pt x="412508" y="1408671"/>
                  </a:lnTo>
                  <a:lnTo>
                    <a:pt x="449199" y="1429918"/>
                  </a:lnTo>
                  <a:lnTo>
                    <a:pt x="488975" y="1443215"/>
                  </a:lnTo>
                  <a:lnTo>
                    <a:pt x="531114" y="1447800"/>
                  </a:lnTo>
                  <a:lnTo>
                    <a:pt x="1231011" y="1447800"/>
                  </a:lnTo>
                  <a:lnTo>
                    <a:pt x="1273136" y="1443215"/>
                  </a:lnTo>
                  <a:lnTo>
                    <a:pt x="1312913" y="1429918"/>
                  </a:lnTo>
                  <a:lnTo>
                    <a:pt x="1349603" y="1408671"/>
                  </a:lnTo>
                  <a:lnTo>
                    <a:pt x="1382560" y="1380197"/>
                  </a:lnTo>
                  <a:lnTo>
                    <a:pt x="1411058" y="1345260"/>
                  </a:lnTo>
                  <a:lnTo>
                    <a:pt x="1434426" y="1304569"/>
                  </a:lnTo>
                  <a:lnTo>
                    <a:pt x="1451978" y="1258874"/>
                  </a:lnTo>
                  <a:lnTo>
                    <a:pt x="1463014" y="1208925"/>
                  </a:lnTo>
                  <a:lnTo>
                    <a:pt x="1466850" y="1155446"/>
                  </a:lnTo>
                  <a:lnTo>
                    <a:pt x="1466850" y="1132674"/>
                  </a:lnTo>
                  <a:lnTo>
                    <a:pt x="1503705" y="1129741"/>
                  </a:lnTo>
                  <a:lnTo>
                    <a:pt x="1548663" y="1118882"/>
                  </a:lnTo>
                  <a:lnTo>
                    <a:pt x="1590890" y="1101458"/>
                  </a:lnTo>
                  <a:lnTo>
                    <a:pt x="1629702" y="1077988"/>
                  </a:lnTo>
                  <a:lnTo>
                    <a:pt x="1664411" y="1049020"/>
                  </a:lnTo>
                  <a:lnTo>
                    <a:pt x="1694332" y="1015111"/>
                  </a:lnTo>
                  <a:lnTo>
                    <a:pt x="1718805" y="976782"/>
                  </a:lnTo>
                  <a:lnTo>
                    <a:pt x="1737118" y="934593"/>
                  </a:lnTo>
                  <a:lnTo>
                    <a:pt x="1748612" y="889063"/>
                  </a:lnTo>
                  <a:lnTo>
                    <a:pt x="1752600" y="84074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5253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14500" y="7238999"/>
              <a:ext cx="1885950" cy="647700"/>
            </a:xfrm>
            <a:custGeom>
              <a:avLst/>
              <a:gdLst/>
              <a:ahLst/>
              <a:cxnLst/>
              <a:rect l="l" t="t" r="r" b="b"/>
              <a:pathLst>
                <a:path w="1885950" h="647700">
                  <a:moveTo>
                    <a:pt x="1876425" y="291211"/>
                  </a:moveTo>
                  <a:lnTo>
                    <a:pt x="1873681" y="272135"/>
                  </a:lnTo>
                  <a:lnTo>
                    <a:pt x="1865960" y="258533"/>
                  </a:lnTo>
                  <a:lnTo>
                    <a:pt x="1853971" y="250367"/>
                  </a:lnTo>
                  <a:lnTo>
                    <a:pt x="1838452" y="247650"/>
                  </a:lnTo>
                  <a:lnTo>
                    <a:pt x="37973" y="247650"/>
                  </a:lnTo>
                  <a:lnTo>
                    <a:pt x="22440" y="250367"/>
                  </a:lnTo>
                  <a:lnTo>
                    <a:pt x="10452" y="258533"/>
                  </a:lnTo>
                  <a:lnTo>
                    <a:pt x="2730" y="272135"/>
                  </a:lnTo>
                  <a:lnTo>
                    <a:pt x="0" y="291211"/>
                  </a:lnTo>
                  <a:lnTo>
                    <a:pt x="0" y="356489"/>
                  </a:lnTo>
                  <a:lnTo>
                    <a:pt x="2730" y="372516"/>
                  </a:lnTo>
                  <a:lnTo>
                    <a:pt x="10452" y="386461"/>
                  </a:lnTo>
                  <a:lnTo>
                    <a:pt x="22440" y="396316"/>
                  </a:lnTo>
                  <a:lnTo>
                    <a:pt x="37973" y="400050"/>
                  </a:lnTo>
                  <a:lnTo>
                    <a:pt x="1838452" y="400050"/>
                  </a:lnTo>
                  <a:lnTo>
                    <a:pt x="1853971" y="396316"/>
                  </a:lnTo>
                  <a:lnTo>
                    <a:pt x="1865960" y="386461"/>
                  </a:lnTo>
                  <a:lnTo>
                    <a:pt x="1873681" y="372516"/>
                  </a:lnTo>
                  <a:lnTo>
                    <a:pt x="1876425" y="356489"/>
                  </a:lnTo>
                  <a:lnTo>
                    <a:pt x="1876425" y="291211"/>
                  </a:lnTo>
                  <a:close/>
                </a:path>
                <a:path w="1885950" h="647700">
                  <a:moveTo>
                    <a:pt x="1876425" y="36322"/>
                  </a:moveTo>
                  <a:lnTo>
                    <a:pt x="1873681" y="21437"/>
                  </a:lnTo>
                  <a:lnTo>
                    <a:pt x="1865960" y="9969"/>
                  </a:lnTo>
                  <a:lnTo>
                    <a:pt x="1853971" y="2603"/>
                  </a:lnTo>
                  <a:lnTo>
                    <a:pt x="1838452" y="0"/>
                  </a:lnTo>
                  <a:lnTo>
                    <a:pt x="37973" y="0"/>
                  </a:lnTo>
                  <a:lnTo>
                    <a:pt x="22440" y="2603"/>
                  </a:lnTo>
                  <a:lnTo>
                    <a:pt x="10452" y="9969"/>
                  </a:lnTo>
                  <a:lnTo>
                    <a:pt x="2730" y="21437"/>
                  </a:lnTo>
                  <a:lnTo>
                    <a:pt x="0" y="36322"/>
                  </a:lnTo>
                  <a:lnTo>
                    <a:pt x="0" y="108839"/>
                  </a:lnTo>
                  <a:lnTo>
                    <a:pt x="2730" y="124866"/>
                  </a:lnTo>
                  <a:lnTo>
                    <a:pt x="10452" y="138811"/>
                  </a:lnTo>
                  <a:lnTo>
                    <a:pt x="22440" y="148666"/>
                  </a:lnTo>
                  <a:lnTo>
                    <a:pt x="37973" y="152400"/>
                  </a:lnTo>
                  <a:lnTo>
                    <a:pt x="1838452" y="152400"/>
                  </a:lnTo>
                  <a:lnTo>
                    <a:pt x="1853971" y="148666"/>
                  </a:lnTo>
                  <a:lnTo>
                    <a:pt x="1865960" y="138811"/>
                  </a:lnTo>
                  <a:lnTo>
                    <a:pt x="1873681" y="124866"/>
                  </a:lnTo>
                  <a:lnTo>
                    <a:pt x="1876425" y="108839"/>
                  </a:lnTo>
                  <a:lnTo>
                    <a:pt x="1876425" y="36322"/>
                  </a:lnTo>
                  <a:close/>
                </a:path>
                <a:path w="1885950" h="647700">
                  <a:moveTo>
                    <a:pt x="1885950" y="538861"/>
                  </a:moveTo>
                  <a:lnTo>
                    <a:pt x="1883206" y="522846"/>
                  </a:lnTo>
                  <a:lnTo>
                    <a:pt x="1875485" y="508889"/>
                  </a:lnTo>
                  <a:lnTo>
                    <a:pt x="1863496" y="499046"/>
                  </a:lnTo>
                  <a:lnTo>
                    <a:pt x="1847977" y="495300"/>
                  </a:lnTo>
                  <a:lnTo>
                    <a:pt x="37973" y="495300"/>
                  </a:lnTo>
                  <a:lnTo>
                    <a:pt x="25654" y="499046"/>
                  </a:lnTo>
                  <a:lnTo>
                    <a:pt x="13309" y="508901"/>
                  </a:lnTo>
                  <a:lnTo>
                    <a:pt x="3797" y="522846"/>
                  </a:lnTo>
                  <a:lnTo>
                    <a:pt x="0" y="538861"/>
                  </a:lnTo>
                  <a:lnTo>
                    <a:pt x="0" y="604139"/>
                  </a:lnTo>
                  <a:lnTo>
                    <a:pt x="3797" y="620166"/>
                  </a:lnTo>
                  <a:lnTo>
                    <a:pt x="13309" y="634111"/>
                  </a:lnTo>
                  <a:lnTo>
                    <a:pt x="25654" y="643966"/>
                  </a:lnTo>
                  <a:lnTo>
                    <a:pt x="37973" y="647700"/>
                  </a:lnTo>
                  <a:lnTo>
                    <a:pt x="1847977" y="647700"/>
                  </a:lnTo>
                  <a:lnTo>
                    <a:pt x="1863496" y="643966"/>
                  </a:lnTo>
                  <a:lnTo>
                    <a:pt x="1875485" y="634111"/>
                  </a:lnTo>
                  <a:lnTo>
                    <a:pt x="1883206" y="620166"/>
                  </a:lnTo>
                  <a:lnTo>
                    <a:pt x="1885950" y="604139"/>
                  </a:lnTo>
                  <a:lnTo>
                    <a:pt x="1885950" y="53886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95350" y="2857500"/>
              <a:ext cx="3524250" cy="4238625"/>
            </a:xfrm>
            <a:custGeom>
              <a:avLst/>
              <a:gdLst/>
              <a:ahLst/>
              <a:cxnLst/>
              <a:rect l="l" t="t" r="r" b="b"/>
              <a:pathLst>
                <a:path w="3524250" h="4238625">
                  <a:moveTo>
                    <a:pt x="3281172" y="2625725"/>
                  </a:moveTo>
                  <a:lnTo>
                    <a:pt x="243052" y="2625725"/>
                  </a:lnTo>
                  <a:lnTo>
                    <a:pt x="279965" y="2682902"/>
                  </a:lnTo>
                  <a:lnTo>
                    <a:pt x="315443" y="2738981"/>
                  </a:lnTo>
                  <a:lnTo>
                    <a:pt x="349518" y="2793969"/>
                  </a:lnTo>
                  <a:lnTo>
                    <a:pt x="382219" y="2847873"/>
                  </a:lnTo>
                  <a:lnTo>
                    <a:pt x="413576" y="2900700"/>
                  </a:lnTo>
                  <a:lnTo>
                    <a:pt x="443619" y="2952459"/>
                  </a:lnTo>
                  <a:lnTo>
                    <a:pt x="472378" y="3003155"/>
                  </a:lnTo>
                  <a:lnTo>
                    <a:pt x="499882" y="3052798"/>
                  </a:lnTo>
                  <a:lnTo>
                    <a:pt x="526163" y="3101394"/>
                  </a:lnTo>
                  <a:lnTo>
                    <a:pt x="551249" y="3148951"/>
                  </a:lnTo>
                  <a:lnTo>
                    <a:pt x="575171" y="3195476"/>
                  </a:lnTo>
                  <a:lnTo>
                    <a:pt x="597958" y="3240977"/>
                  </a:lnTo>
                  <a:lnTo>
                    <a:pt x="619642" y="3285461"/>
                  </a:lnTo>
                  <a:lnTo>
                    <a:pt x="640250" y="3328936"/>
                  </a:lnTo>
                  <a:lnTo>
                    <a:pt x="659814" y="3371408"/>
                  </a:lnTo>
                  <a:lnTo>
                    <a:pt x="678364" y="3412886"/>
                  </a:lnTo>
                  <a:lnTo>
                    <a:pt x="695929" y="3453378"/>
                  </a:lnTo>
                  <a:lnTo>
                    <a:pt x="712539" y="3492889"/>
                  </a:lnTo>
                  <a:lnTo>
                    <a:pt x="728225" y="3531429"/>
                  </a:lnTo>
                  <a:lnTo>
                    <a:pt x="743016" y="3569004"/>
                  </a:lnTo>
                  <a:lnTo>
                    <a:pt x="756942" y="3605621"/>
                  </a:lnTo>
                  <a:lnTo>
                    <a:pt x="782319" y="3676015"/>
                  </a:lnTo>
                  <a:lnTo>
                    <a:pt x="860919" y="3899975"/>
                  </a:lnTo>
                  <a:lnTo>
                    <a:pt x="898191" y="4033234"/>
                  </a:lnTo>
                  <a:lnTo>
                    <a:pt x="904103" y="4128535"/>
                  </a:lnTo>
                  <a:lnTo>
                    <a:pt x="888619" y="4238625"/>
                  </a:lnTo>
                  <a:lnTo>
                    <a:pt x="2635630" y="4238625"/>
                  </a:lnTo>
                  <a:lnTo>
                    <a:pt x="2688716" y="3946016"/>
                  </a:lnTo>
                  <a:lnTo>
                    <a:pt x="2749550" y="3653409"/>
                  </a:lnTo>
                  <a:lnTo>
                    <a:pt x="2774892" y="3585000"/>
                  </a:lnTo>
                  <a:lnTo>
                    <a:pt x="2788793" y="3549373"/>
                  </a:lnTo>
                  <a:lnTo>
                    <a:pt x="2803549" y="3512787"/>
                  </a:lnTo>
                  <a:lnTo>
                    <a:pt x="2819186" y="3475236"/>
                  </a:lnTo>
                  <a:lnTo>
                    <a:pt x="2835731" y="3436711"/>
                  </a:lnTo>
                  <a:lnTo>
                    <a:pt x="2853209" y="3397206"/>
                  </a:lnTo>
                  <a:lnTo>
                    <a:pt x="2871646" y="3356713"/>
                  </a:lnTo>
                  <a:lnTo>
                    <a:pt x="2891070" y="3315224"/>
                  </a:lnTo>
                  <a:lnTo>
                    <a:pt x="2911505" y="3272732"/>
                  </a:lnTo>
                  <a:lnTo>
                    <a:pt x="2932979" y="3229231"/>
                  </a:lnTo>
                  <a:lnTo>
                    <a:pt x="2955517" y="3184711"/>
                  </a:lnTo>
                  <a:lnTo>
                    <a:pt x="2979146" y="3139167"/>
                  </a:lnTo>
                  <a:lnTo>
                    <a:pt x="3003891" y="3092590"/>
                  </a:lnTo>
                  <a:lnTo>
                    <a:pt x="3029779" y="3044974"/>
                  </a:lnTo>
                  <a:lnTo>
                    <a:pt x="3056837" y="2996310"/>
                  </a:lnTo>
                  <a:lnTo>
                    <a:pt x="3085089" y="2946592"/>
                  </a:lnTo>
                  <a:lnTo>
                    <a:pt x="3114563" y="2895812"/>
                  </a:lnTo>
                  <a:lnTo>
                    <a:pt x="3145285" y="2843963"/>
                  </a:lnTo>
                  <a:lnTo>
                    <a:pt x="3177281" y="2791037"/>
                  </a:lnTo>
                  <a:lnTo>
                    <a:pt x="3210576" y="2737027"/>
                  </a:lnTo>
                  <a:lnTo>
                    <a:pt x="3245198" y="2681925"/>
                  </a:lnTo>
                  <a:lnTo>
                    <a:pt x="3281172" y="2625725"/>
                  </a:lnTo>
                  <a:close/>
                </a:path>
                <a:path w="3524250" h="4238625">
                  <a:moveTo>
                    <a:pt x="1762125" y="0"/>
                  </a:moveTo>
                  <a:lnTo>
                    <a:pt x="1713670" y="647"/>
                  </a:lnTo>
                  <a:lnTo>
                    <a:pt x="1665536" y="2578"/>
                  </a:lnTo>
                  <a:lnTo>
                    <a:pt x="1617740" y="5776"/>
                  </a:lnTo>
                  <a:lnTo>
                    <a:pt x="1570297" y="10224"/>
                  </a:lnTo>
                  <a:lnTo>
                    <a:pt x="1523227" y="15906"/>
                  </a:lnTo>
                  <a:lnTo>
                    <a:pt x="1476544" y="22804"/>
                  </a:lnTo>
                  <a:lnTo>
                    <a:pt x="1430266" y="30903"/>
                  </a:lnTo>
                  <a:lnTo>
                    <a:pt x="1384411" y="40186"/>
                  </a:lnTo>
                  <a:lnTo>
                    <a:pt x="1338994" y="50635"/>
                  </a:lnTo>
                  <a:lnTo>
                    <a:pt x="1294032" y="62235"/>
                  </a:lnTo>
                  <a:lnTo>
                    <a:pt x="1249544" y="74968"/>
                  </a:lnTo>
                  <a:lnTo>
                    <a:pt x="1205544" y="88818"/>
                  </a:lnTo>
                  <a:lnTo>
                    <a:pt x="1162051" y="103769"/>
                  </a:lnTo>
                  <a:lnTo>
                    <a:pt x="1119082" y="119803"/>
                  </a:lnTo>
                  <a:lnTo>
                    <a:pt x="1076652" y="136904"/>
                  </a:lnTo>
                  <a:lnTo>
                    <a:pt x="1034779" y="155055"/>
                  </a:lnTo>
                  <a:lnTo>
                    <a:pt x="993480" y="174239"/>
                  </a:lnTo>
                  <a:lnTo>
                    <a:pt x="952772" y="194441"/>
                  </a:lnTo>
                  <a:lnTo>
                    <a:pt x="912671" y="215643"/>
                  </a:lnTo>
                  <a:lnTo>
                    <a:pt x="873195" y="237828"/>
                  </a:lnTo>
                  <a:lnTo>
                    <a:pt x="834360" y="260980"/>
                  </a:lnTo>
                  <a:lnTo>
                    <a:pt x="796184" y="285083"/>
                  </a:lnTo>
                  <a:lnTo>
                    <a:pt x="758682" y="310119"/>
                  </a:lnTo>
                  <a:lnTo>
                    <a:pt x="721873" y="336072"/>
                  </a:lnTo>
                  <a:lnTo>
                    <a:pt x="685772" y="362925"/>
                  </a:lnTo>
                  <a:lnTo>
                    <a:pt x="650397" y="390662"/>
                  </a:lnTo>
                  <a:lnTo>
                    <a:pt x="615765" y="419265"/>
                  </a:lnTo>
                  <a:lnTo>
                    <a:pt x="581892" y="448719"/>
                  </a:lnTo>
                  <a:lnTo>
                    <a:pt x="548796" y="479007"/>
                  </a:lnTo>
                  <a:lnTo>
                    <a:pt x="516493" y="510111"/>
                  </a:lnTo>
                  <a:lnTo>
                    <a:pt x="485000" y="542015"/>
                  </a:lnTo>
                  <a:lnTo>
                    <a:pt x="454334" y="574703"/>
                  </a:lnTo>
                  <a:lnTo>
                    <a:pt x="424512" y="608158"/>
                  </a:lnTo>
                  <a:lnTo>
                    <a:pt x="395551" y="642363"/>
                  </a:lnTo>
                  <a:lnTo>
                    <a:pt x="367467" y="677302"/>
                  </a:lnTo>
                  <a:lnTo>
                    <a:pt x="340278" y="712957"/>
                  </a:lnTo>
                  <a:lnTo>
                    <a:pt x="314001" y="749313"/>
                  </a:lnTo>
                  <a:lnTo>
                    <a:pt x="288652" y="786352"/>
                  </a:lnTo>
                  <a:lnTo>
                    <a:pt x="264248" y="824058"/>
                  </a:lnTo>
                  <a:lnTo>
                    <a:pt x="240806" y="862414"/>
                  </a:lnTo>
                  <a:lnTo>
                    <a:pt x="218343" y="901404"/>
                  </a:lnTo>
                  <a:lnTo>
                    <a:pt x="196876" y="941010"/>
                  </a:lnTo>
                  <a:lnTo>
                    <a:pt x="176421" y="981217"/>
                  </a:lnTo>
                  <a:lnTo>
                    <a:pt x="156996" y="1022007"/>
                  </a:lnTo>
                  <a:lnTo>
                    <a:pt x="138618" y="1063365"/>
                  </a:lnTo>
                  <a:lnTo>
                    <a:pt x="121303" y="1105272"/>
                  </a:lnTo>
                  <a:lnTo>
                    <a:pt x="105068" y="1147713"/>
                  </a:lnTo>
                  <a:lnTo>
                    <a:pt x="89931" y="1190670"/>
                  </a:lnTo>
                  <a:lnTo>
                    <a:pt x="75907" y="1234128"/>
                  </a:lnTo>
                  <a:lnTo>
                    <a:pt x="63014" y="1278069"/>
                  </a:lnTo>
                  <a:lnTo>
                    <a:pt x="51269" y="1322477"/>
                  </a:lnTo>
                  <a:lnTo>
                    <a:pt x="40689" y="1367336"/>
                  </a:lnTo>
                  <a:lnTo>
                    <a:pt x="31290" y="1412627"/>
                  </a:lnTo>
                  <a:lnTo>
                    <a:pt x="23090" y="1458336"/>
                  </a:lnTo>
                  <a:lnTo>
                    <a:pt x="16105" y="1504445"/>
                  </a:lnTo>
                  <a:lnTo>
                    <a:pt x="10352" y="1550937"/>
                  </a:lnTo>
                  <a:lnTo>
                    <a:pt x="5848" y="1597796"/>
                  </a:lnTo>
                  <a:lnTo>
                    <a:pt x="2610" y="1645005"/>
                  </a:lnTo>
                  <a:lnTo>
                    <a:pt x="655" y="1692548"/>
                  </a:lnTo>
                  <a:lnTo>
                    <a:pt x="0" y="1740408"/>
                  </a:lnTo>
                  <a:lnTo>
                    <a:pt x="754" y="1791211"/>
                  </a:lnTo>
                  <a:lnTo>
                    <a:pt x="3003" y="1841733"/>
                  </a:lnTo>
                  <a:lnTo>
                    <a:pt x="6727" y="1891940"/>
                  </a:lnTo>
                  <a:lnTo>
                    <a:pt x="11906" y="1941800"/>
                  </a:lnTo>
                  <a:lnTo>
                    <a:pt x="18521" y="1991280"/>
                  </a:lnTo>
                  <a:lnTo>
                    <a:pt x="26550" y="2040346"/>
                  </a:lnTo>
                  <a:lnTo>
                    <a:pt x="35975" y="2088967"/>
                  </a:lnTo>
                  <a:lnTo>
                    <a:pt x="46775" y="2137110"/>
                  </a:lnTo>
                  <a:lnTo>
                    <a:pt x="58931" y="2184741"/>
                  </a:lnTo>
                  <a:lnTo>
                    <a:pt x="72422" y="2231828"/>
                  </a:lnTo>
                  <a:lnTo>
                    <a:pt x="87229" y="2278339"/>
                  </a:lnTo>
                  <a:lnTo>
                    <a:pt x="103331" y="2324240"/>
                  </a:lnTo>
                  <a:lnTo>
                    <a:pt x="120709" y="2369498"/>
                  </a:lnTo>
                  <a:lnTo>
                    <a:pt x="139342" y="2414082"/>
                  </a:lnTo>
                  <a:lnTo>
                    <a:pt x="159211" y="2457957"/>
                  </a:lnTo>
                  <a:lnTo>
                    <a:pt x="180296" y="2501092"/>
                  </a:lnTo>
                  <a:lnTo>
                    <a:pt x="202577" y="2543453"/>
                  </a:lnTo>
                  <a:lnTo>
                    <a:pt x="226034" y="2585008"/>
                  </a:lnTo>
                  <a:lnTo>
                    <a:pt x="250647" y="2625725"/>
                  </a:lnTo>
                  <a:lnTo>
                    <a:pt x="3273552" y="2625725"/>
                  </a:lnTo>
                  <a:lnTo>
                    <a:pt x="3298166" y="2585008"/>
                  </a:lnTo>
                  <a:lnTo>
                    <a:pt x="3321626" y="2543453"/>
                  </a:lnTo>
                  <a:lnTo>
                    <a:pt x="3343910" y="2501092"/>
                  </a:lnTo>
                  <a:lnTo>
                    <a:pt x="3364998" y="2457957"/>
                  </a:lnTo>
                  <a:lnTo>
                    <a:pt x="3384870" y="2414082"/>
                  </a:lnTo>
                  <a:lnTo>
                    <a:pt x="3403507" y="2369498"/>
                  </a:lnTo>
                  <a:lnTo>
                    <a:pt x="3420889" y="2324240"/>
                  </a:lnTo>
                  <a:lnTo>
                    <a:pt x="3436994" y="2278339"/>
                  </a:lnTo>
                  <a:lnTo>
                    <a:pt x="3451805" y="2231828"/>
                  </a:lnTo>
                  <a:lnTo>
                    <a:pt x="3465299" y="2184741"/>
                  </a:lnTo>
                  <a:lnTo>
                    <a:pt x="3477458" y="2137110"/>
                  </a:lnTo>
                  <a:lnTo>
                    <a:pt x="3488262" y="2088967"/>
                  </a:lnTo>
                  <a:lnTo>
                    <a:pt x="3497689" y="2040346"/>
                  </a:lnTo>
                  <a:lnTo>
                    <a:pt x="3505722" y="1991280"/>
                  </a:lnTo>
                  <a:lnTo>
                    <a:pt x="3512338" y="1941800"/>
                  </a:lnTo>
                  <a:lnTo>
                    <a:pt x="3517519" y="1891940"/>
                  </a:lnTo>
                  <a:lnTo>
                    <a:pt x="3521245" y="1841733"/>
                  </a:lnTo>
                  <a:lnTo>
                    <a:pt x="3523495" y="1791211"/>
                  </a:lnTo>
                  <a:lnTo>
                    <a:pt x="3524250" y="1740408"/>
                  </a:lnTo>
                  <a:lnTo>
                    <a:pt x="3523594" y="1692548"/>
                  </a:lnTo>
                  <a:lnTo>
                    <a:pt x="3521639" y="1645005"/>
                  </a:lnTo>
                  <a:lnTo>
                    <a:pt x="3518401" y="1597796"/>
                  </a:lnTo>
                  <a:lnTo>
                    <a:pt x="3513897" y="1550937"/>
                  </a:lnTo>
                  <a:lnTo>
                    <a:pt x="3508144" y="1504445"/>
                  </a:lnTo>
                  <a:lnTo>
                    <a:pt x="3501159" y="1458336"/>
                  </a:lnTo>
                  <a:lnTo>
                    <a:pt x="3492959" y="1412627"/>
                  </a:lnTo>
                  <a:lnTo>
                    <a:pt x="3483560" y="1367336"/>
                  </a:lnTo>
                  <a:lnTo>
                    <a:pt x="3472980" y="1322477"/>
                  </a:lnTo>
                  <a:lnTo>
                    <a:pt x="3461235" y="1278069"/>
                  </a:lnTo>
                  <a:lnTo>
                    <a:pt x="3448342" y="1234128"/>
                  </a:lnTo>
                  <a:lnTo>
                    <a:pt x="3434318" y="1190670"/>
                  </a:lnTo>
                  <a:lnTo>
                    <a:pt x="3419181" y="1147713"/>
                  </a:lnTo>
                  <a:lnTo>
                    <a:pt x="3402946" y="1105272"/>
                  </a:lnTo>
                  <a:lnTo>
                    <a:pt x="3385631" y="1063365"/>
                  </a:lnTo>
                  <a:lnTo>
                    <a:pt x="3367253" y="1022007"/>
                  </a:lnTo>
                  <a:lnTo>
                    <a:pt x="3347828" y="981217"/>
                  </a:lnTo>
                  <a:lnTo>
                    <a:pt x="3327373" y="941010"/>
                  </a:lnTo>
                  <a:lnTo>
                    <a:pt x="3305906" y="901404"/>
                  </a:lnTo>
                  <a:lnTo>
                    <a:pt x="3283443" y="862414"/>
                  </a:lnTo>
                  <a:lnTo>
                    <a:pt x="3260001" y="824058"/>
                  </a:lnTo>
                  <a:lnTo>
                    <a:pt x="3235597" y="786352"/>
                  </a:lnTo>
                  <a:lnTo>
                    <a:pt x="3210248" y="749313"/>
                  </a:lnTo>
                  <a:lnTo>
                    <a:pt x="3183971" y="712957"/>
                  </a:lnTo>
                  <a:lnTo>
                    <a:pt x="3156782" y="677302"/>
                  </a:lnTo>
                  <a:lnTo>
                    <a:pt x="3128698" y="642363"/>
                  </a:lnTo>
                  <a:lnTo>
                    <a:pt x="3099737" y="608158"/>
                  </a:lnTo>
                  <a:lnTo>
                    <a:pt x="3069915" y="574703"/>
                  </a:lnTo>
                  <a:lnTo>
                    <a:pt x="3039249" y="542015"/>
                  </a:lnTo>
                  <a:lnTo>
                    <a:pt x="3007756" y="510111"/>
                  </a:lnTo>
                  <a:lnTo>
                    <a:pt x="2975453" y="479007"/>
                  </a:lnTo>
                  <a:lnTo>
                    <a:pt x="2942357" y="448719"/>
                  </a:lnTo>
                  <a:lnTo>
                    <a:pt x="2908484" y="419265"/>
                  </a:lnTo>
                  <a:lnTo>
                    <a:pt x="2873852" y="390662"/>
                  </a:lnTo>
                  <a:lnTo>
                    <a:pt x="2838477" y="362925"/>
                  </a:lnTo>
                  <a:lnTo>
                    <a:pt x="2802376" y="336072"/>
                  </a:lnTo>
                  <a:lnTo>
                    <a:pt x="2765567" y="310119"/>
                  </a:lnTo>
                  <a:lnTo>
                    <a:pt x="2728065" y="285083"/>
                  </a:lnTo>
                  <a:lnTo>
                    <a:pt x="2689889" y="260980"/>
                  </a:lnTo>
                  <a:lnTo>
                    <a:pt x="2651054" y="237828"/>
                  </a:lnTo>
                  <a:lnTo>
                    <a:pt x="2611578" y="215643"/>
                  </a:lnTo>
                  <a:lnTo>
                    <a:pt x="2571477" y="194441"/>
                  </a:lnTo>
                  <a:lnTo>
                    <a:pt x="2530769" y="174239"/>
                  </a:lnTo>
                  <a:lnTo>
                    <a:pt x="2489470" y="155055"/>
                  </a:lnTo>
                  <a:lnTo>
                    <a:pt x="2447597" y="136904"/>
                  </a:lnTo>
                  <a:lnTo>
                    <a:pt x="2405167" y="119803"/>
                  </a:lnTo>
                  <a:lnTo>
                    <a:pt x="2362198" y="103769"/>
                  </a:lnTo>
                  <a:lnTo>
                    <a:pt x="2318705" y="88818"/>
                  </a:lnTo>
                  <a:lnTo>
                    <a:pt x="2274705" y="74968"/>
                  </a:lnTo>
                  <a:lnTo>
                    <a:pt x="2230217" y="62235"/>
                  </a:lnTo>
                  <a:lnTo>
                    <a:pt x="2185255" y="50635"/>
                  </a:lnTo>
                  <a:lnTo>
                    <a:pt x="2139838" y="40186"/>
                  </a:lnTo>
                  <a:lnTo>
                    <a:pt x="2093983" y="30903"/>
                  </a:lnTo>
                  <a:lnTo>
                    <a:pt x="2047705" y="22804"/>
                  </a:lnTo>
                  <a:lnTo>
                    <a:pt x="2001022" y="15906"/>
                  </a:lnTo>
                  <a:lnTo>
                    <a:pt x="1953952" y="10224"/>
                  </a:lnTo>
                  <a:lnTo>
                    <a:pt x="1906509" y="5776"/>
                  </a:lnTo>
                  <a:lnTo>
                    <a:pt x="1858713" y="2578"/>
                  </a:lnTo>
                  <a:lnTo>
                    <a:pt x="1810579" y="647"/>
                  </a:lnTo>
                  <a:lnTo>
                    <a:pt x="17621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86000" y="2343149"/>
              <a:ext cx="2428875" cy="2409825"/>
            </a:xfrm>
            <a:custGeom>
              <a:avLst/>
              <a:gdLst/>
              <a:ahLst/>
              <a:cxnLst/>
              <a:rect l="l" t="t" r="r" b="b"/>
              <a:pathLst>
                <a:path w="2428875" h="2409825">
                  <a:moveTo>
                    <a:pt x="1214501" y="0"/>
                  </a:moveTo>
                  <a:lnTo>
                    <a:pt x="1165649" y="956"/>
                  </a:lnTo>
                  <a:lnTo>
                    <a:pt x="1117288" y="3803"/>
                  </a:lnTo>
                  <a:lnTo>
                    <a:pt x="1069454" y="8503"/>
                  </a:lnTo>
                  <a:lnTo>
                    <a:pt x="1022182" y="15020"/>
                  </a:lnTo>
                  <a:lnTo>
                    <a:pt x="975508" y="23320"/>
                  </a:lnTo>
                  <a:lnTo>
                    <a:pt x="929470" y="33364"/>
                  </a:lnTo>
                  <a:lnTo>
                    <a:pt x="884103" y="45119"/>
                  </a:lnTo>
                  <a:lnTo>
                    <a:pt x="839444" y="58547"/>
                  </a:lnTo>
                  <a:lnTo>
                    <a:pt x="795528" y="73612"/>
                  </a:lnTo>
                  <a:lnTo>
                    <a:pt x="752393" y="90279"/>
                  </a:lnTo>
                  <a:lnTo>
                    <a:pt x="710074" y="108512"/>
                  </a:lnTo>
                  <a:lnTo>
                    <a:pt x="668608" y="128274"/>
                  </a:lnTo>
                  <a:lnTo>
                    <a:pt x="628030" y="149529"/>
                  </a:lnTo>
                  <a:lnTo>
                    <a:pt x="588378" y="172242"/>
                  </a:lnTo>
                  <a:lnTo>
                    <a:pt x="549687" y="196377"/>
                  </a:lnTo>
                  <a:lnTo>
                    <a:pt x="511994" y="221897"/>
                  </a:lnTo>
                  <a:lnTo>
                    <a:pt x="475335" y="248766"/>
                  </a:lnTo>
                  <a:lnTo>
                    <a:pt x="439746" y="276949"/>
                  </a:lnTo>
                  <a:lnTo>
                    <a:pt x="405264" y="306410"/>
                  </a:lnTo>
                  <a:lnTo>
                    <a:pt x="371925" y="337111"/>
                  </a:lnTo>
                  <a:lnTo>
                    <a:pt x="339764" y="369019"/>
                  </a:lnTo>
                  <a:lnTo>
                    <a:pt x="308819" y="402095"/>
                  </a:lnTo>
                  <a:lnTo>
                    <a:pt x="279125" y="436305"/>
                  </a:lnTo>
                  <a:lnTo>
                    <a:pt x="250720" y="471613"/>
                  </a:lnTo>
                  <a:lnTo>
                    <a:pt x="223638" y="507982"/>
                  </a:lnTo>
                  <a:lnTo>
                    <a:pt x="197917" y="545376"/>
                  </a:lnTo>
                  <a:lnTo>
                    <a:pt x="173592" y="583760"/>
                  </a:lnTo>
                  <a:lnTo>
                    <a:pt x="150700" y="623097"/>
                  </a:lnTo>
                  <a:lnTo>
                    <a:pt x="129277" y="663351"/>
                  </a:lnTo>
                  <a:lnTo>
                    <a:pt x="109360" y="704487"/>
                  </a:lnTo>
                  <a:lnTo>
                    <a:pt x="90985" y="746468"/>
                  </a:lnTo>
                  <a:lnTo>
                    <a:pt x="74187" y="789258"/>
                  </a:lnTo>
                  <a:lnTo>
                    <a:pt x="59004" y="832822"/>
                  </a:lnTo>
                  <a:lnTo>
                    <a:pt x="45471" y="877122"/>
                  </a:lnTo>
                  <a:lnTo>
                    <a:pt x="33625" y="922125"/>
                  </a:lnTo>
                  <a:lnTo>
                    <a:pt x="23501" y="967792"/>
                  </a:lnTo>
                  <a:lnTo>
                    <a:pt x="15137" y="1014089"/>
                  </a:lnTo>
                  <a:lnTo>
                    <a:pt x="8569" y="1060979"/>
                  </a:lnTo>
                  <a:lnTo>
                    <a:pt x="3832" y="1108426"/>
                  </a:lnTo>
                  <a:lnTo>
                    <a:pt x="964" y="1156395"/>
                  </a:lnTo>
                  <a:lnTo>
                    <a:pt x="0" y="1204849"/>
                  </a:lnTo>
                  <a:lnTo>
                    <a:pt x="964" y="1253311"/>
                  </a:lnTo>
                  <a:lnTo>
                    <a:pt x="3832" y="1301288"/>
                  </a:lnTo>
                  <a:lnTo>
                    <a:pt x="8569" y="1348744"/>
                  </a:lnTo>
                  <a:lnTo>
                    <a:pt x="15137" y="1395642"/>
                  </a:lnTo>
                  <a:lnTo>
                    <a:pt x="23501" y="1441946"/>
                  </a:lnTo>
                  <a:lnTo>
                    <a:pt x="33625" y="1487620"/>
                  </a:lnTo>
                  <a:lnTo>
                    <a:pt x="45471" y="1532629"/>
                  </a:lnTo>
                  <a:lnTo>
                    <a:pt x="59004" y="1576936"/>
                  </a:lnTo>
                  <a:lnTo>
                    <a:pt x="74187" y="1620506"/>
                  </a:lnTo>
                  <a:lnTo>
                    <a:pt x="90985" y="1663302"/>
                  </a:lnTo>
                  <a:lnTo>
                    <a:pt x="109360" y="1705288"/>
                  </a:lnTo>
                  <a:lnTo>
                    <a:pt x="129277" y="1746428"/>
                  </a:lnTo>
                  <a:lnTo>
                    <a:pt x="150700" y="1786687"/>
                  </a:lnTo>
                  <a:lnTo>
                    <a:pt x="173592" y="1826028"/>
                  </a:lnTo>
                  <a:lnTo>
                    <a:pt x="197917" y="1864416"/>
                  </a:lnTo>
                  <a:lnTo>
                    <a:pt x="223638" y="1901813"/>
                  </a:lnTo>
                  <a:lnTo>
                    <a:pt x="250720" y="1938186"/>
                  </a:lnTo>
                  <a:lnTo>
                    <a:pt x="279125" y="1973496"/>
                  </a:lnTo>
                  <a:lnTo>
                    <a:pt x="308819" y="2007709"/>
                  </a:lnTo>
                  <a:lnTo>
                    <a:pt x="339764" y="2040788"/>
                  </a:lnTo>
                  <a:lnTo>
                    <a:pt x="371925" y="2072698"/>
                  </a:lnTo>
                  <a:lnTo>
                    <a:pt x="405264" y="2103402"/>
                  </a:lnTo>
                  <a:lnTo>
                    <a:pt x="439746" y="2132864"/>
                  </a:lnTo>
                  <a:lnTo>
                    <a:pt x="475335" y="2161049"/>
                  </a:lnTo>
                  <a:lnTo>
                    <a:pt x="511994" y="2187920"/>
                  </a:lnTo>
                  <a:lnTo>
                    <a:pt x="549687" y="2213441"/>
                  </a:lnTo>
                  <a:lnTo>
                    <a:pt x="588378" y="2237577"/>
                  </a:lnTo>
                  <a:lnTo>
                    <a:pt x="628030" y="2260291"/>
                  </a:lnTo>
                  <a:lnTo>
                    <a:pt x="668608" y="2281547"/>
                  </a:lnTo>
                  <a:lnTo>
                    <a:pt x="710074" y="2301310"/>
                  </a:lnTo>
                  <a:lnTo>
                    <a:pt x="752393" y="2319543"/>
                  </a:lnTo>
                  <a:lnTo>
                    <a:pt x="795528" y="2336211"/>
                  </a:lnTo>
                  <a:lnTo>
                    <a:pt x="839444" y="2351276"/>
                  </a:lnTo>
                  <a:lnTo>
                    <a:pt x="884103" y="2364705"/>
                  </a:lnTo>
                  <a:lnTo>
                    <a:pt x="929470" y="2376459"/>
                  </a:lnTo>
                  <a:lnTo>
                    <a:pt x="975508" y="2386504"/>
                  </a:lnTo>
                  <a:lnTo>
                    <a:pt x="1022182" y="2394803"/>
                  </a:lnTo>
                  <a:lnTo>
                    <a:pt x="1069454" y="2401321"/>
                  </a:lnTo>
                  <a:lnTo>
                    <a:pt x="1117288" y="2406021"/>
                  </a:lnTo>
                  <a:lnTo>
                    <a:pt x="1165649" y="2408868"/>
                  </a:lnTo>
                  <a:lnTo>
                    <a:pt x="1214501" y="2409825"/>
                  </a:lnTo>
                  <a:lnTo>
                    <a:pt x="1263342" y="2408868"/>
                  </a:lnTo>
                  <a:lnTo>
                    <a:pt x="1311695" y="2406021"/>
                  </a:lnTo>
                  <a:lnTo>
                    <a:pt x="1359521" y="2401321"/>
                  </a:lnTo>
                  <a:lnTo>
                    <a:pt x="1406786" y="2394803"/>
                  </a:lnTo>
                  <a:lnTo>
                    <a:pt x="1453452" y="2386504"/>
                  </a:lnTo>
                  <a:lnTo>
                    <a:pt x="1499483" y="2376459"/>
                  </a:lnTo>
                  <a:lnTo>
                    <a:pt x="1544843" y="2364705"/>
                  </a:lnTo>
                  <a:lnTo>
                    <a:pt x="1589497" y="2351276"/>
                  </a:lnTo>
                  <a:lnTo>
                    <a:pt x="1633406" y="2336211"/>
                  </a:lnTo>
                  <a:lnTo>
                    <a:pt x="1676536" y="2319543"/>
                  </a:lnTo>
                  <a:lnTo>
                    <a:pt x="1718850" y="2301310"/>
                  </a:lnTo>
                  <a:lnTo>
                    <a:pt x="1760311" y="2281547"/>
                  </a:lnTo>
                  <a:lnTo>
                    <a:pt x="1800884" y="2260291"/>
                  </a:lnTo>
                  <a:lnTo>
                    <a:pt x="1840532" y="2237577"/>
                  </a:lnTo>
                  <a:lnTo>
                    <a:pt x="1879219" y="2213441"/>
                  </a:lnTo>
                  <a:lnTo>
                    <a:pt x="1916909" y="2187920"/>
                  </a:lnTo>
                  <a:lnTo>
                    <a:pt x="1953564" y="2161049"/>
                  </a:lnTo>
                  <a:lnTo>
                    <a:pt x="1989150" y="2132864"/>
                  </a:lnTo>
                  <a:lnTo>
                    <a:pt x="2023629" y="2103402"/>
                  </a:lnTo>
                  <a:lnTo>
                    <a:pt x="2056966" y="2072698"/>
                  </a:lnTo>
                  <a:lnTo>
                    <a:pt x="2089125" y="2040788"/>
                  </a:lnTo>
                  <a:lnTo>
                    <a:pt x="2120068" y="2007709"/>
                  </a:lnTo>
                  <a:lnTo>
                    <a:pt x="2149759" y="1973496"/>
                  </a:lnTo>
                  <a:lnTo>
                    <a:pt x="2178163" y="1938186"/>
                  </a:lnTo>
                  <a:lnTo>
                    <a:pt x="2205244" y="1901813"/>
                  </a:lnTo>
                  <a:lnTo>
                    <a:pt x="2230964" y="1864416"/>
                  </a:lnTo>
                  <a:lnTo>
                    <a:pt x="2255287" y="1826028"/>
                  </a:lnTo>
                  <a:lnTo>
                    <a:pt x="2278178" y="1786687"/>
                  </a:lnTo>
                  <a:lnTo>
                    <a:pt x="2299600" y="1746428"/>
                  </a:lnTo>
                  <a:lnTo>
                    <a:pt x="2319516" y="1705288"/>
                  </a:lnTo>
                  <a:lnTo>
                    <a:pt x="2337891" y="1663302"/>
                  </a:lnTo>
                  <a:lnTo>
                    <a:pt x="2354688" y="1620506"/>
                  </a:lnTo>
                  <a:lnTo>
                    <a:pt x="2369871" y="1576936"/>
                  </a:lnTo>
                  <a:lnTo>
                    <a:pt x="2383404" y="1532629"/>
                  </a:lnTo>
                  <a:lnTo>
                    <a:pt x="2395250" y="1487620"/>
                  </a:lnTo>
                  <a:lnTo>
                    <a:pt x="2405373" y="1441946"/>
                  </a:lnTo>
                  <a:lnTo>
                    <a:pt x="2413737" y="1395642"/>
                  </a:lnTo>
                  <a:lnTo>
                    <a:pt x="2420305" y="1348744"/>
                  </a:lnTo>
                  <a:lnTo>
                    <a:pt x="2425042" y="1301288"/>
                  </a:lnTo>
                  <a:lnTo>
                    <a:pt x="2427910" y="1253311"/>
                  </a:lnTo>
                  <a:lnTo>
                    <a:pt x="2428875" y="1204849"/>
                  </a:lnTo>
                  <a:lnTo>
                    <a:pt x="2427910" y="1156395"/>
                  </a:lnTo>
                  <a:lnTo>
                    <a:pt x="2425042" y="1108426"/>
                  </a:lnTo>
                  <a:lnTo>
                    <a:pt x="2420305" y="1060979"/>
                  </a:lnTo>
                  <a:lnTo>
                    <a:pt x="2413737" y="1014089"/>
                  </a:lnTo>
                  <a:lnTo>
                    <a:pt x="2405373" y="967792"/>
                  </a:lnTo>
                  <a:lnTo>
                    <a:pt x="2395250" y="922125"/>
                  </a:lnTo>
                  <a:lnTo>
                    <a:pt x="2383404" y="877122"/>
                  </a:lnTo>
                  <a:lnTo>
                    <a:pt x="2369871" y="832822"/>
                  </a:lnTo>
                  <a:lnTo>
                    <a:pt x="2354688" y="789258"/>
                  </a:lnTo>
                  <a:lnTo>
                    <a:pt x="2337891" y="746468"/>
                  </a:lnTo>
                  <a:lnTo>
                    <a:pt x="2319516" y="704487"/>
                  </a:lnTo>
                  <a:lnTo>
                    <a:pt x="2299600" y="663351"/>
                  </a:lnTo>
                  <a:lnTo>
                    <a:pt x="2278178" y="623097"/>
                  </a:lnTo>
                  <a:lnTo>
                    <a:pt x="2255287" y="583760"/>
                  </a:lnTo>
                  <a:lnTo>
                    <a:pt x="2230964" y="545376"/>
                  </a:lnTo>
                  <a:lnTo>
                    <a:pt x="2205244" y="507982"/>
                  </a:lnTo>
                  <a:lnTo>
                    <a:pt x="2178163" y="471613"/>
                  </a:lnTo>
                  <a:lnTo>
                    <a:pt x="2149759" y="436305"/>
                  </a:lnTo>
                  <a:lnTo>
                    <a:pt x="2120068" y="402095"/>
                  </a:lnTo>
                  <a:lnTo>
                    <a:pt x="2089125" y="369019"/>
                  </a:lnTo>
                  <a:lnTo>
                    <a:pt x="2056966" y="337111"/>
                  </a:lnTo>
                  <a:lnTo>
                    <a:pt x="2023629" y="306410"/>
                  </a:lnTo>
                  <a:lnTo>
                    <a:pt x="1989150" y="276949"/>
                  </a:lnTo>
                  <a:lnTo>
                    <a:pt x="1953564" y="248766"/>
                  </a:lnTo>
                  <a:lnTo>
                    <a:pt x="1916909" y="221897"/>
                  </a:lnTo>
                  <a:lnTo>
                    <a:pt x="1879219" y="196377"/>
                  </a:lnTo>
                  <a:lnTo>
                    <a:pt x="1840532" y="172242"/>
                  </a:lnTo>
                  <a:lnTo>
                    <a:pt x="1800884" y="149529"/>
                  </a:lnTo>
                  <a:lnTo>
                    <a:pt x="1760311" y="128274"/>
                  </a:lnTo>
                  <a:lnTo>
                    <a:pt x="1718850" y="108512"/>
                  </a:lnTo>
                  <a:lnTo>
                    <a:pt x="1676536" y="90279"/>
                  </a:lnTo>
                  <a:lnTo>
                    <a:pt x="1633406" y="73612"/>
                  </a:lnTo>
                  <a:lnTo>
                    <a:pt x="1589497" y="58547"/>
                  </a:lnTo>
                  <a:lnTo>
                    <a:pt x="1544843" y="45119"/>
                  </a:lnTo>
                  <a:lnTo>
                    <a:pt x="1499483" y="33364"/>
                  </a:lnTo>
                  <a:lnTo>
                    <a:pt x="1453452" y="23320"/>
                  </a:lnTo>
                  <a:lnTo>
                    <a:pt x="1406786" y="15020"/>
                  </a:lnTo>
                  <a:lnTo>
                    <a:pt x="1359521" y="8503"/>
                  </a:lnTo>
                  <a:lnTo>
                    <a:pt x="1311695" y="3803"/>
                  </a:lnTo>
                  <a:lnTo>
                    <a:pt x="1263342" y="956"/>
                  </a:lnTo>
                  <a:lnTo>
                    <a:pt x="121450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33650" y="2581274"/>
              <a:ext cx="1933575" cy="1924050"/>
            </a:xfrm>
            <a:custGeom>
              <a:avLst/>
              <a:gdLst/>
              <a:ahLst/>
              <a:cxnLst/>
              <a:rect l="l" t="t" r="r" b="b"/>
              <a:pathLst>
                <a:path w="1933575" h="1924050">
                  <a:moveTo>
                    <a:pt x="966851" y="0"/>
                  </a:moveTo>
                  <a:lnTo>
                    <a:pt x="918590" y="1177"/>
                  </a:lnTo>
                  <a:lnTo>
                    <a:pt x="870942" y="4672"/>
                  </a:lnTo>
                  <a:lnTo>
                    <a:pt x="823963" y="10429"/>
                  </a:lnTo>
                  <a:lnTo>
                    <a:pt x="777708" y="18394"/>
                  </a:lnTo>
                  <a:lnTo>
                    <a:pt x="732232" y="28511"/>
                  </a:lnTo>
                  <a:lnTo>
                    <a:pt x="687590" y="40726"/>
                  </a:lnTo>
                  <a:lnTo>
                    <a:pt x="643838" y="54983"/>
                  </a:lnTo>
                  <a:lnTo>
                    <a:pt x="601031" y="71227"/>
                  </a:lnTo>
                  <a:lnTo>
                    <a:pt x="559225" y="89403"/>
                  </a:lnTo>
                  <a:lnTo>
                    <a:pt x="518475" y="109457"/>
                  </a:lnTo>
                  <a:lnTo>
                    <a:pt x="478837" y="131332"/>
                  </a:lnTo>
                  <a:lnTo>
                    <a:pt x="440364" y="154973"/>
                  </a:lnTo>
                  <a:lnTo>
                    <a:pt x="403114" y="180327"/>
                  </a:lnTo>
                  <a:lnTo>
                    <a:pt x="367142" y="207337"/>
                  </a:lnTo>
                  <a:lnTo>
                    <a:pt x="332502" y="235949"/>
                  </a:lnTo>
                  <a:lnTo>
                    <a:pt x="299250" y="266107"/>
                  </a:lnTo>
                  <a:lnTo>
                    <a:pt x="267442" y="297757"/>
                  </a:lnTo>
                  <a:lnTo>
                    <a:pt x="237132" y="330843"/>
                  </a:lnTo>
                  <a:lnTo>
                    <a:pt x="208377" y="365310"/>
                  </a:lnTo>
                  <a:lnTo>
                    <a:pt x="181231" y="401103"/>
                  </a:lnTo>
                  <a:lnTo>
                    <a:pt x="155751" y="438167"/>
                  </a:lnTo>
                  <a:lnTo>
                    <a:pt x="131990" y="476447"/>
                  </a:lnTo>
                  <a:lnTo>
                    <a:pt x="110005" y="515888"/>
                  </a:lnTo>
                  <a:lnTo>
                    <a:pt x="89852" y="556435"/>
                  </a:lnTo>
                  <a:lnTo>
                    <a:pt x="71584" y="598032"/>
                  </a:lnTo>
                  <a:lnTo>
                    <a:pt x="55259" y="640625"/>
                  </a:lnTo>
                  <a:lnTo>
                    <a:pt x="40930" y="684158"/>
                  </a:lnTo>
                  <a:lnTo>
                    <a:pt x="28654" y="728577"/>
                  </a:lnTo>
                  <a:lnTo>
                    <a:pt x="18486" y="773826"/>
                  </a:lnTo>
                  <a:lnTo>
                    <a:pt x="10481" y="819851"/>
                  </a:lnTo>
                  <a:lnTo>
                    <a:pt x="4695" y="866595"/>
                  </a:lnTo>
                  <a:lnTo>
                    <a:pt x="1183" y="914005"/>
                  </a:lnTo>
                  <a:lnTo>
                    <a:pt x="0" y="962025"/>
                  </a:lnTo>
                  <a:lnTo>
                    <a:pt x="1183" y="1010044"/>
                  </a:lnTo>
                  <a:lnTo>
                    <a:pt x="4695" y="1057454"/>
                  </a:lnTo>
                  <a:lnTo>
                    <a:pt x="10481" y="1104198"/>
                  </a:lnTo>
                  <a:lnTo>
                    <a:pt x="18486" y="1150223"/>
                  </a:lnTo>
                  <a:lnTo>
                    <a:pt x="28654" y="1195472"/>
                  </a:lnTo>
                  <a:lnTo>
                    <a:pt x="40930" y="1239891"/>
                  </a:lnTo>
                  <a:lnTo>
                    <a:pt x="55259" y="1283424"/>
                  </a:lnTo>
                  <a:lnTo>
                    <a:pt x="71584" y="1326017"/>
                  </a:lnTo>
                  <a:lnTo>
                    <a:pt x="89852" y="1367614"/>
                  </a:lnTo>
                  <a:lnTo>
                    <a:pt x="110005" y="1408161"/>
                  </a:lnTo>
                  <a:lnTo>
                    <a:pt x="131990" y="1447602"/>
                  </a:lnTo>
                  <a:lnTo>
                    <a:pt x="155751" y="1485882"/>
                  </a:lnTo>
                  <a:lnTo>
                    <a:pt x="181231" y="1522946"/>
                  </a:lnTo>
                  <a:lnTo>
                    <a:pt x="208377" y="1558739"/>
                  </a:lnTo>
                  <a:lnTo>
                    <a:pt x="237132" y="1593206"/>
                  </a:lnTo>
                  <a:lnTo>
                    <a:pt x="267442" y="1626292"/>
                  </a:lnTo>
                  <a:lnTo>
                    <a:pt x="299250" y="1657942"/>
                  </a:lnTo>
                  <a:lnTo>
                    <a:pt x="332502" y="1688100"/>
                  </a:lnTo>
                  <a:lnTo>
                    <a:pt x="367142" y="1716712"/>
                  </a:lnTo>
                  <a:lnTo>
                    <a:pt x="403114" y="1743722"/>
                  </a:lnTo>
                  <a:lnTo>
                    <a:pt x="440364" y="1769076"/>
                  </a:lnTo>
                  <a:lnTo>
                    <a:pt x="478837" y="1792717"/>
                  </a:lnTo>
                  <a:lnTo>
                    <a:pt x="518475" y="1814592"/>
                  </a:lnTo>
                  <a:lnTo>
                    <a:pt x="559225" y="1834646"/>
                  </a:lnTo>
                  <a:lnTo>
                    <a:pt x="601031" y="1852822"/>
                  </a:lnTo>
                  <a:lnTo>
                    <a:pt x="643838" y="1869066"/>
                  </a:lnTo>
                  <a:lnTo>
                    <a:pt x="687590" y="1883323"/>
                  </a:lnTo>
                  <a:lnTo>
                    <a:pt x="732232" y="1895538"/>
                  </a:lnTo>
                  <a:lnTo>
                    <a:pt x="777708" y="1905655"/>
                  </a:lnTo>
                  <a:lnTo>
                    <a:pt x="823963" y="1913620"/>
                  </a:lnTo>
                  <a:lnTo>
                    <a:pt x="870942" y="1919377"/>
                  </a:lnTo>
                  <a:lnTo>
                    <a:pt x="918590" y="1922872"/>
                  </a:lnTo>
                  <a:lnTo>
                    <a:pt x="966851" y="1924050"/>
                  </a:lnTo>
                  <a:lnTo>
                    <a:pt x="1015100" y="1922872"/>
                  </a:lnTo>
                  <a:lnTo>
                    <a:pt x="1062737" y="1919377"/>
                  </a:lnTo>
                  <a:lnTo>
                    <a:pt x="1109706" y="1913620"/>
                  </a:lnTo>
                  <a:lnTo>
                    <a:pt x="1155952" y="1905655"/>
                  </a:lnTo>
                  <a:lnTo>
                    <a:pt x="1201420" y="1895538"/>
                  </a:lnTo>
                  <a:lnTo>
                    <a:pt x="1246054" y="1883323"/>
                  </a:lnTo>
                  <a:lnTo>
                    <a:pt x="1289798" y="1869066"/>
                  </a:lnTo>
                  <a:lnTo>
                    <a:pt x="1332598" y="1852822"/>
                  </a:lnTo>
                  <a:lnTo>
                    <a:pt x="1374397" y="1834646"/>
                  </a:lnTo>
                  <a:lnTo>
                    <a:pt x="1415142" y="1814592"/>
                  </a:lnTo>
                  <a:lnTo>
                    <a:pt x="1454775" y="1792717"/>
                  </a:lnTo>
                  <a:lnTo>
                    <a:pt x="1493242" y="1769076"/>
                  </a:lnTo>
                  <a:lnTo>
                    <a:pt x="1530488" y="1743722"/>
                  </a:lnTo>
                  <a:lnTo>
                    <a:pt x="1566457" y="1716712"/>
                  </a:lnTo>
                  <a:lnTo>
                    <a:pt x="1601093" y="1688100"/>
                  </a:lnTo>
                  <a:lnTo>
                    <a:pt x="1634341" y="1657942"/>
                  </a:lnTo>
                  <a:lnTo>
                    <a:pt x="1666147" y="1626292"/>
                  </a:lnTo>
                  <a:lnTo>
                    <a:pt x="1696454" y="1593206"/>
                  </a:lnTo>
                  <a:lnTo>
                    <a:pt x="1725207" y="1558739"/>
                  </a:lnTo>
                  <a:lnTo>
                    <a:pt x="1752351" y="1522946"/>
                  </a:lnTo>
                  <a:lnTo>
                    <a:pt x="1777830" y="1485882"/>
                  </a:lnTo>
                  <a:lnTo>
                    <a:pt x="1801589" y="1447602"/>
                  </a:lnTo>
                  <a:lnTo>
                    <a:pt x="1823572" y="1408161"/>
                  </a:lnTo>
                  <a:lnTo>
                    <a:pt x="1843725" y="1367614"/>
                  </a:lnTo>
                  <a:lnTo>
                    <a:pt x="1861991" y="1326017"/>
                  </a:lnTo>
                  <a:lnTo>
                    <a:pt x="1878316" y="1283424"/>
                  </a:lnTo>
                  <a:lnTo>
                    <a:pt x="1892644" y="1239891"/>
                  </a:lnTo>
                  <a:lnTo>
                    <a:pt x="1904920" y="1195472"/>
                  </a:lnTo>
                  <a:lnTo>
                    <a:pt x="1915088" y="1150223"/>
                  </a:lnTo>
                  <a:lnTo>
                    <a:pt x="1923093" y="1104198"/>
                  </a:lnTo>
                  <a:lnTo>
                    <a:pt x="1928879" y="1057454"/>
                  </a:lnTo>
                  <a:lnTo>
                    <a:pt x="1932391" y="1010044"/>
                  </a:lnTo>
                  <a:lnTo>
                    <a:pt x="1933575" y="962025"/>
                  </a:lnTo>
                  <a:lnTo>
                    <a:pt x="1932391" y="914005"/>
                  </a:lnTo>
                  <a:lnTo>
                    <a:pt x="1928879" y="866595"/>
                  </a:lnTo>
                  <a:lnTo>
                    <a:pt x="1923093" y="819851"/>
                  </a:lnTo>
                  <a:lnTo>
                    <a:pt x="1915088" y="773826"/>
                  </a:lnTo>
                  <a:lnTo>
                    <a:pt x="1904920" y="728577"/>
                  </a:lnTo>
                  <a:lnTo>
                    <a:pt x="1892644" y="684158"/>
                  </a:lnTo>
                  <a:lnTo>
                    <a:pt x="1878316" y="640625"/>
                  </a:lnTo>
                  <a:lnTo>
                    <a:pt x="1861991" y="598032"/>
                  </a:lnTo>
                  <a:lnTo>
                    <a:pt x="1843725" y="556435"/>
                  </a:lnTo>
                  <a:lnTo>
                    <a:pt x="1823572" y="515888"/>
                  </a:lnTo>
                  <a:lnTo>
                    <a:pt x="1801589" y="476447"/>
                  </a:lnTo>
                  <a:lnTo>
                    <a:pt x="1777830" y="438167"/>
                  </a:lnTo>
                  <a:lnTo>
                    <a:pt x="1752351" y="401103"/>
                  </a:lnTo>
                  <a:lnTo>
                    <a:pt x="1725207" y="365310"/>
                  </a:lnTo>
                  <a:lnTo>
                    <a:pt x="1696454" y="330843"/>
                  </a:lnTo>
                  <a:lnTo>
                    <a:pt x="1666147" y="297757"/>
                  </a:lnTo>
                  <a:lnTo>
                    <a:pt x="1634341" y="266107"/>
                  </a:lnTo>
                  <a:lnTo>
                    <a:pt x="1601093" y="235949"/>
                  </a:lnTo>
                  <a:lnTo>
                    <a:pt x="1566457" y="207337"/>
                  </a:lnTo>
                  <a:lnTo>
                    <a:pt x="1530488" y="180327"/>
                  </a:lnTo>
                  <a:lnTo>
                    <a:pt x="1493242" y="154973"/>
                  </a:lnTo>
                  <a:lnTo>
                    <a:pt x="1454775" y="131332"/>
                  </a:lnTo>
                  <a:lnTo>
                    <a:pt x="1415142" y="109457"/>
                  </a:lnTo>
                  <a:lnTo>
                    <a:pt x="1374397" y="89403"/>
                  </a:lnTo>
                  <a:lnTo>
                    <a:pt x="1332598" y="71227"/>
                  </a:lnTo>
                  <a:lnTo>
                    <a:pt x="1289798" y="54983"/>
                  </a:lnTo>
                  <a:lnTo>
                    <a:pt x="1246054" y="40726"/>
                  </a:lnTo>
                  <a:lnTo>
                    <a:pt x="1201420" y="28511"/>
                  </a:lnTo>
                  <a:lnTo>
                    <a:pt x="1155952" y="18394"/>
                  </a:lnTo>
                  <a:lnTo>
                    <a:pt x="1109706" y="10429"/>
                  </a:lnTo>
                  <a:lnTo>
                    <a:pt x="1062737" y="4672"/>
                  </a:lnTo>
                  <a:lnTo>
                    <a:pt x="1015100" y="1177"/>
                  </a:lnTo>
                  <a:lnTo>
                    <a:pt x="9668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71775" y="2828925"/>
              <a:ext cx="1457325" cy="1438275"/>
            </a:xfrm>
            <a:custGeom>
              <a:avLst/>
              <a:gdLst/>
              <a:ahLst/>
              <a:cxnLst/>
              <a:rect l="l" t="t" r="r" b="b"/>
              <a:pathLst>
                <a:path w="1457325" h="1438275">
                  <a:moveTo>
                    <a:pt x="728726" y="0"/>
                  </a:moveTo>
                  <a:lnTo>
                    <a:pt x="680812" y="1529"/>
                  </a:lnTo>
                  <a:lnTo>
                    <a:pt x="633725" y="6055"/>
                  </a:lnTo>
                  <a:lnTo>
                    <a:pt x="587563" y="13481"/>
                  </a:lnTo>
                  <a:lnTo>
                    <a:pt x="542420" y="23714"/>
                  </a:lnTo>
                  <a:lnTo>
                    <a:pt x="498392" y="36659"/>
                  </a:lnTo>
                  <a:lnTo>
                    <a:pt x="455576" y="52220"/>
                  </a:lnTo>
                  <a:lnTo>
                    <a:pt x="414068" y="70304"/>
                  </a:lnTo>
                  <a:lnTo>
                    <a:pt x="373964" y="90815"/>
                  </a:lnTo>
                  <a:lnTo>
                    <a:pt x="335359" y="113659"/>
                  </a:lnTo>
                  <a:lnTo>
                    <a:pt x="298350" y="138740"/>
                  </a:lnTo>
                  <a:lnTo>
                    <a:pt x="263033" y="165965"/>
                  </a:lnTo>
                  <a:lnTo>
                    <a:pt x="229503" y="195238"/>
                  </a:lnTo>
                  <a:lnTo>
                    <a:pt x="197858" y="226465"/>
                  </a:lnTo>
                  <a:lnTo>
                    <a:pt x="168192" y="259550"/>
                  </a:lnTo>
                  <a:lnTo>
                    <a:pt x="140602" y="294400"/>
                  </a:lnTo>
                  <a:lnTo>
                    <a:pt x="115184" y="330919"/>
                  </a:lnTo>
                  <a:lnTo>
                    <a:pt x="92033" y="369012"/>
                  </a:lnTo>
                  <a:lnTo>
                    <a:pt x="71247" y="408585"/>
                  </a:lnTo>
                  <a:lnTo>
                    <a:pt x="52921" y="449544"/>
                  </a:lnTo>
                  <a:lnTo>
                    <a:pt x="37151" y="491792"/>
                  </a:lnTo>
                  <a:lnTo>
                    <a:pt x="24032" y="535236"/>
                  </a:lnTo>
                  <a:lnTo>
                    <a:pt x="13662" y="579781"/>
                  </a:lnTo>
                  <a:lnTo>
                    <a:pt x="6136" y="625332"/>
                  </a:lnTo>
                  <a:lnTo>
                    <a:pt x="1550" y="671795"/>
                  </a:lnTo>
                  <a:lnTo>
                    <a:pt x="0" y="719074"/>
                  </a:lnTo>
                  <a:lnTo>
                    <a:pt x="1550" y="766367"/>
                  </a:lnTo>
                  <a:lnTo>
                    <a:pt x="6136" y="812843"/>
                  </a:lnTo>
                  <a:lnTo>
                    <a:pt x="13662" y="858406"/>
                  </a:lnTo>
                  <a:lnTo>
                    <a:pt x="24032" y="902962"/>
                  </a:lnTo>
                  <a:lnTo>
                    <a:pt x="37151" y="946417"/>
                  </a:lnTo>
                  <a:lnTo>
                    <a:pt x="52921" y="988675"/>
                  </a:lnTo>
                  <a:lnTo>
                    <a:pt x="71247" y="1029641"/>
                  </a:lnTo>
                  <a:lnTo>
                    <a:pt x="92033" y="1069222"/>
                  </a:lnTo>
                  <a:lnTo>
                    <a:pt x="115184" y="1107322"/>
                  </a:lnTo>
                  <a:lnTo>
                    <a:pt x="140602" y="1143847"/>
                  </a:lnTo>
                  <a:lnTo>
                    <a:pt x="168192" y="1178702"/>
                  </a:lnTo>
                  <a:lnTo>
                    <a:pt x="197858" y="1211791"/>
                  </a:lnTo>
                  <a:lnTo>
                    <a:pt x="229503" y="1243022"/>
                  </a:lnTo>
                  <a:lnTo>
                    <a:pt x="263033" y="1272298"/>
                  </a:lnTo>
                  <a:lnTo>
                    <a:pt x="298350" y="1299525"/>
                  </a:lnTo>
                  <a:lnTo>
                    <a:pt x="335359" y="1324609"/>
                  </a:lnTo>
                  <a:lnTo>
                    <a:pt x="373964" y="1347455"/>
                  </a:lnTo>
                  <a:lnTo>
                    <a:pt x="414068" y="1367967"/>
                  </a:lnTo>
                  <a:lnTo>
                    <a:pt x="455576" y="1386052"/>
                  </a:lnTo>
                  <a:lnTo>
                    <a:pt x="498392" y="1401614"/>
                  </a:lnTo>
                  <a:lnTo>
                    <a:pt x="542420" y="1414559"/>
                  </a:lnTo>
                  <a:lnTo>
                    <a:pt x="587563" y="1424793"/>
                  </a:lnTo>
                  <a:lnTo>
                    <a:pt x="633725" y="1432219"/>
                  </a:lnTo>
                  <a:lnTo>
                    <a:pt x="680812" y="1436745"/>
                  </a:lnTo>
                  <a:lnTo>
                    <a:pt x="728726" y="1438275"/>
                  </a:lnTo>
                  <a:lnTo>
                    <a:pt x="776625" y="1436745"/>
                  </a:lnTo>
                  <a:lnTo>
                    <a:pt x="823697" y="1432219"/>
                  </a:lnTo>
                  <a:lnTo>
                    <a:pt x="869848" y="1424793"/>
                  </a:lnTo>
                  <a:lnTo>
                    <a:pt x="914980" y="1414559"/>
                  </a:lnTo>
                  <a:lnTo>
                    <a:pt x="958997" y="1401614"/>
                  </a:lnTo>
                  <a:lnTo>
                    <a:pt x="1001803" y="1386052"/>
                  </a:lnTo>
                  <a:lnTo>
                    <a:pt x="1043303" y="1367967"/>
                  </a:lnTo>
                  <a:lnTo>
                    <a:pt x="1083400" y="1347455"/>
                  </a:lnTo>
                  <a:lnTo>
                    <a:pt x="1121998" y="1324609"/>
                  </a:lnTo>
                  <a:lnTo>
                    <a:pt x="1159002" y="1299525"/>
                  </a:lnTo>
                  <a:lnTo>
                    <a:pt x="1194314" y="1272298"/>
                  </a:lnTo>
                  <a:lnTo>
                    <a:pt x="1227839" y="1243022"/>
                  </a:lnTo>
                  <a:lnTo>
                    <a:pt x="1259481" y="1211791"/>
                  </a:lnTo>
                  <a:lnTo>
                    <a:pt x="1289143" y="1178702"/>
                  </a:lnTo>
                  <a:lnTo>
                    <a:pt x="1316730" y="1143847"/>
                  </a:lnTo>
                  <a:lnTo>
                    <a:pt x="1342146" y="1107322"/>
                  </a:lnTo>
                  <a:lnTo>
                    <a:pt x="1365295" y="1069222"/>
                  </a:lnTo>
                  <a:lnTo>
                    <a:pt x="1386080" y="1029641"/>
                  </a:lnTo>
                  <a:lnTo>
                    <a:pt x="1404405" y="988675"/>
                  </a:lnTo>
                  <a:lnTo>
                    <a:pt x="1420174" y="946417"/>
                  </a:lnTo>
                  <a:lnTo>
                    <a:pt x="1433292" y="902962"/>
                  </a:lnTo>
                  <a:lnTo>
                    <a:pt x="1443662" y="858406"/>
                  </a:lnTo>
                  <a:lnTo>
                    <a:pt x="1451188" y="812843"/>
                  </a:lnTo>
                  <a:lnTo>
                    <a:pt x="1455774" y="766367"/>
                  </a:lnTo>
                  <a:lnTo>
                    <a:pt x="1457325" y="719074"/>
                  </a:lnTo>
                  <a:lnTo>
                    <a:pt x="1455774" y="671795"/>
                  </a:lnTo>
                  <a:lnTo>
                    <a:pt x="1451188" y="625332"/>
                  </a:lnTo>
                  <a:lnTo>
                    <a:pt x="1443662" y="579781"/>
                  </a:lnTo>
                  <a:lnTo>
                    <a:pt x="1433292" y="535236"/>
                  </a:lnTo>
                  <a:lnTo>
                    <a:pt x="1420174" y="491792"/>
                  </a:lnTo>
                  <a:lnTo>
                    <a:pt x="1404405" y="449544"/>
                  </a:lnTo>
                  <a:lnTo>
                    <a:pt x="1386080" y="408585"/>
                  </a:lnTo>
                  <a:lnTo>
                    <a:pt x="1365295" y="369012"/>
                  </a:lnTo>
                  <a:lnTo>
                    <a:pt x="1342146" y="330919"/>
                  </a:lnTo>
                  <a:lnTo>
                    <a:pt x="1316730" y="294400"/>
                  </a:lnTo>
                  <a:lnTo>
                    <a:pt x="1289143" y="259550"/>
                  </a:lnTo>
                  <a:lnTo>
                    <a:pt x="1259481" y="226465"/>
                  </a:lnTo>
                  <a:lnTo>
                    <a:pt x="1227839" y="195238"/>
                  </a:lnTo>
                  <a:lnTo>
                    <a:pt x="1194314" y="165965"/>
                  </a:lnTo>
                  <a:lnTo>
                    <a:pt x="1159002" y="138740"/>
                  </a:lnTo>
                  <a:lnTo>
                    <a:pt x="1121998" y="113659"/>
                  </a:lnTo>
                  <a:lnTo>
                    <a:pt x="1083400" y="90815"/>
                  </a:lnTo>
                  <a:lnTo>
                    <a:pt x="1043303" y="70304"/>
                  </a:lnTo>
                  <a:lnTo>
                    <a:pt x="1001803" y="52220"/>
                  </a:lnTo>
                  <a:lnTo>
                    <a:pt x="958997" y="36659"/>
                  </a:lnTo>
                  <a:lnTo>
                    <a:pt x="914980" y="23714"/>
                  </a:lnTo>
                  <a:lnTo>
                    <a:pt x="869848" y="13481"/>
                  </a:lnTo>
                  <a:lnTo>
                    <a:pt x="823697" y="6055"/>
                  </a:lnTo>
                  <a:lnTo>
                    <a:pt x="776625" y="1529"/>
                  </a:lnTo>
                  <a:lnTo>
                    <a:pt x="728726" y="0"/>
                  </a:lnTo>
                  <a:close/>
                </a:path>
              </a:pathLst>
            </a:custGeom>
            <a:solidFill>
              <a:srgbClr val="3844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09900" y="3067050"/>
              <a:ext cx="981075" cy="962025"/>
            </a:xfrm>
            <a:custGeom>
              <a:avLst/>
              <a:gdLst/>
              <a:ahLst/>
              <a:cxnLst/>
              <a:rect l="l" t="t" r="r" b="b"/>
              <a:pathLst>
                <a:path w="981075" h="962025">
                  <a:moveTo>
                    <a:pt x="490600" y="0"/>
                  </a:moveTo>
                  <a:lnTo>
                    <a:pt x="443342" y="2202"/>
                  </a:lnTo>
                  <a:lnTo>
                    <a:pt x="397357" y="8674"/>
                  </a:lnTo>
                  <a:lnTo>
                    <a:pt x="352850" y="19215"/>
                  </a:lnTo>
                  <a:lnTo>
                    <a:pt x="310027" y="33622"/>
                  </a:lnTo>
                  <a:lnTo>
                    <a:pt x="269093" y="51693"/>
                  </a:lnTo>
                  <a:lnTo>
                    <a:pt x="230254" y="73228"/>
                  </a:lnTo>
                  <a:lnTo>
                    <a:pt x="193715" y="98023"/>
                  </a:lnTo>
                  <a:lnTo>
                    <a:pt x="159681" y="125878"/>
                  </a:lnTo>
                  <a:lnTo>
                    <a:pt x="128358" y="156591"/>
                  </a:lnTo>
                  <a:lnTo>
                    <a:pt x="99951" y="189959"/>
                  </a:lnTo>
                  <a:lnTo>
                    <a:pt x="74666" y="225781"/>
                  </a:lnTo>
                  <a:lnTo>
                    <a:pt x="52707" y="263856"/>
                  </a:lnTo>
                  <a:lnTo>
                    <a:pt x="34280" y="303981"/>
                  </a:lnTo>
                  <a:lnTo>
                    <a:pt x="19590" y="345954"/>
                  </a:lnTo>
                  <a:lnTo>
                    <a:pt x="8843" y="389575"/>
                  </a:lnTo>
                  <a:lnTo>
                    <a:pt x="2245" y="434640"/>
                  </a:lnTo>
                  <a:lnTo>
                    <a:pt x="0" y="480949"/>
                  </a:lnTo>
                  <a:lnTo>
                    <a:pt x="2245" y="527278"/>
                  </a:lnTo>
                  <a:lnTo>
                    <a:pt x="8843" y="572362"/>
                  </a:lnTo>
                  <a:lnTo>
                    <a:pt x="19590" y="615999"/>
                  </a:lnTo>
                  <a:lnTo>
                    <a:pt x="34280" y="657986"/>
                  </a:lnTo>
                  <a:lnTo>
                    <a:pt x="52707" y="698123"/>
                  </a:lnTo>
                  <a:lnTo>
                    <a:pt x="74666" y="736208"/>
                  </a:lnTo>
                  <a:lnTo>
                    <a:pt x="99951" y="772039"/>
                  </a:lnTo>
                  <a:lnTo>
                    <a:pt x="128358" y="805414"/>
                  </a:lnTo>
                  <a:lnTo>
                    <a:pt x="159681" y="836132"/>
                  </a:lnTo>
                  <a:lnTo>
                    <a:pt x="193715" y="863992"/>
                  </a:lnTo>
                  <a:lnTo>
                    <a:pt x="230254" y="888791"/>
                  </a:lnTo>
                  <a:lnTo>
                    <a:pt x="269093" y="910328"/>
                  </a:lnTo>
                  <a:lnTo>
                    <a:pt x="310027" y="928401"/>
                  </a:lnTo>
                  <a:lnTo>
                    <a:pt x="352850" y="942809"/>
                  </a:lnTo>
                  <a:lnTo>
                    <a:pt x="397357" y="953350"/>
                  </a:lnTo>
                  <a:lnTo>
                    <a:pt x="443342" y="959822"/>
                  </a:lnTo>
                  <a:lnTo>
                    <a:pt x="490600" y="962025"/>
                  </a:lnTo>
                  <a:lnTo>
                    <a:pt x="537838" y="959822"/>
                  </a:lnTo>
                  <a:lnTo>
                    <a:pt x="583805" y="953350"/>
                  </a:lnTo>
                  <a:lnTo>
                    <a:pt x="628295" y="942809"/>
                  </a:lnTo>
                  <a:lnTo>
                    <a:pt x="671104" y="928401"/>
                  </a:lnTo>
                  <a:lnTo>
                    <a:pt x="712025" y="910328"/>
                  </a:lnTo>
                  <a:lnTo>
                    <a:pt x="750854" y="888791"/>
                  </a:lnTo>
                  <a:lnTo>
                    <a:pt x="787385" y="863992"/>
                  </a:lnTo>
                  <a:lnTo>
                    <a:pt x="821411" y="836132"/>
                  </a:lnTo>
                  <a:lnTo>
                    <a:pt x="852729" y="805414"/>
                  </a:lnTo>
                  <a:lnTo>
                    <a:pt x="881132" y="772039"/>
                  </a:lnTo>
                  <a:lnTo>
                    <a:pt x="906414" y="736208"/>
                  </a:lnTo>
                  <a:lnTo>
                    <a:pt x="928371" y="698123"/>
                  </a:lnTo>
                  <a:lnTo>
                    <a:pt x="946796" y="657986"/>
                  </a:lnTo>
                  <a:lnTo>
                    <a:pt x="961485" y="615999"/>
                  </a:lnTo>
                  <a:lnTo>
                    <a:pt x="972231" y="572362"/>
                  </a:lnTo>
                  <a:lnTo>
                    <a:pt x="978829" y="527278"/>
                  </a:lnTo>
                  <a:lnTo>
                    <a:pt x="981075" y="480949"/>
                  </a:lnTo>
                  <a:lnTo>
                    <a:pt x="978829" y="434640"/>
                  </a:lnTo>
                  <a:lnTo>
                    <a:pt x="972231" y="389575"/>
                  </a:lnTo>
                  <a:lnTo>
                    <a:pt x="961485" y="345954"/>
                  </a:lnTo>
                  <a:lnTo>
                    <a:pt x="946796" y="303981"/>
                  </a:lnTo>
                  <a:lnTo>
                    <a:pt x="928371" y="263856"/>
                  </a:lnTo>
                  <a:lnTo>
                    <a:pt x="906414" y="225781"/>
                  </a:lnTo>
                  <a:lnTo>
                    <a:pt x="881132" y="189959"/>
                  </a:lnTo>
                  <a:lnTo>
                    <a:pt x="852729" y="156591"/>
                  </a:lnTo>
                  <a:lnTo>
                    <a:pt x="821411" y="125878"/>
                  </a:lnTo>
                  <a:lnTo>
                    <a:pt x="787385" y="98023"/>
                  </a:lnTo>
                  <a:lnTo>
                    <a:pt x="750854" y="73228"/>
                  </a:lnTo>
                  <a:lnTo>
                    <a:pt x="712025" y="51693"/>
                  </a:lnTo>
                  <a:lnTo>
                    <a:pt x="671104" y="33622"/>
                  </a:lnTo>
                  <a:lnTo>
                    <a:pt x="628295" y="19215"/>
                  </a:lnTo>
                  <a:lnTo>
                    <a:pt x="583805" y="8674"/>
                  </a:lnTo>
                  <a:lnTo>
                    <a:pt x="537838" y="2202"/>
                  </a:lnTo>
                  <a:lnTo>
                    <a:pt x="49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57550" y="3305175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42950" y="0"/>
                  </a:moveTo>
                  <a:lnTo>
                    <a:pt x="193970" y="4933"/>
                  </a:lnTo>
                  <a:lnTo>
                    <a:pt x="148357" y="19081"/>
                  </a:lnTo>
                  <a:lnTo>
                    <a:pt x="107088" y="41469"/>
                  </a:lnTo>
                  <a:lnTo>
                    <a:pt x="71135" y="71120"/>
                  </a:lnTo>
                  <a:lnTo>
                    <a:pt x="41476" y="107057"/>
                  </a:lnTo>
                  <a:lnTo>
                    <a:pt x="19083" y="148304"/>
                  </a:lnTo>
                  <a:lnTo>
                    <a:pt x="4933" y="193885"/>
                  </a:lnTo>
                  <a:lnTo>
                    <a:pt x="0" y="242824"/>
                  </a:lnTo>
                  <a:lnTo>
                    <a:pt x="4933" y="291804"/>
                  </a:lnTo>
                  <a:lnTo>
                    <a:pt x="19083" y="337417"/>
                  </a:lnTo>
                  <a:lnTo>
                    <a:pt x="41476" y="378686"/>
                  </a:lnTo>
                  <a:lnTo>
                    <a:pt x="71135" y="414639"/>
                  </a:lnTo>
                  <a:lnTo>
                    <a:pt x="107088" y="444298"/>
                  </a:lnTo>
                  <a:lnTo>
                    <a:pt x="148357" y="466691"/>
                  </a:lnTo>
                  <a:lnTo>
                    <a:pt x="193970" y="480841"/>
                  </a:lnTo>
                  <a:lnTo>
                    <a:pt x="242950" y="485775"/>
                  </a:lnTo>
                  <a:lnTo>
                    <a:pt x="291889" y="480841"/>
                  </a:lnTo>
                  <a:lnTo>
                    <a:pt x="337470" y="466691"/>
                  </a:lnTo>
                  <a:lnTo>
                    <a:pt x="378717" y="444298"/>
                  </a:lnTo>
                  <a:lnTo>
                    <a:pt x="414655" y="414639"/>
                  </a:lnTo>
                  <a:lnTo>
                    <a:pt x="444305" y="378686"/>
                  </a:lnTo>
                  <a:lnTo>
                    <a:pt x="466693" y="337417"/>
                  </a:lnTo>
                  <a:lnTo>
                    <a:pt x="480841" y="291804"/>
                  </a:lnTo>
                  <a:lnTo>
                    <a:pt x="485775" y="242824"/>
                  </a:lnTo>
                  <a:lnTo>
                    <a:pt x="480841" y="193885"/>
                  </a:lnTo>
                  <a:lnTo>
                    <a:pt x="466693" y="148304"/>
                  </a:lnTo>
                  <a:lnTo>
                    <a:pt x="444305" y="107057"/>
                  </a:lnTo>
                  <a:lnTo>
                    <a:pt x="414654" y="71120"/>
                  </a:lnTo>
                  <a:lnTo>
                    <a:pt x="378717" y="41469"/>
                  </a:lnTo>
                  <a:lnTo>
                    <a:pt x="337470" y="19081"/>
                  </a:lnTo>
                  <a:lnTo>
                    <a:pt x="291889" y="4933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3844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34799" y="2990850"/>
              <a:ext cx="504190" cy="408940"/>
            </a:xfrm>
            <a:custGeom>
              <a:avLst/>
              <a:gdLst/>
              <a:ahLst/>
              <a:cxnLst/>
              <a:rect l="l" t="t" r="r" b="b"/>
              <a:pathLst>
                <a:path w="504189" h="408939">
                  <a:moveTo>
                    <a:pt x="434736" y="0"/>
                  </a:moveTo>
                  <a:lnTo>
                    <a:pt x="27828" y="284352"/>
                  </a:lnTo>
                  <a:lnTo>
                    <a:pt x="9229" y="304839"/>
                  </a:lnTo>
                  <a:lnTo>
                    <a:pt x="0" y="330231"/>
                  </a:lnTo>
                  <a:lnTo>
                    <a:pt x="843" y="357004"/>
                  </a:lnTo>
                  <a:lnTo>
                    <a:pt x="12461" y="381634"/>
                  </a:lnTo>
                  <a:lnTo>
                    <a:pt x="33488" y="399782"/>
                  </a:lnTo>
                  <a:lnTo>
                    <a:pt x="59515" y="408797"/>
                  </a:lnTo>
                  <a:lnTo>
                    <a:pt x="86971" y="407977"/>
                  </a:lnTo>
                  <a:lnTo>
                    <a:pt x="112283" y="396621"/>
                  </a:lnTo>
                  <a:lnTo>
                    <a:pt x="503824" y="89789"/>
                  </a:lnTo>
                  <a:lnTo>
                    <a:pt x="434736" y="0"/>
                  </a:lnTo>
                  <a:close/>
                </a:path>
              </a:pathLst>
            </a:custGeom>
            <a:solidFill>
              <a:srgbClr val="FDC0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67275" y="1790582"/>
              <a:ext cx="664845" cy="753110"/>
            </a:xfrm>
            <a:custGeom>
              <a:avLst/>
              <a:gdLst/>
              <a:ahLst/>
              <a:cxnLst/>
              <a:rect l="l" t="t" r="r" b="b"/>
              <a:pathLst>
                <a:path w="664845" h="753110">
                  <a:moveTo>
                    <a:pt x="524086" y="0"/>
                  </a:moveTo>
                  <a:lnTo>
                    <a:pt x="475297" y="5308"/>
                  </a:lnTo>
                  <a:lnTo>
                    <a:pt x="428413" y="20682"/>
                  </a:lnTo>
                  <a:lnTo>
                    <a:pt x="387879" y="40253"/>
                  </a:lnTo>
                  <a:lnTo>
                    <a:pt x="231457" y="220776"/>
                  </a:lnTo>
                  <a:lnTo>
                    <a:pt x="116205" y="453475"/>
                  </a:lnTo>
                  <a:lnTo>
                    <a:pt x="32385" y="662124"/>
                  </a:lnTo>
                  <a:lnTo>
                    <a:pt x="0" y="752592"/>
                  </a:lnTo>
                  <a:lnTo>
                    <a:pt x="617220" y="292217"/>
                  </a:lnTo>
                  <a:lnTo>
                    <a:pt x="645230" y="259058"/>
                  </a:lnTo>
                  <a:lnTo>
                    <a:pt x="660964" y="220871"/>
                  </a:lnTo>
                  <a:lnTo>
                    <a:pt x="664844" y="178917"/>
                  </a:lnTo>
                  <a:lnTo>
                    <a:pt x="657295" y="134455"/>
                  </a:lnTo>
                  <a:lnTo>
                    <a:pt x="638739" y="88744"/>
                  </a:lnTo>
                  <a:lnTo>
                    <a:pt x="609600" y="43043"/>
                  </a:lnTo>
                  <a:lnTo>
                    <a:pt x="570335" y="10622"/>
                  </a:lnTo>
                  <a:lnTo>
                    <a:pt x="524086" y="0"/>
                  </a:lnTo>
                  <a:close/>
                </a:path>
              </a:pathLst>
            </a:custGeom>
            <a:solidFill>
              <a:srgbClr val="C2B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71950" y="2055367"/>
              <a:ext cx="1557020" cy="1021715"/>
            </a:xfrm>
            <a:custGeom>
              <a:avLst/>
              <a:gdLst/>
              <a:ahLst/>
              <a:cxnLst/>
              <a:rect l="l" t="t" r="r" b="b"/>
              <a:pathLst>
                <a:path w="1557020" h="1021714">
                  <a:moveTo>
                    <a:pt x="1556893" y="128409"/>
                  </a:moveTo>
                  <a:lnTo>
                    <a:pt x="1539367" y="82550"/>
                  </a:lnTo>
                  <a:lnTo>
                    <a:pt x="1497558" y="43154"/>
                  </a:lnTo>
                  <a:lnTo>
                    <a:pt x="1455674" y="14986"/>
                  </a:lnTo>
                  <a:lnTo>
                    <a:pt x="1417066" y="2578"/>
                  </a:lnTo>
                  <a:lnTo>
                    <a:pt x="1380617" y="0"/>
                  </a:lnTo>
                  <a:lnTo>
                    <a:pt x="1379816" y="203"/>
                  </a:lnTo>
                  <a:lnTo>
                    <a:pt x="1377035" y="0"/>
                  </a:lnTo>
                  <a:lnTo>
                    <a:pt x="1342161" y="8674"/>
                  </a:lnTo>
                  <a:lnTo>
                    <a:pt x="1322451" y="20955"/>
                  </a:lnTo>
                  <a:lnTo>
                    <a:pt x="1333500" y="11557"/>
                  </a:lnTo>
                  <a:lnTo>
                    <a:pt x="0" y="931799"/>
                  </a:lnTo>
                  <a:lnTo>
                    <a:pt x="69088" y="1021207"/>
                  </a:lnTo>
                  <a:lnTo>
                    <a:pt x="750798" y="481799"/>
                  </a:lnTo>
                  <a:lnTo>
                    <a:pt x="789419" y="477608"/>
                  </a:lnTo>
                  <a:lnTo>
                    <a:pt x="1008976" y="445579"/>
                  </a:lnTo>
                  <a:lnTo>
                    <a:pt x="1259928" y="389661"/>
                  </a:lnTo>
                  <a:lnTo>
                    <a:pt x="1448181" y="307721"/>
                  </a:lnTo>
                  <a:lnTo>
                    <a:pt x="1505597" y="255981"/>
                  </a:lnTo>
                  <a:lnTo>
                    <a:pt x="1533677" y="217614"/>
                  </a:lnTo>
                  <a:lnTo>
                    <a:pt x="1552892" y="174269"/>
                  </a:lnTo>
                  <a:lnTo>
                    <a:pt x="1556893" y="128409"/>
                  </a:lnTo>
                  <a:close/>
                </a:path>
              </a:pathLst>
            </a:custGeom>
            <a:solidFill>
              <a:srgbClr val="9E9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5675" y="3362325"/>
              <a:ext cx="266700" cy="200025"/>
            </a:xfrm>
            <a:custGeom>
              <a:avLst/>
              <a:gdLst/>
              <a:ahLst/>
              <a:cxnLst/>
              <a:rect l="l" t="t" r="r" b="b"/>
              <a:pathLst>
                <a:path w="266700" h="200025">
                  <a:moveTo>
                    <a:pt x="245237" y="0"/>
                  </a:moveTo>
                  <a:lnTo>
                    <a:pt x="0" y="191643"/>
                  </a:lnTo>
                  <a:lnTo>
                    <a:pt x="8636" y="200025"/>
                  </a:lnTo>
                  <a:lnTo>
                    <a:pt x="266700" y="29209"/>
                  </a:lnTo>
                  <a:lnTo>
                    <a:pt x="245237" y="0"/>
                  </a:lnTo>
                  <a:close/>
                </a:path>
              </a:pathLst>
            </a:custGeom>
            <a:solidFill>
              <a:srgbClr val="C0C0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3850" y="5286374"/>
              <a:ext cx="285750" cy="276225"/>
            </a:xfrm>
            <a:custGeom>
              <a:avLst/>
              <a:gdLst/>
              <a:ahLst/>
              <a:cxnLst/>
              <a:rect l="l" t="t" r="r" b="b"/>
              <a:pathLst>
                <a:path w="285750" h="276225">
                  <a:moveTo>
                    <a:pt x="146735" y="0"/>
                  </a:moveTo>
                  <a:lnTo>
                    <a:pt x="138889" y="43812"/>
                  </a:lnTo>
                  <a:lnTo>
                    <a:pt x="117326" y="81731"/>
                  </a:lnTo>
                  <a:lnTo>
                    <a:pt x="85013" y="111547"/>
                  </a:lnTo>
                  <a:lnTo>
                    <a:pt x="44916" y="131055"/>
                  </a:lnTo>
                  <a:lnTo>
                    <a:pt x="0" y="138049"/>
                  </a:lnTo>
                  <a:lnTo>
                    <a:pt x="44916" y="145055"/>
                  </a:lnTo>
                  <a:lnTo>
                    <a:pt x="85013" y="164595"/>
                  </a:lnTo>
                  <a:lnTo>
                    <a:pt x="117326" y="194449"/>
                  </a:lnTo>
                  <a:lnTo>
                    <a:pt x="138889" y="232398"/>
                  </a:lnTo>
                  <a:lnTo>
                    <a:pt x="146735" y="276225"/>
                  </a:lnTo>
                  <a:lnTo>
                    <a:pt x="153779" y="232398"/>
                  </a:lnTo>
                  <a:lnTo>
                    <a:pt x="173426" y="194449"/>
                  </a:lnTo>
                  <a:lnTo>
                    <a:pt x="203454" y="164595"/>
                  </a:lnTo>
                  <a:lnTo>
                    <a:pt x="241636" y="145055"/>
                  </a:lnTo>
                  <a:lnTo>
                    <a:pt x="285750" y="138049"/>
                  </a:lnTo>
                  <a:lnTo>
                    <a:pt x="241636" y="131055"/>
                  </a:lnTo>
                  <a:lnTo>
                    <a:pt x="203454" y="111547"/>
                  </a:lnTo>
                  <a:lnTo>
                    <a:pt x="173426" y="81731"/>
                  </a:lnTo>
                  <a:lnTo>
                    <a:pt x="153779" y="43812"/>
                  </a:lnTo>
                  <a:lnTo>
                    <a:pt x="146735" y="0"/>
                  </a:lnTo>
                  <a:close/>
                </a:path>
              </a:pathLst>
            </a:custGeom>
            <a:solidFill>
              <a:srgbClr val="FFDF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225" y="5133974"/>
              <a:ext cx="123825" cy="1238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505325" y="5791199"/>
              <a:ext cx="276225" cy="266700"/>
            </a:xfrm>
            <a:custGeom>
              <a:avLst/>
              <a:gdLst/>
              <a:ahLst/>
              <a:cxnLst/>
              <a:rect l="l" t="t" r="r" b="b"/>
              <a:pathLst>
                <a:path w="276225" h="266700">
                  <a:moveTo>
                    <a:pt x="138175" y="0"/>
                  </a:moveTo>
                  <a:lnTo>
                    <a:pt x="131169" y="42300"/>
                  </a:lnTo>
                  <a:lnTo>
                    <a:pt x="111629" y="78924"/>
                  </a:lnTo>
                  <a:lnTo>
                    <a:pt x="81775" y="107734"/>
                  </a:lnTo>
                  <a:lnTo>
                    <a:pt x="43826" y="126589"/>
                  </a:lnTo>
                  <a:lnTo>
                    <a:pt x="0" y="133350"/>
                  </a:lnTo>
                  <a:lnTo>
                    <a:pt x="43826" y="140110"/>
                  </a:lnTo>
                  <a:lnTo>
                    <a:pt x="81775" y="158965"/>
                  </a:lnTo>
                  <a:lnTo>
                    <a:pt x="111629" y="187775"/>
                  </a:lnTo>
                  <a:lnTo>
                    <a:pt x="131169" y="224399"/>
                  </a:lnTo>
                  <a:lnTo>
                    <a:pt x="138175" y="266700"/>
                  </a:lnTo>
                  <a:lnTo>
                    <a:pt x="145169" y="224399"/>
                  </a:lnTo>
                  <a:lnTo>
                    <a:pt x="164677" y="187775"/>
                  </a:lnTo>
                  <a:lnTo>
                    <a:pt x="194493" y="158965"/>
                  </a:lnTo>
                  <a:lnTo>
                    <a:pt x="232412" y="140110"/>
                  </a:lnTo>
                  <a:lnTo>
                    <a:pt x="276225" y="133350"/>
                  </a:lnTo>
                  <a:lnTo>
                    <a:pt x="232412" y="126589"/>
                  </a:lnTo>
                  <a:lnTo>
                    <a:pt x="194493" y="107734"/>
                  </a:lnTo>
                  <a:lnTo>
                    <a:pt x="164677" y="78924"/>
                  </a:lnTo>
                  <a:lnTo>
                    <a:pt x="145169" y="42300"/>
                  </a:lnTo>
                  <a:lnTo>
                    <a:pt x="138175" y="0"/>
                  </a:lnTo>
                  <a:close/>
                </a:path>
              </a:pathLst>
            </a:custGeom>
            <a:solidFill>
              <a:srgbClr val="FFDF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5825" y="6086474"/>
              <a:ext cx="142875" cy="1333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038350" y="6734174"/>
              <a:ext cx="971550" cy="352425"/>
            </a:xfrm>
            <a:custGeom>
              <a:avLst/>
              <a:gdLst/>
              <a:ahLst/>
              <a:cxnLst/>
              <a:rect l="l" t="t" r="r" b="b"/>
              <a:pathLst>
                <a:path w="971550" h="352425">
                  <a:moveTo>
                    <a:pt x="971550" y="232410"/>
                  </a:moveTo>
                  <a:lnTo>
                    <a:pt x="960882" y="180809"/>
                  </a:lnTo>
                  <a:lnTo>
                    <a:pt x="932243" y="140449"/>
                  </a:lnTo>
                  <a:lnTo>
                    <a:pt x="890638" y="114173"/>
                  </a:lnTo>
                  <a:lnTo>
                    <a:pt x="841121" y="104775"/>
                  </a:lnTo>
                  <a:lnTo>
                    <a:pt x="738352" y="104775"/>
                  </a:lnTo>
                  <a:lnTo>
                    <a:pt x="733513" y="79730"/>
                  </a:lnTo>
                  <a:lnTo>
                    <a:pt x="707097" y="38735"/>
                  </a:lnTo>
                  <a:lnTo>
                    <a:pt x="666546" y="10515"/>
                  </a:lnTo>
                  <a:lnTo>
                    <a:pt x="614680" y="0"/>
                  </a:lnTo>
                  <a:lnTo>
                    <a:pt x="290195" y="0"/>
                  </a:lnTo>
                  <a:lnTo>
                    <a:pt x="241477" y="10515"/>
                  </a:lnTo>
                  <a:lnTo>
                    <a:pt x="200571" y="38735"/>
                  </a:lnTo>
                  <a:lnTo>
                    <a:pt x="172402" y="79730"/>
                  </a:lnTo>
                  <a:lnTo>
                    <a:pt x="167017" y="104775"/>
                  </a:lnTo>
                  <a:lnTo>
                    <a:pt x="122301" y="104775"/>
                  </a:lnTo>
                  <a:lnTo>
                    <a:pt x="74142" y="114173"/>
                  </a:lnTo>
                  <a:lnTo>
                    <a:pt x="35331" y="140449"/>
                  </a:lnTo>
                  <a:lnTo>
                    <a:pt x="9423" y="180809"/>
                  </a:lnTo>
                  <a:lnTo>
                    <a:pt x="0" y="232410"/>
                  </a:lnTo>
                  <a:lnTo>
                    <a:pt x="9423" y="279615"/>
                  </a:lnTo>
                  <a:lnTo>
                    <a:pt x="35331" y="317715"/>
                  </a:lnTo>
                  <a:lnTo>
                    <a:pt x="74142" y="343166"/>
                  </a:lnTo>
                  <a:lnTo>
                    <a:pt x="122301" y="352425"/>
                  </a:lnTo>
                  <a:lnTo>
                    <a:pt x="458724" y="352425"/>
                  </a:lnTo>
                  <a:lnTo>
                    <a:pt x="484695" y="347433"/>
                  </a:lnTo>
                  <a:lnTo>
                    <a:pt x="511429" y="352425"/>
                  </a:lnTo>
                  <a:lnTo>
                    <a:pt x="841121" y="352425"/>
                  </a:lnTo>
                  <a:lnTo>
                    <a:pt x="890638" y="343166"/>
                  </a:lnTo>
                  <a:lnTo>
                    <a:pt x="932243" y="317715"/>
                  </a:lnTo>
                  <a:lnTo>
                    <a:pt x="960882" y="279615"/>
                  </a:lnTo>
                  <a:lnTo>
                    <a:pt x="971550" y="2324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81175" y="5962649"/>
              <a:ext cx="342900" cy="200025"/>
            </a:xfrm>
            <a:custGeom>
              <a:avLst/>
              <a:gdLst/>
              <a:ahLst/>
              <a:cxnLst/>
              <a:rect l="l" t="t" r="r" b="b"/>
              <a:pathLst>
                <a:path w="342900" h="200025">
                  <a:moveTo>
                    <a:pt x="233806" y="0"/>
                  </a:moveTo>
                  <a:lnTo>
                    <a:pt x="204932" y="4052"/>
                  </a:lnTo>
                  <a:lnTo>
                    <a:pt x="178260" y="15747"/>
                  </a:lnTo>
                  <a:lnTo>
                    <a:pt x="155993" y="34397"/>
                  </a:lnTo>
                  <a:lnTo>
                    <a:pt x="140335" y="59309"/>
                  </a:lnTo>
                  <a:lnTo>
                    <a:pt x="127408" y="49567"/>
                  </a:lnTo>
                  <a:lnTo>
                    <a:pt x="85725" y="37084"/>
                  </a:lnTo>
                  <a:lnTo>
                    <a:pt x="25336" y="61118"/>
                  </a:lnTo>
                  <a:lnTo>
                    <a:pt x="0" y="118490"/>
                  </a:lnTo>
                  <a:lnTo>
                    <a:pt x="6822" y="149983"/>
                  </a:lnTo>
                  <a:lnTo>
                    <a:pt x="25336" y="175926"/>
                  </a:lnTo>
                  <a:lnTo>
                    <a:pt x="52613" y="193536"/>
                  </a:lnTo>
                  <a:lnTo>
                    <a:pt x="85725" y="200025"/>
                  </a:lnTo>
                  <a:lnTo>
                    <a:pt x="233806" y="200025"/>
                  </a:lnTo>
                  <a:lnTo>
                    <a:pt x="277159" y="192152"/>
                  </a:lnTo>
                  <a:lnTo>
                    <a:pt x="311737" y="170386"/>
                  </a:lnTo>
                  <a:lnTo>
                    <a:pt x="334623" y="137499"/>
                  </a:lnTo>
                  <a:lnTo>
                    <a:pt x="342900" y="96265"/>
                  </a:lnTo>
                  <a:lnTo>
                    <a:pt x="334623" y="59364"/>
                  </a:lnTo>
                  <a:lnTo>
                    <a:pt x="311737" y="28701"/>
                  </a:lnTo>
                  <a:lnTo>
                    <a:pt x="277159" y="7754"/>
                  </a:lnTo>
                  <a:lnTo>
                    <a:pt x="233806" y="0"/>
                  </a:lnTo>
                  <a:close/>
                </a:path>
              </a:pathLst>
            </a:custGeom>
            <a:solidFill>
              <a:srgbClr val="8584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71675" y="6467474"/>
              <a:ext cx="1285875" cy="571500"/>
            </a:xfrm>
            <a:custGeom>
              <a:avLst/>
              <a:gdLst/>
              <a:ahLst/>
              <a:cxnLst/>
              <a:rect l="l" t="t" r="r" b="b"/>
              <a:pathLst>
                <a:path w="1285875" h="571500">
                  <a:moveTo>
                    <a:pt x="1285875" y="228600"/>
                  </a:moveTo>
                  <a:lnTo>
                    <a:pt x="1281036" y="182537"/>
                  </a:lnTo>
                  <a:lnTo>
                    <a:pt x="1267167" y="139636"/>
                  </a:lnTo>
                  <a:lnTo>
                    <a:pt x="1245222" y="100799"/>
                  </a:lnTo>
                  <a:lnTo>
                    <a:pt x="1216152" y="66967"/>
                  </a:lnTo>
                  <a:lnTo>
                    <a:pt x="1180909" y="39052"/>
                  </a:lnTo>
                  <a:lnTo>
                    <a:pt x="1140460" y="17970"/>
                  </a:lnTo>
                  <a:lnTo>
                    <a:pt x="1095756" y="4648"/>
                  </a:lnTo>
                  <a:lnTo>
                    <a:pt x="1047750" y="0"/>
                  </a:lnTo>
                  <a:lnTo>
                    <a:pt x="999731" y="4648"/>
                  </a:lnTo>
                  <a:lnTo>
                    <a:pt x="955027" y="17970"/>
                  </a:lnTo>
                  <a:lnTo>
                    <a:pt x="914577" y="39052"/>
                  </a:lnTo>
                  <a:lnTo>
                    <a:pt x="879335" y="66967"/>
                  </a:lnTo>
                  <a:lnTo>
                    <a:pt x="850265" y="100799"/>
                  </a:lnTo>
                  <a:lnTo>
                    <a:pt x="828319" y="139636"/>
                  </a:lnTo>
                  <a:lnTo>
                    <a:pt x="815009" y="180809"/>
                  </a:lnTo>
                  <a:lnTo>
                    <a:pt x="791121" y="169214"/>
                  </a:lnTo>
                  <a:lnTo>
                    <a:pt x="742950" y="161925"/>
                  </a:lnTo>
                  <a:lnTo>
                    <a:pt x="694766" y="169214"/>
                  </a:lnTo>
                  <a:lnTo>
                    <a:pt x="652919" y="189509"/>
                  </a:lnTo>
                  <a:lnTo>
                    <a:pt x="619937" y="220446"/>
                  </a:lnTo>
                  <a:lnTo>
                    <a:pt x="598309" y="259664"/>
                  </a:lnTo>
                  <a:lnTo>
                    <a:pt x="597916" y="261937"/>
                  </a:lnTo>
                  <a:lnTo>
                    <a:pt x="584873" y="255181"/>
                  </a:lnTo>
                  <a:lnTo>
                    <a:pt x="538226" y="247650"/>
                  </a:lnTo>
                  <a:lnTo>
                    <a:pt x="491502" y="255181"/>
                  </a:lnTo>
                  <a:lnTo>
                    <a:pt x="456438" y="273291"/>
                  </a:lnTo>
                  <a:lnTo>
                    <a:pt x="448373" y="247294"/>
                  </a:lnTo>
                  <a:lnTo>
                    <a:pt x="426859" y="207670"/>
                  </a:lnTo>
                  <a:lnTo>
                    <a:pt x="398360" y="173139"/>
                  </a:lnTo>
                  <a:lnTo>
                    <a:pt x="363829" y="144640"/>
                  </a:lnTo>
                  <a:lnTo>
                    <a:pt x="324205" y="123126"/>
                  </a:lnTo>
                  <a:lnTo>
                    <a:pt x="280416" y="109524"/>
                  </a:lnTo>
                  <a:lnTo>
                    <a:pt x="233426" y="104775"/>
                  </a:lnTo>
                  <a:lnTo>
                    <a:pt x="186385" y="109524"/>
                  </a:lnTo>
                  <a:lnTo>
                    <a:pt x="142570" y="123126"/>
                  </a:lnTo>
                  <a:lnTo>
                    <a:pt x="102920" y="144640"/>
                  </a:lnTo>
                  <a:lnTo>
                    <a:pt x="68364" y="173139"/>
                  </a:lnTo>
                  <a:lnTo>
                    <a:pt x="39865" y="207670"/>
                  </a:lnTo>
                  <a:lnTo>
                    <a:pt x="18338" y="247294"/>
                  </a:lnTo>
                  <a:lnTo>
                    <a:pt x="4737" y="291084"/>
                  </a:lnTo>
                  <a:lnTo>
                    <a:pt x="0" y="338074"/>
                  </a:lnTo>
                  <a:lnTo>
                    <a:pt x="4737" y="385114"/>
                  </a:lnTo>
                  <a:lnTo>
                    <a:pt x="18338" y="428929"/>
                  </a:lnTo>
                  <a:lnTo>
                    <a:pt x="39865" y="468579"/>
                  </a:lnTo>
                  <a:lnTo>
                    <a:pt x="68364" y="503135"/>
                  </a:lnTo>
                  <a:lnTo>
                    <a:pt x="102920" y="531634"/>
                  </a:lnTo>
                  <a:lnTo>
                    <a:pt x="142570" y="553161"/>
                  </a:lnTo>
                  <a:lnTo>
                    <a:pt x="186385" y="566762"/>
                  </a:lnTo>
                  <a:lnTo>
                    <a:pt x="233426" y="571500"/>
                  </a:lnTo>
                  <a:lnTo>
                    <a:pt x="280416" y="566762"/>
                  </a:lnTo>
                  <a:lnTo>
                    <a:pt x="324205" y="553161"/>
                  </a:lnTo>
                  <a:lnTo>
                    <a:pt x="363829" y="531634"/>
                  </a:lnTo>
                  <a:lnTo>
                    <a:pt x="398360" y="503135"/>
                  </a:lnTo>
                  <a:lnTo>
                    <a:pt x="417588" y="479818"/>
                  </a:lnTo>
                  <a:lnTo>
                    <a:pt x="418985" y="482498"/>
                  </a:lnTo>
                  <a:lnTo>
                    <a:pt x="450951" y="514464"/>
                  </a:lnTo>
                  <a:lnTo>
                    <a:pt x="491502" y="535406"/>
                  </a:lnTo>
                  <a:lnTo>
                    <a:pt x="538226" y="542925"/>
                  </a:lnTo>
                  <a:lnTo>
                    <a:pt x="584873" y="535406"/>
                  </a:lnTo>
                  <a:lnTo>
                    <a:pt x="625386" y="514464"/>
                  </a:lnTo>
                  <a:lnTo>
                    <a:pt x="657326" y="482498"/>
                  </a:lnTo>
                  <a:lnTo>
                    <a:pt x="678268" y="441947"/>
                  </a:lnTo>
                  <a:lnTo>
                    <a:pt x="679691" y="433095"/>
                  </a:lnTo>
                  <a:lnTo>
                    <a:pt x="694766" y="440397"/>
                  </a:lnTo>
                  <a:lnTo>
                    <a:pt x="742950" y="447675"/>
                  </a:lnTo>
                  <a:lnTo>
                    <a:pt x="791121" y="440397"/>
                  </a:lnTo>
                  <a:lnTo>
                    <a:pt x="832967" y="420103"/>
                  </a:lnTo>
                  <a:lnTo>
                    <a:pt x="865949" y="389166"/>
                  </a:lnTo>
                  <a:lnTo>
                    <a:pt x="870813" y="380339"/>
                  </a:lnTo>
                  <a:lnTo>
                    <a:pt x="879348" y="390245"/>
                  </a:lnTo>
                  <a:lnTo>
                    <a:pt x="914577" y="418160"/>
                  </a:lnTo>
                  <a:lnTo>
                    <a:pt x="955027" y="439242"/>
                  </a:lnTo>
                  <a:lnTo>
                    <a:pt x="999731" y="452564"/>
                  </a:lnTo>
                  <a:lnTo>
                    <a:pt x="1047750" y="457200"/>
                  </a:lnTo>
                  <a:lnTo>
                    <a:pt x="1095756" y="452564"/>
                  </a:lnTo>
                  <a:lnTo>
                    <a:pt x="1140460" y="439242"/>
                  </a:lnTo>
                  <a:lnTo>
                    <a:pt x="1180909" y="418160"/>
                  </a:lnTo>
                  <a:lnTo>
                    <a:pt x="1216152" y="390245"/>
                  </a:lnTo>
                  <a:lnTo>
                    <a:pt x="1245222" y="356412"/>
                  </a:lnTo>
                  <a:lnTo>
                    <a:pt x="1267167" y="317576"/>
                  </a:lnTo>
                  <a:lnTo>
                    <a:pt x="1281036" y="274675"/>
                  </a:lnTo>
                  <a:lnTo>
                    <a:pt x="1285875" y="228600"/>
                  </a:lnTo>
                  <a:close/>
                </a:path>
              </a:pathLst>
            </a:custGeom>
            <a:solidFill>
              <a:srgbClr val="39BE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41117" y="4579524"/>
              <a:ext cx="847090" cy="2517140"/>
            </a:xfrm>
            <a:custGeom>
              <a:avLst/>
              <a:gdLst/>
              <a:ahLst/>
              <a:cxnLst/>
              <a:rect l="l" t="t" r="r" b="b"/>
              <a:pathLst>
                <a:path w="847089" h="2517140">
                  <a:moveTo>
                    <a:pt x="520064" y="1292066"/>
                  </a:moveTo>
                  <a:lnTo>
                    <a:pt x="301498" y="1292066"/>
                  </a:lnTo>
                  <a:lnTo>
                    <a:pt x="0" y="2516600"/>
                  </a:lnTo>
                  <a:lnTo>
                    <a:pt x="580389" y="2516600"/>
                  </a:lnTo>
                  <a:lnTo>
                    <a:pt x="520064" y="1292066"/>
                  </a:lnTo>
                  <a:close/>
                </a:path>
                <a:path w="847089" h="2517140">
                  <a:moveTo>
                    <a:pt x="211074" y="901414"/>
                  </a:moveTo>
                  <a:lnTo>
                    <a:pt x="75437" y="1014190"/>
                  </a:lnTo>
                  <a:lnTo>
                    <a:pt x="40427" y="1047365"/>
                  </a:lnTo>
                  <a:lnTo>
                    <a:pt x="16049" y="1088326"/>
                  </a:lnTo>
                  <a:lnTo>
                    <a:pt x="4411" y="1133526"/>
                  </a:lnTo>
                  <a:lnTo>
                    <a:pt x="7619" y="1179417"/>
                  </a:lnTo>
                  <a:lnTo>
                    <a:pt x="45212" y="1442307"/>
                  </a:lnTo>
                  <a:lnTo>
                    <a:pt x="67818" y="1442307"/>
                  </a:lnTo>
                  <a:lnTo>
                    <a:pt x="98043" y="1314672"/>
                  </a:lnTo>
                  <a:lnTo>
                    <a:pt x="116076" y="1266971"/>
                  </a:lnTo>
                  <a:lnTo>
                    <a:pt x="146097" y="1226343"/>
                  </a:lnTo>
                  <a:lnTo>
                    <a:pt x="186001" y="1194192"/>
                  </a:lnTo>
                  <a:lnTo>
                    <a:pt x="233680" y="1171924"/>
                  </a:lnTo>
                  <a:lnTo>
                    <a:pt x="838308" y="1171924"/>
                  </a:lnTo>
                  <a:lnTo>
                    <a:pt x="846677" y="1133526"/>
                  </a:lnTo>
                  <a:lnTo>
                    <a:pt x="843248" y="1088326"/>
                  </a:lnTo>
                  <a:lnTo>
                    <a:pt x="827103" y="1047365"/>
                  </a:lnTo>
                  <a:lnTo>
                    <a:pt x="798957" y="1014190"/>
                  </a:lnTo>
                  <a:lnTo>
                    <a:pt x="686577" y="909034"/>
                  </a:lnTo>
                  <a:lnTo>
                    <a:pt x="211074" y="909034"/>
                  </a:lnTo>
                  <a:lnTo>
                    <a:pt x="211074" y="901414"/>
                  </a:lnTo>
                  <a:close/>
                </a:path>
                <a:path w="847089" h="2517140">
                  <a:moveTo>
                    <a:pt x="838308" y="1171924"/>
                  </a:moveTo>
                  <a:lnTo>
                    <a:pt x="610615" y="1171924"/>
                  </a:lnTo>
                  <a:lnTo>
                    <a:pt x="652601" y="1194192"/>
                  </a:lnTo>
                  <a:lnTo>
                    <a:pt x="686847" y="1226343"/>
                  </a:lnTo>
                  <a:lnTo>
                    <a:pt x="711235" y="1266971"/>
                  </a:lnTo>
                  <a:lnTo>
                    <a:pt x="723645" y="1314672"/>
                  </a:lnTo>
                  <a:lnTo>
                    <a:pt x="723645" y="1442307"/>
                  </a:lnTo>
                  <a:lnTo>
                    <a:pt x="746251" y="1442307"/>
                  </a:lnTo>
                  <a:lnTo>
                    <a:pt x="836676" y="1179417"/>
                  </a:lnTo>
                  <a:lnTo>
                    <a:pt x="838308" y="1171924"/>
                  </a:lnTo>
                  <a:close/>
                </a:path>
                <a:path w="847089" h="2517140">
                  <a:moveTo>
                    <a:pt x="565276" y="1262094"/>
                  </a:moveTo>
                  <a:lnTo>
                    <a:pt x="263906" y="1262094"/>
                  </a:lnTo>
                  <a:lnTo>
                    <a:pt x="271399" y="1269587"/>
                  </a:lnTo>
                  <a:lnTo>
                    <a:pt x="273877" y="1279421"/>
                  </a:lnTo>
                  <a:lnTo>
                    <a:pt x="279892" y="1286446"/>
                  </a:lnTo>
                  <a:lnTo>
                    <a:pt x="287311" y="1290661"/>
                  </a:lnTo>
                  <a:lnTo>
                    <a:pt x="294005" y="1292066"/>
                  </a:lnTo>
                  <a:lnTo>
                    <a:pt x="527684" y="1292066"/>
                  </a:lnTo>
                  <a:lnTo>
                    <a:pt x="537656" y="1290661"/>
                  </a:lnTo>
                  <a:lnTo>
                    <a:pt x="545544" y="1286446"/>
                  </a:lnTo>
                  <a:lnTo>
                    <a:pt x="552027" y="1279421"/>
                  </a:lnTo>
                  <a:lnTo>
                    <a:pt x="557783" y="1269587"/>
                  </a:lnTo>
                  <a:lnTo>
                    <a:pt x="565276" y="1262094"/>
                  </a:lnTo>
                  <a:close/>
                </a:path>
                <a:path w="847089" h="2517140">
                  <a:moveTo>
                    <a:pt x="610615" y="1171924"/>
                  </a:moveTo>
                  <a:lnTo>
                    <a:pt x="233680" y="1171924"/>
                  </a:lnTo>
                  <a:lnTo>
                    <a:pt x="233680" y="1194403"/>
                  </a:lnTo>
                  <a:lnTo>
                    <a:pt x="241173" y="1209516"/>
                  </a:lnTo>
                  <a:lnTo>
                    <a:pt x="248673" y="1261272"/>
                  </a:lnTo>
                  <a:lnTo>
                    <a:pt x="248793" y="1262094"/>
                  </a:lnTo>
                  <a:lnTo>
                    <a:pt x="580389" y="1262094"/>
                  </a:lnTo>
                  <a:lnTo>
                    <a:pt x="602995" y="1194403"/>
                  </a:lnTo>
                  <a:lnTo>
                    <a:pt x="602995" y="1186910"/>
                  </a:lnTo>
                  <a:lnTo>
                    <a:pt x="610615" y="1186910"/>
                  </a:lnTo>
                  <a:lnTo>
                    <a:pt x="610615" y="1171924"/>
                  </a:lnTo>
                  <a:close/>
                </a:path>
                <a:path w="847089" h="2517140">
                  <a:moveTo>
                    <a:pt x="526732" y="0"/>
                  </a:moveTo>
                  <a:lnTo>
                    <a:pt x="505884" y="5643"/>
                  </a:lnTo>
                  <a:lnTo>
                    <a:pt x="489965" y="22574"/>
                  </a:lnTo>
                  <a:lnTo>
                    <a:pt x="482473" y="37560"/>
                  </a:lnTo>
                  <a:lnTo>
                    <a:pt x="451748" y="83447"/>
                  </a:lnTo>
                  <a:lnTo>
                    <a:pt x="423211" y="130798"/>
                  </a:lnTo>
                  <a:lnTo>
                    <a:pt x="397223" y="179246"/>
                  </a:lnTo>
                  <a:lnTo>
                    <a:pt x="374143" y="228426"/>
                  </a:lnTo>
                  <a:lnTo>
                    <a:pt x="354330" y="277971"/>
                  </a:lnTo>
                  <a:lnTo>
                    <a:pt x="334259" y="324908"/>
                  </a:lnTo>
                  <a:lnTo>
                    <a:pt x="315770" y="372112"/>
                  </a:lnTo>
                  <a:lnTo>
                    <a:pt x="298842" y="419583"/>
                  </a:lnTo>
                  <a:lnTo>
                    <a:pt x="283456" y="467320"/>
                  </a:lnTo>
                  <a:lnTo>
                    <a:pt x="269590" y="515325"/>
                  </a:lnTo>
                  <a:lnTo>
                    <a:pt x="257227" y="563598"/>
                  </a:lnTo>
                  <a:lnTo>
                    <a:pt x="246346" y="612139"/>
                  </a:lnTo>
                  <a:lnTo>
                    <a:pt x="236927" y="660948"/>
                  </a:lnTo>
                  <a:lnTo>
                    <a:pt x="228950" y="710026"/>
                  </a:lnTo>
                  <a:lnTo>
                    <a:pt x="222396" y="759374"/>
                  </a:lnTo>
                  <a:lnTo>
                    <a:pt x="217245" y="808990"/>
                  </a:lnTo>
                  <a:lnTo>
                    <a:pt x="213478" y="858877"/>
                  </a:lnTo>
                  <a:lnTo>
                    <a:pt x="211074" y="909034"/>
                  </a:lnTo>
                  <a:lnTo>
                    <a:pt x="678433" y="909034"/>
                  </a:lnTo>
                  <a:lnTo>
                    <a:pt x="678433" y="901414"/>
                  </a:lnTo>
                  <a:lnTo>
                    <a:pt x="679611" y="901414"/>
                  </a:lnTo>
                  <a:lnTo>
                    <a:pt x="686182" y="858877"/>
                  </a:lnTo>
                  <a:lnTo>
                    <a:pt x="692104" y="808990"/>
                  </a:lnTo>
                  <a:lnTo>
                    <a:pt x="696240" y="759374"/>
                  </a:lnTo>
                  <a:lnTo>
                    <a:pt x="698630" y="710026"/>
                  </a:lnTo>
                  <a:lnTo>
                    <a:pt x="699314" y="660948"/>
                  </a:lnTo>
                  <a:lnTo>
                    <a:pt x="698332" y="612139"/>
                  </a:lnTo>
                  <a:lnTo>
                    <a:pt x="695726" y="563598"/>
                  </a:lnTo>
                  <a:lnTo>
                    <a:pt x="691534" y="515325"/>
                  </a:lnTo>
                  <a:lnTo>
                    <a:pt x="685797" y="467320"/>
                  </a:lnTo>
                  <a:lnTo>
                    <a:pt x="678556" y="419583"/>
                  </a:lnTo>
                  <a:lnTo>
                    <a:pt x="669851" y="372112"/>
                  </a:lnTo>
                  <a:lnTo>
                    <a:pt x="659721" y="324908"/>
                  </a:lnTo>
                  <a:lnTo>
                    <a:pt x="648207" y="277971"/>
                  </a:lnTo>
                  <a:lnTo>
                    <a:pt x="655827" y="277971"/>
                  </a:lnTo>
                  <a:lnTo>
                    <a:pt x="641351" y="228426"/>
                  </a:lnTo>
                  <a:lnTo>
                    <a:pt x="625051" y="179246"/>
                  </a:lnTo>
                  <a:lnTo>
                    <a:pt x="606935" y="130798"/>
                  </a:lnTo>
                  <a:lnTo>
                    <a:pt x="587008" y="83447"/>
                  </a:lnTo>
                  <a:lnTo>
                    <a:pt x="565276" y="37560"/>
                  </a:lnTo>
                  <a:lnTo>
                    <a:pt x="546151" y="5643"/>
                  </a:lnTo>
                  <a:lnTo>
                    <a:pt x="526732" y="0"/>
                  </a:lnTo>
                  <a:close/>
                </a:path>
                <a:path w="847089" h="2517140">
                  <a:moveTo>
                    <a:pt x="679462" y="902376"/>
                  </a:moveTo>
                  <a:lnTo>
                    <a:pt x="678433" y="909034"/>
                  </a:lnTo>
                  <a:lnTo>
                    <a:pt x="686577" y="909034"/>
                  </a:lnTo>
                  <a:lnTo>
                    <a:pt x="679462" y="902376"/>
                  </a:lnTo>
                  <a:close/>
                </a:path>
                <a:path w="847089" h="2517140">
                  <a:moveTo>
                    <a:pt x="679611" y="901414"/>
                  </a:moveTo>
                  <a:lnTo>
                    <a:pt x="678433" y="901414"/>
                  </a:lnTo>
                  <a:lnTo>
                    <a:pt x="679462" y="902376"/>
                  </a:lnTo>
                  <a:lnTo>
                    <a:pt x="679611" y="901414"/>
                  </a:lnTo>
                  <a:close/>
                </a:path>
              </a:pathLst>
            </a:custGeom>
            <a:solidFill>
              <a:srgbClr val="6164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43150" y="5781674"/>
              <a:ext cx="581025" cy="1314450"/>
            </a:xfrm>
            <a:custGeom>
              <a:avLst/>
              <a:gdLst/>
              <a:ahLst/>
              <a:cxnLst/>
              <a:rect l="l" t="t" r="r" b="b"/>
              <a:pathLst>
                <a:path w="581025" h="1314450">
                  <a:moveTo>
                    <a:pt x="391668" y="0"/>
                  </a:moveTo>
                  <a:lnTo>
                    <a:pt x="193675" y="0"/>
                  </a:lnTo>
                  <a:lnTo>
                    <a:pt x="0" y="1314450"/>
                  </a:lnTo>
                  <a:lnTo>
                    <a:pt x="581025" y="1314450"/>
                  </a:lnTo>
                  <a:lnTo>
                    <a:pt x="391668" y="0"/>
                  </a:lnTo>
                  <a:close/>
                </a:path>
              </a:pathLst>
            </a:custGeom>
            <a:solidFill>
              <a:srgbClr val="F08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19350" y="5781674"/>
              <a:ext cx="419100" cy="1314450"/>
            </a:xfrm>
            <a:custGeom>
              <a:avLst/>
              <a:gdLst/>
              <a:ahLst/>
              <a:cxnLst/>
              <a:rect l="l" t="t" r="r" b="b"/>
              <a:pathLst>
                <a:path w="419100" h="1314450">
                  <a:moveTo>
                    <a:pt x="419100" y="1314450"/>
                  </a:moveTo>
                  <a:lnTo>
                    <a:pt x="280797" y="0"/>
                  </a:lnTo>
                  <a:lnTo>
                    <a:pt x="257175" y="0"/>
                  </a:lnTo>
                  <a:lnTo>
                    <a:pt x="171450" y="0"/>
                  </a:lnTo>
                  <a:lnTo>
                    <a:pt x="142621" y="0"/>
                  </a:lnTo>
                  <a:lnTo>
                    <a:pt x="0" y="1314450"/>
                  </a:lnTo>
                  <a:lnTo>
                    <a:pt x="171450" y="1314450"/>
                  </a:lnTo>
                  <a:lnTo>
                    <a:pt x="257175" y="1314450"/>
                  </a:lnTo>
                  <a:lnTo>
                    <a:pt x="419100" y="1314450"/>
                  </a:lnTo>
                  <a:close/>
                </a:path>
              </a:pathLst>
            </a:custGeom>
            <a:solidFill>
              <a:srgbClr val="FFCE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76400" y="6515099"/>
              <a:ext cx="1971675" cy="581025"/>
            </a:xfrm>
            <a:custGeom>
              <a:avLst/>
              <a:gdLst/>
              <a:ahLst/>
              <a:cxnLst/>
              <a:rect l="l" t="t" r="r" b="b"/>
              <a:pathLst>
                <a:path w="1971675" h="581025">
                  <a:moveTo>
                    <a:pt x="0" y="22351"/>
                  </a:moveTo>
                  <a:lnTo>
                    <a:pt x="78745" y="244750"/>
                  </a:lnTo>
                  <a:lnTo>
                    <a:pt x="116093" y="377078"/>
                  </a:lnTo>
                  <a:lnTo>
                    <a:pt x="122033" y="471711"/>
                  </a:lnTo>
                  <a:lnTo>
                    <a:pt x="106552" y="581025"/>
                  </a:lnTo>
                  <a:lnTo>
                    <a:pt x="1857502" y="581025"/>
                  </a:lnTo>
                  <a:lnTo>
                    <a:pt x="1856690" y="563645"/>
                  </a:lnTo>
                  <a:lnTo>
                    <a:pt x="1856086" y="533856"/>
                  </a:lnTo>
                  <a:lnTo>
                    <a:pt x="1857612" y="506475"/>
                  </a:lnTo>
                  <a:lnTo>
                    <a:pt x="936370" y="506475"/>
                  </a:lnTo>
                  <a:lnTo>
                    <a:pt x="905077" y="485802"/>
                  </a:lnTo>
                  <a:lnTo>
                    <a:pt x="868807" y="469296"/>
                  </a:lnTo>
                  <a:lnTo>
                    <a:pt x="841366" y="461899"/>
                  </a:lnTo>
                  <a:lnTo>
                    <a:pt x="715644" y="461899"/>
                  </a:lnTo>
                  <a:lnTo>
                    <a:pt x="702241" y="423921"/>
                  </a:lnTo>
                  <a:lnTo>
                    <a:pt x="679829" y="388747"/>
                  </a:lnTo>
                  <a:lnTo>
                    <a:pt x="649388" y="357073"/>
                  </a:lnTo>
                  <a:lnTo>
                    <a:pt x="611901" y="329596"/>
                  </a:lnTo>
                  <a:lnTo>
                    <a:pt x="568348" y="307013"/>
                  </a:lnTo>
                  <a:lnTo>
                    <a:pt x="542383" y="297941"/>
                  </a:lnTo>
                  <a:lnTo>
                    <a:pt x="281686" y="297941"/>
                  </a:lnTo>
                  <a:lnTo>
                    <a:pt x="275283" y="256614"/>
                  </a:lnTo>
                  <a:lnTo>
                    <a:pt x="261487" y="217249"/>
                  </a:lnTo>
                  <a:lnTo>
                    <a:pt x="240801" y="180151"/>
                  </a:lnTo>
                  <a:lnTo>
                    <a:pt x="213724" y="145629"/>
                  </a:lnTo>
                  <a:lnTo>
                    <a:pt x="180756" y="113987"/>
                  </a:lnTo>
                  <a:lnTo>
                    <a:pt x="142399" y="85532"/>
                  </a:lnTo>
                  <a:lnTo>
                    <a:pt x="99154" y="60570"/>
                  </a:lnTo>
                  <a:lnTo>
                    <a:pt x="51520" y="39408"/>
                  </a:lnTo>
                  <a:lnTo>
                    <a:pt x="0" y="22351"/>
                  </a:lnTo>
                  <a:close/>
                </a:path>
                <a:path w="1971675" h="581025">
                  <a:moveTo>
                    <a:pt x="1181862" y="394958"/>
                  </a:moveTo>
                  <a:lnTo>
                    <a:pt x="1163362" y="394958"/>
                  </a:lnTo>
                  <a:lnTo>
                    <a:pt x="1103710" y="400027"/>
                  </a:lnTo>
                  <a:lnTo>
                    <a:pt x="1049281" y="414862"/>
                  </a:lnTo>
                  <a:lnTo>
                    <a:pt x="1002520" y="438267"/>
                  </a:lnTo>
                  <a:lnTo>
                    <a:pt x="964520" y="469165"/>
                  </a:lnTo>
                  <a:lnTo>
                    <a:pt x="936370" y="506475"/>
                  </a:lnTo>
                  <a:lnTo>
                    <a:pt x="1857612" y="506475"/>
                  </a:lnTo>
                  <a:lnTo>
                    <a:pt x="1858438" y="491648"/>
                  </a:lnTo>
                  <a:lnTo>
                    <a:pt x="1866495" y="437016"/>
                  </a:lnTo>
                  <a:lnTo>
                    <a:pt x="1875064" y="402209"/>
                  </a:lnTo>
                  <a:lnTo>
                    <a:pt x="1233297" y="402209"/>
                  </a:lnTo>
                  <a:lnTo>
                    <a:pt x="1216152" y="397950"/>
                  </a:lnTo>
                  <a:lnTo>
                    <a:pt x="1199007" y="395763"/>
                  </a:lnTo>
                  <a:lnTo>
                    <a:pt x="1181862" y="394958"/>
                  </a:lnTo>
                  <a:close/>
                </a:path>
                <a:path w="1971675" h="581025">
                  <a:moveTo>
                    <a:pt x="784098" y="454405"/>
                  </a:moveTo>
                  <a:lnTo>
                    <a:pt x="766954" y="455576"/>
                  </a:lnTo>
                  <a:lnTo>
                    <a:pt x="732716" y="460728"/>
                  </a:lnTo>
                  <a:lnTo>
                    <a:pt x="715644" y="461899"/>
                  </a:lnTo>
                  <a:lnTo>
                    <a:pt x="841366" y="461899"/>
                  </a:lnTo>
                  <a:lnTo>
                    <a:pt x="828250" y="458362"/>
                  </a:lnTo>
                  <a:lnTo>
                    <a:pt x="784098" y="454405"/>
                  </a:lnTo>
                  <a:close/>
                </a:path>
                <a:path w="1971675" h="581025">
                  <a:moveTo>
                    <a:pt x="1522476" y="186182"/>
                  </a:moveTo>
                  <a:lnTo>
                    <a:pt x="1470480" y="189658"/>
                  </a:lnTo>
                  <a:lnTo>
                    <a:pt x="1421549" y="199637"/>
                  </a:lnTo>
                  <a:lnTo>
                    <a:pt x="1376496" y="215443"/>
                  </a:lnTo>
                  <a:lnTo>
                    <a:pt x="1336138" y="236402"/>
                  </a:lnTo>
                  <a:lnTo>
                    <a:pt x="1301289" y="261837"/>
                  </a:lnTo>
                  <a:lnTo>
                    <a:pt x="1272765" y="291074"/>
                  </a:lnTo>
                  <a:lnTo>
                    <a:pt x="1251382" y="323437"/>
                  </a:lnTo>
                  <a:lnTo>
                    <a:pt x="1233297" y="394958"/>
                  </a:lnTo>
                  <a:lnTo>
                    <a:pt x="1233297" y="402209"/>
                  </a:lnTo>
                  <a:lnTo>
                    <a:pt x="1875064" y="402209"/>
                  </a:lnTo>
                  <a:lnTo>
                    <a:pt x="1883004" y="369952"/>
                  </a:lnTo>
                  <a:lnTo>
                    <a:pt x="1910714" y="290449"/>
                  </a:lnTo>
                  <a:lnTo>
                    <a:pt x="1926334" y="216026"/>
                  </a:lnTo>
                  <a:lnTo>
                    <a:pt x="1659509" y="216026"/>
                  </a:lnTo>
                  <a:lnTo>
                    <a:pt x="1625292" y="205095"/>
                  </a:lnTo>
                  <a:lnTo>
                    <a:pt x="1591040" y="195532"/>
                  </a:lnTo>
                  <a:lnTo>
                    <a:pt x="1556764" y="188755"/>
                  </a:lnTo>
                  <a:lnTo>
                    <a:pt x="1522476" y="186182"/>
                  </a:lnTo>
                  <a:close/>
                </a:path>
                <a:path w="1971675" h="581025">
                  <a:moveTo>
                    <a:pt x="411099" y="275589"/>
                  </a:moveTo>
                  <a:lnTo>
                    <a:pt x="376947" y="276992"/>
                  </a:lnTo>
                  <a:lnTo>
                    <a:pt x="343535" y="281193"/>
                  </a:lnTo>
                  <a:lnTo>
                    <a:pt x="311550" y="288180"/>
                  </a:lnTo>
                  <a:lnTo>
                    <a:pt x="281686" y="297941"/>
                  </a:lnTo>
                  <a:lnTo>
                    <a:pt x="542383" y="297941"/>
                  </a:lnTo>
                  <a:lnTo>
                    <a:pt x="519709" y="290020"/>
                  </a:lnTo>
                  <a:lnTo>
                    <a:pt x="466966" y="279313"/>
                  </a:lnTo>
                  <a:lnTo>
                    <a:pt x="411099" y="275589"/>
                  </a:lnTo>
                  <a:close/>
                </a:path>
                <a:path w="1971675" h="581025">
                  <a:moveTo>
                    <a:pt x="1971675" y="0"/>
                  </a:moveTo>
                  <a:lnTo>
                    <a:pt x="1913604" y="11115"/>
                  </a:lnTo>
                  <a:lnTo>
                    <a:pt x="1859730" y="27467"/>
                  </a:lnTo>
                  <a:lnTo>
                    <a:pt x="1810674" y="48706"/>
                  </a:lnTo>
                  <a:lnTo>
                    <a:pt x="1767062" y="74485"/>
                  </a:lnTo>
                  <a:lnTo>
                    <a:pt x="1729515" y="104455"/>
                  </a:lnTo>
                  <a:lnTo>
                    <a:pt x="1698658" y="138267"/>
                  </a:lnTo>
                  <a:lnTo>
                    <a:pt x="1675115" y="175574"/>
                  </a:lnTo>
                  <a:lnTo>
                    <a:pt x="1659509" y="216026"/>
                  </a:lnTo>
                  <a:lnTo>
                    <a:pt x="1926334" y="216026"/>
                  </a:lnTo>
                  <a:lnTo>
                    <a:pt x="1971675" y="0"/>
                  </a:lnTo>
                  <a:close/>
                </a:path>
              </a:pathLst>
            </a:custGeom>
            <a:solidFill>
              <a:srgbClr val="00A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01494" y="5486399"/>
              <a:ext cx="856615" cy="542925"/>
            </a:xfrm>
            <a:custGeom>
              <a:avLst/>
              <a:gdLst/>
              <a:ahLst/>
              <a:cxnLst/>
              <a:rect l="l" t="t" r="r" b="b"/>
              <a:pathLst>
                <a:path w="856614" h="542925">
                  <a:moveTo>
                    <a:pt x="246430" y="105537"/>
                  </a:moveTo>
                  <a:lnTo>
                    <a:pt x="193471" y="0"/>
                  </a:lnTo>
                  <a:lnTo>
                    <a:pt x="64947" y="113157"/>
                  </a:lnTo>
                  <a:lnTo>
                    <a:pt x="31013" y="146456"/>
                  </a:lnTo>
                  <a:lnTo>
                    <a:pt x="9131" y="187566"/>
                  </a:lnTo>
                  <a:lnTo>
                    <a:pt x="0" y="232943"/>
                  </a:lnTo>
                  <a:lnTo>
                    <a:pt x="4368" y="279019"/>
                  </a:lnTo>
                  <a:lnTo>
                    <a:pt x="80060" y="542925"/>
                  </a:lnTo>
                  <a:lnTo>
                    <a:pt x="95173" y="542925"/>
                  </a:lnTo>
                  <a:lnTo>
                    <a:pt x="117906" y="414782"/>
                  </a:lnTo>
                  <a:lnTo>
                    <a:pt x="131572" y="365848"/>
                  </a:lnTo>
                  <a:lnTo>
                    <a:pt x="159448" y="323291"/>
                  </a:lnTo>
                  <a:lnTo>
                    <a:pt x="198678" y="290626"/>
                  </a:lnTo>
                  <a:lnTo>
                    <a:pt x="246430" y="271399"/>
                  </a:lnTo>
                  <a:lnTo>
                    <a:pt x="246430" y="105537"/>
                  </a:lnTo>
                  <a:close/>
                </a:path>
                <a:path w="856614" h="542925">
                  <a:moveTo>
                    <a:pt x="856068" y="232943"/>
                  </a:moveTo>
                  <a:lnTo>
                    <a:pt x="849617" y="187566"/>
                  </a:lnTo>
                  <a:lnTo>
                    <a:pt x="830491" y="146456"/>
                  </a:lnTo>
                  <a:lnTo>
                    <a:pt x="797991" y="113157"/>
                  </a:lnTo>
                  <a:lnTo>
                    <a:pt x="670483" y="0"/>
                  </a:lnTo>
                  <a:lnTo>
                    <a:pt x="617905" y="105537"/>
                  </a:lnTo>
                  <a:lnTo>
                    <a:pt x="617905" y="271399"/>
                  </a:lnTo>
                  <a:lnTo>
                    <a:pt x="665276" y="290626"/>
                  </a:lnTo>
                  <a:lnTo>
                    <a:pt x="704202" y="323291"/>
                  </a:lnTo>
                  <a:lnTo>
                    <a:pt x="731875" y="365848"/>
                  </a:lnTo>
                  <a:lnTo>
                    <a:pt x="745540" y="414782"/>
                  </a:lnTo>
                  <a:lnTo>
                    <a:pt x="760526" y="542925"/>
                  </a:lnTo>
                  <a:lnTo>
                    <a:pt x="783005" y="542925"/>
                  </a:lnTo>
                  <a:lnTo>
                    <a:pt x="850569" y="279019"/>
                  </a:lnTo>
                  <a:lnTo>
                    <a:pt x="856068" y="232943"/>
                  </a:lnTo>
                  <a:close/>
                </a:path>
              </a:pathLst>
            </a:custGeom>
            <a:solidFill>
              <a:srgbClr val="D20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397928" y="4579556"/>
              <a:ext cx="473709" cy="1269365"/>
            </a:xfrm>
            <a:custGeom>
              <a:avLst/>
              <a:gdLst/>
              <a:ahLst/>
              <a:cxnLst/>
              <a:rect l="l" t="t" r="r" b="b"/>
              <a:pathLst>
                <a:path w="473710" h="1269364">
                  <a:moveTo>
                    <a:pt x="235733" y="0"/>
                  </a:moveTo>
                  <a:lnTo>
                    <a:pt x="201761" y="22669"/>
                  </a:lnTo>
                  <a:lnTo>
                    <a:pt x="178041" y="66484"/>
                  </a:lnTo>
                  <a:lnTo>
                    <a:pt x="155775" y="110916"/>
                  </a:lnTo>
                  <a:lnTo>
                    <a:pt x="134970" y="155925"/>
                  </a:lnTo>
                  <a:lnTo>
                    <a:pt x="115630" y="201474"/>
                  </a:lnTo>
                  <a:lnTo>
                    <a:pt x="97762" y="247526"/>
                  </a:lnTo>
                  <a:lnTo>
                    <a:pt x="81371" y="294043"/>
                  </a:lnTo>
                  <a:lnTo>
                    <a:pt x="66464" y="340986"/>
                  </a:lnTo>
                  <a:lnTo>
                    <a:pt x="53045" y="388319"/>
                  </a:lnTo>
                  <a:lnTo>
                    <a:pt x="41122" y="436004"/>
                  </a:lnTo>
                  <a:lnTo>
                    <a:pt x="30699" y="484002"/>
                  </a:lnTo>
                  <a:lnTo>
                    <a:pt x="21782" y="532276"/>
                  </a:lnTo>
                  <a:lnTo>
                    <a:pt x="14378" y="580789"/>
                  </a:lnTo>
                  <a:lnTo>
                    <a:pt x="8492" y="629502"/>
                  </a:lnTo>
                  <a:lnTo>
                    <a:pt x="4129" y="678378"/>
                  </a:lnTo>
                  <a:lnTo>
                    <a:pt x="1297" y="727379"/>
                  </a:lnTo>
                  <a:lnTo>
                    <a:pt x="0" y="776467"/>
                  </a:lnTo>
                  <a:lnTo>
                    <a:pt x="244" y="825605"/>
                  </a:lnTo>
                  <a:lnTo>
                    <a:pt x="2035" y="874754"/>
                  </a:lnTo>
                  <a:lnTo>
                    <a:pt x="5379" y="923878"/>
                  </a:lnTo>
                  <a:lnTo>
                    <a:pt x="10281" y="972938"/>
                  </a:lnTo>
                  <a:lnTo>
                    <a:pt x="16748" y="1021896"/>
                  </a:lnTo>
                  <a:lnTo>
                    <a:pt x="24786" y="1070716"/>
                  </a:lnTo>
                  <a:lnTo>
                    <a:pt x="34399" y="1119358"/>
                  </a:lnTo>
                  <a:lnTo>
                    <a:pt x="45595" y="1167786"/>
                  </a:lnTo>
                  <a:lnTo>
                    <a:pt x="58378" y="1215961"/>
                  </a:lnTo>
                  <a:lnTo>
                    <a:pt x="73491" y="1268793"/>
                  </a:lnTo>
                  <a:lnTo>
                    <a:pt x="405469" y="1268793"/>
                  </a:lnTo>
                  <a:lnTo>
                    <a:pt x="420582" y="1215961"/>
                  </a:lnTo>
                  <a:lnTo>
                    <a:pt x="432501" y="1167786"/>
                  </a:lnTo>
                  <a:lnTo>
                    <a:pt x="442902" y="1119358"/>
                  </a:lnTo>
                  <a:lnTo>
                    <a:pt x="451787" y="1070716"/>
                  </a:lnTo>
                  <a:lnTo>
                    <a:pt x="459159" y="1021896"/>
                  </a:lnTo>
                  <a:lnTo>
                    <a:pt x="465021" y="972938"/>
                  </a:lnTo>
                  <a:lnTo>
                    <a:pt x="469377" y="923878"/>
                  </a:lnTo>
                  <a:lnTo>
                    <a:pt x="472228" y="874754"/>
                  </a:lnTo>
                  <a:lnTo>
                    <a:pt x="473579" y="825605"/>
                  </a:lnTo>
                  <a:lnTo>
                    <a:pt x="473431" y="776467"/>
                  </a:lnTo>
                  <a:lnTo>
                    <a:pt x="471788" y="727379"/>
                  </a:lnTo>
                  <a:lnTo>
                    <a:pt x="468653" y="678378"/>
                  </a:lnTo>
                  <a:lnTo>
                    <a:pt x="464028" y="629502"/>
                  </a:lnTo>
                  <a:lnTo>
                    <a:pt x="457917" y="580789"/>
                  </a:lnTo>
                  <a:lnTo>
                    <a:pt x="450322" y="532276"/>
                  </a:lnTo>
                  <a:lnTo>
                    <a:pt x="441247" y="484002"/>
                  </a:lnTo>
                  <a:lnTo>
                    <a:pt x="430694" y="436004"/>
                  </a:lnTo>
                  <a:lnTo>
                    <a:pt x="418667" y="388319"/>
                  </a:lnTo>
                  <a:lnTo>
                    <a:pt x="405167" y="340986"/>
                  </a:lnTo>
                  <a:lnTo>
                    <a:pt x="390199" y="294043"/>
                  </a:lnTo>
                  <a:lnTo>
                    <a:pt x="373764" y="247526"/>
                  </a:lnTo>
                  <a:lnTo>
                    <a:pt x="355867" y="201474"/>
                  </a:lnTo>
                  <a:lnTo>
                    <a:pt x="336510" y="155925"/>
                  </a:lnTo>
                  <a:lnTo>
                    <a:pt x="315695" y="110916"/>
                  </a:lnTo>
                  <a:lnTo>
                    <a:pt x="293426" y="66484"/>
                  </a:lnTo>
                  <a:lnTo>
                    <a:pt x="269706" y="22669"/>
                  </a:lnTo>
                  <a:lnTo>
                    <a:pt x="235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95550" y="4857749"/>
              <a:ext cx="276225" cy="28575"/>
            </a:xfrm>
            <a:custGeom>
              <a:avLst/>
              <a:gdLst/>
              <a:ahLst/>
              <a:cxnLst/>
              <a:rect l="l" t="t" r="r" b="b"/>
              <a:pathLst>
                <a:path w="276225" h="28575">
                  <a:moveTo>
                    <a:pt x="9525" y="13843"/>
                  </a:moveTo>
                  <a:lnTo>
                    <a:pt x="7366" y="9525"/>
                  </a:lnTo>
                  <a:lnTo>
                    <a:pt x="2159" y="9525"/>
                  </a:lnTo>
                  <a:lnTo>
                    <a:pt x="0" y="13843"/>
                  </a:lnTo>
                  <a:lnTo>
                    <a:pt x="0" y="19050"/>
                  </a:lnTo>
                  <a:lnTo>
                    <a:pt x="0" y="24257"/>
                  </a:lnTo>
                  <a:lnTo>
                    <a:pt x="2159" y="28575"/>
                  </a:lnTo>
                  <a:lnTo>
                    <a:pt x="7366" y="28575"/>
                  </a:lnTo>
                  <a:lnTo>
                    <a:pt x="9525" y="24257"/>
                  </a:lnTo>
                  <a:lnTo>
                    <a:pt x="9525" y="13843"/>
                  </a:lnTo>
                  <a:close/>
                </a:path>
                <a:path w="276225" h="28575">
                  <a:moveTo>
                    <a:pt x="57150" y="4318"/>
                  </a:moveTo>
                  <a:lnTo>
                    <a:pt x="54991" y="0"/>
                  </a:lnTo>
                  <a:lnTo>
                    <a:pt x="49784" y="0"/>
                  </a:lnTo>
                  <a:lnTo>
                    <a:pt x="47625" y="4318"/>
                  </a:lnTo>
                  <a:lnTo>
                    <a:pt x="47625" y="9525"/>
                  </a:lnTo>
                  <a:lnTo>
                    <a:pt x="47625" y="14732"/>
                  </a:lnTo>
                  <a:lnTo>
                    <a:pt x="49784" y="19050"/>
                  </a:lnTo>
                  <a:lnTo>
                    <a:pt x="54991" y="19050"/>
                  </a:lnTo>
                  <a:lnTo>
                    <a:pt x="57150" y="14732"/>
                  </a:lnTo>
                  <a:lnTo>
                    <a:pt x="57150" y="4318"/>
                  </a:lnTo>
                  <a:close/>
                </a:path>
                <a:path w="276225" h="28575">
                  <a:moveTo>
                    <a:pt x="104775" y="2159"/>
                  </a:moveTo>
                  <a:lnTo>
                    <a:pt x="102616" y="0"/>
                  </a:lnTo>
                  <a:lnTo>
                    <a:pt x="97409" y="0"/>
                  </a:lnTo>
                  <a:lnTo>
                    <a:pt x="95250" y="2159"/>
                  </a:lnTo>
                  <a:lnTo>
                    <a:pt x="95250" y="4699"/>
                  </a:lnTo>
                  <a:lnTo>
                    <a:pt x="95250" y="7366"/>
                  </a:lnTo>
                  <a:lnTo>
                    <a:pt x="97409" y="9525"/>
                  </a:lnTo>
                  <a:lnTo>
                    <a:pt x="102616" y="9525"/>
                  </a:lnTo>
                  <a:lnTo>
                    <a:pt x="104775" y="7366"/>
                  </a:lnTo>
                  <a:lnTo>
                    <a:pt x="104775" y="2159"/>
                  </a:lnTo>
                  <a:close/>
                </a:path>
                <a:path w="276225" h="28575">
                  <a:moveTo>
                    <a:pt x="152400" y="2159"/>
                  </a:moveTo>
                  <a:lnTo>
                    <a:pt x="150241" y="0"/>
                  </a:lnTo>
                  <a:lnTo>
                    <a:pt x="145034" y="0"/>
                  </a:lnTo>
                  <a:lnTo>
                    <a:pt x="142875" y="2159"/>
                  </a:lnTo>
                  <a:lnTo>
                    <a:pt x="142875" y="4699"/>
                  </a:lnTo>
                  <a:lnTo>
                    <a:pt x="142875" y="7366"/>
                  </a:lnTo>
                  <a:lnTo>
                    <a:pt x="145034" y="9525"/>
                  </a:lnTo>
                  <a:lnTo>
                    <a:pt x="150241" y="9525"/>
                  </a:lnTo>
                  <a:lnTo>
                    <a:pt x="152400" y="7366"/>
                  </a:lnTo>
                  <a:lnTo>
                    <a:pt x="152400" y="2159"/>
                  </a:lnTo>
                  <a:close/>
                </a:path>
                <a:path w="276225" h="28575">
                  <a:moveTo>
                    <a:pt x="190500" y="2159"/>
                  </a:moveTo>
                  <a:lnTo>
                    <a:pt x="188341" y="0"/>
                  </a:lnTo>
                  <a:lnTo>
                    <a:pt x="183134" y="0"/>
                  </a:lnTo>
                  <a:lnTo>
                    <a:pt x="180975" y="2159"/>
                  </a:lnTo>
                  <a:lnTo>
                    <a:pt x="180975" y="4699"/>
                  </a:lnTo>
                  <a:lnTo>
                    <a:pt x="180975" y="7366"/>
                  </a:lnTo>
                  <a:lnTo>
                    <a:pt x="183134" y="9525"/>
                  </a:lnTo>
                  <a:lnTo>
                    <a:pt x="188341" y="9525"/>
                  </a:lnTo>
                  <a:lnTo>
                    <a:pt x="190500" y="7366"/>
                  </a:lnTo>
                  <a:lnTo>
                    <a:pt x="190500" y="2159"/>
                  </a:lnTo>
                  <a:close/>
                </a:path>
                <a:path w="276225" h="28575">
                  <a:moveTo>
                    <a:pt x="238125" y="4318"/>
                  </a:moveTo>
                  <a:lnTo>
                    <a:pt x="233807" y="0"/>
                  </a:lnTo>
                  <a:lnTo>
                    <a:pt x="223393" y="0"/>
                  </a:lnTo>
                  <a:lnTo>
                    <a:pt x="219075" y="4318"/>
                  </a:lnTo>
                  <a:lnTo>
                    <a:pt x="219075" y="9525"/>
                  </a:lnTo>
                  <a:lnTo>
                    <a:pt x="219075" y="14732"/>
                  </a:lnTo>
                  <a:lnTo>
                    <a:pt x="223393" y="19050"/>
                  </a:lnTo>
                  <a:lnTo>
                    <a:pt x="233807" y="19050"/>
                  </a:lnTo>
                  <a:lnTo>
                    <a:pt x="238125" y="14732"/>
                  </a:lnTo>
                  <a:lnTo>
                    <a:pt x="238125" y="4318"/>
                  </a:lnTo>
                  <a:close/>
                </a:path>
                <a:path w="276225" h="28575">
                  <a:moveTo>
                    <a:pt x="276225" y="13843"/>
                  </a:moveTo>
                  <a:lnTo>
                    <a:pt x="274066" y="9525"/>
                  </a:lnTo>
                  <a:lnTo>
                    <a:pt x="268859" y="9525"/>
                  </a:lnTo>
                  <a:lnTo>
                    <a:pt x="266700" y="13843"/>
                  </a:lnTo>
                  <a:lnTo>
                    <a:pt x="266700" y="19050"/>
                  </a:lnTo>
                  <a:lnTo>
                    <a:pt x="266700" y="24257"/>
                  </a:lnTo>
                  <a:lnTo>
                    <a:pt x="268859" y="28575"/>
                  </a:lnTo>
                  <a:lnTo>
                    <a:pt x="274066" y="28575"/>
                  </a:lnTo>
                  <a:lnTo>
                    <a:pt x="276225" y="24257"/>
                  </a:lnTo>
                  <a:lnTo>
                    <a:pt x="276225" y="13843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486025" y="4579524"/>
              <a:ext cx="295275" cy="278765"/>
            </a:xfrm>
            <a:custGeom>
              <a:avLst/>
              <a:gdLst/>
              <a:ahLst/>
              <a:cxnLst/>
              <a:rect l="l" t="t" r="r" b="b"/>
              <a:pathLst>
                <a:path w="295275" h="278764">
                  <a:moveTo>
                    <a:pt x="143954" y="0"/>
                  </a:moveTo>
                  <a:lnTo>
                    <a:pt x="110743" y="22574"/>
                  </a:lnTo>
                  <a:lnTo>
                    <a:pt x="81275" y="83523"/>
                  </a:lnTo>
                  <a:lnTo>
                    <a:pt x="59545" y="130942"/>
                  </a:lnTo>
                  <a:lnTo>
                    <a:pt x="38528" y="179447"/>
                  </a:lnTo>
                  <a:lnTo>
                    <a:pt x="18566" y="228665"/>
                  </a:lnTo>
                  <a:lnTo>
                    <a:pt x="0" y="278225"/>
                  </a:lnTo>
                  <a:lnTo>
                    <a:pt x="14731" y="270732"/>
                  </a:lnTo>
                  <a:lnTo>
                    <a:pt x="59625" y="264469"/>
                  </a:lnTo>
                  <a:lnTo>
                    <a:pt x="105527" y="260934"/>
                  </a:lnTo>
                  <a:lnTo>
                    <a:pt x="152241" y="260334"/>
                  </a:lnTo>
                  <a:lnTo>
                    <a:pt x="288590" y="260334"/>
                  </a:lnTo>
                  <a:lnTo>
                    <a:pt x="276757" y="228665"/>
                  </a:lnTo>
                  <a:lnTo>
                    <a:pt x="256801" y="179447"/>
                  </a:lnTo>
                  <a:lnTo>
                    <a:pt x="235765" y="130942"/>
                  </a:lnTo>
                  <a:lnTo>
                    <a:pt x="214011" y="83523"/>
                  </a:lnTo>
                  <a:lnTo>
                    <a:pt x="191897" y="37560"/>
                  </a:lnTo>
                  <a:lnTo>
                    <a:pt x="177164" y="22574"/>
                  </a:lnTo>
                  <a:lnTo>
                    <a:pt x="162643" y="5643"/>
                  </a:lnTo>
                  <a:lnTo>
                    <a:pt x="143954" y="0"/>
                  </a:lnTo>
                  <a:close/>
                </a:path>
                <a:path w="295275" h="278764">
                  <a:moveTo>
                    <a:pt x="288590" y="260334"/>
                  </a:moveTo>
                  <a:lnTo>
                    <a:pt x="152241" y="260334"/>
                  </a:lnTo>
                  <a:lnTo>
                    <a:pt x="199568" y="262877"/>
                  </a:lnTo>
                  <a:lnTo>
                    <a:pt x="247312" y="268771"/>
                  </a:lnTo>
                  <a:lnTo>
                    <a:pt x="295275" y="278225"/>
                  </a:lnTo>
                  <a:lnTo>
                    <a:pt x="288590" y="260334"/>
                  </a:lnTo>
                  <a:close/>
                </a:path>
              </a:pathLst>
            </a:custGeom>
            <a:solidFill>
              <a:srgbClr val="D20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47925" y="5772149"/>
              <a:ext cx="371475" cy="76200"/>
            </a:xfrm>
            <a:custGeom>
              <a:avLst/>
              <a:gdLst/>
              <a:ahLst/>
              <a:cxnLst/>
              <a:rect l="l" t="t" r="r" b="b"/>
              <a:pathLst>
                <a:path w="371475" h="76200">
                  <a:moveTo>
                    <a:pt x="371475" y="0"/>
                  </a:moveTo>
                  <a:lnTo>
                    <a:pt x="0" y="0"/>
                  </a:lnTo>
                  <a:lnTo>
                    <a:pt x="0" y="8509"/>
                  </a:lnTo>
                  <a:lnTo>
                    <a:pt x="21081" y="76200"/>
                  </a:lnTo>
                  <a:lnTo>
                    <a:pt x="350393" y="76200"/>
                  </a:lnTo>
                  <a:lnTo>
                    <a:pt x="363093" y="8509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C9D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86025" y="5848349"/>
              <a:ext cx="295275" cy="28575"/>
            </a:xfrm>
            <a:custGeom>
              <a:avLst/>
              <a:gdLst/>
              <a:ahLst/>
              <a:cxnLst/>
              <a:rect l="l" t="t" r="r" b="b"/>
              <a:pathLst>
                <a:path w="295275" h="28575">
                  <a:moveTo>
                    <a:pt x="295275" y="0"/>
                  </a:moveTo>
                  <a:lnTo>
                    <a:pt x="0" y="0"/>
                  </a:lnTo>
                  <a:lnTo>
                    <a:pt x="7366" y="7112"/>
                  </a:lnTo>
                  <a:lnTo>
                    <a:pt x="12892" y="16519"/>
                  </a:lnTo>
                  <a:lnTo>
                    <a:pt x="18430" y="23225"/>
                  </a:lnTo>
                  <a:lnTo>
                    <a:pt x="23993" y="27239"/>
                  </a:lnTo>
                  <a:lnTo>
                    <a:pt x="29591" y="28575"/>
                  </a:lnTo>
                  <a:lnTo>
                    <a:pt x="265811" y="28575"/>
                  </a:lnTo>
                  <a:lnTo>
                    <a:pt x="271335" y="27239"/>
                  </a:lnTo>
                  <a:lnTo>
                    <a:pt x="276860" y="23225"/>
                  </a:lnTo>
                  <a:lnTo>
                    <a:pt x="282384" y="16519"/>
                  </a:lnTo>
                  <a:lnTo>
                    <a:pt x="287908" y="7112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EB30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447925" y="5753099"/>
              <a:ext cx="371475" cy="9525"/>
            </a:xfrm>
            <a:custGeom>
              <a:avLst/>
              <a:gdLst/>
              <a:ahLst/>
              <a:cxnLst/>
              <a:rect l="l" t="t" r="r" b="b"/>
              <a:pathLst>
                <a:path w="371475" h="9525">
                  <a:moveTo>
                    <a:pt x="19050" y="2159"/>
                  </a:moveTo>
                  <a:lnTo>
                    <a:pt x="14732" y="0"/>
                  </a:lnTo>
                  <a:lnTo>
                    <a:pt x="4318" y="0"/>
                  </a:lnTo>
                  <a:lnTo>
                    <a:pt x="0" y="2159"/>
                  </a:lnTo>
                  <a:lnTo>
                    <a:pt x="0" y="4699"/>
                  </a:lnTo>
                  <a:lnTo>
                    <a:pt x="0" y="7366"/>
                  </a:lnTo>
                  <a:lnTo>
                    <a:pt x="4318" y="9525"/>
                  </a:lnTo>
                  <a:lnTo>
                    <a:pt x="14732" y="9525"/>
                  </a:lnTo>
                  <a:lnTo>
                    <a:pt x="19050" y="7366"/>
                  </a:lnTo>
                  <a:lnTo>
                    <a:pt x="19050" y="2159"/>
                  </a:lnTo>
                  <a:close/>
                </a:path>
                <a:path w="371475" h="9525">
                  <a:moveTo>
                    <a:pt x="57150" y="2159"/>
                  </a:moveTo>
                  <a:lnTo>
                    <a:pt x="54991" y="0"/>
                  </a:lnTo>
                  <a:lnTo>
                    <a:pt x="49784" y="0"/>
                  </a:lnTo>
                  <a:lnTo>
                    <a:pt x="47625" y="2159"/>
                  </a:lnTo>
                  <a:lnTo>
                    <a:pt x="47625" y="4699"/>
                  </a:lnTo>
                  <a:lnTo>
                    <a:pt x="47625" y="7366"/>
                  </a:lnTo>
                  <a:lnTo>
                    <a:pt x="49784" y="9525"/>
                  </a:lnTo>
                  <a:lnTo>
                    <a:pt x="54991" y="9525"/>
                  </a:lnTo>
                  <a:lnTo>
                    <a:pt x="57150" y="7366"/>
                  </a:lnTo>
                  <a:lnTo>
                    <a:pt x="57150" y="2159"/>
                  </a:lnTo>
                  <a:close/>
                </a:path>
                <a:path w="371475" h="9525">
                  <a:moveTo>
                    <a:pt x="104775" y="2159"/>
                  </a:moveTo>
                  <a:lnTo>
                    <a:pt x="102616" y="0"/>
                  </a:lnTo>
                  <a:lnTo>
                    <a:pt x="97409" y="0"/>
                  </a:lnTo>
                  <a:lnTo>
                    <a:pt x="95250" y="2159"/>
                  </a:lnTo>
                  <a:lnTo>
                    <a:pt x="95250" y="4699"/>
                  </a:lnTo>
                  <a:lnTo>
                    <a:pt x="95250" y="7366"/>
                  </a:lnTo>
                  <a:lnTo>
                    <a:pt x="97409" y="9525"/>
                  </a:lnTo>
                  <a:lnTo>
                    <a:pt x="102616" y="9525"/>
                  </a:lnTo>
                  <a:lnTo>
                    <a:pt x="104775" y="7366"/>
                  </a:lnTo>
                  <a:lnTo>
                    <a:pt x="104775" y="2159"/>
                  </a:lnTo>
                  <a:close/>
                </a:path>
                <a:path w="371475" h="9525">
                  <a:moveTo>
                    <a:pt x="152400" y="2159"/>
                  </a:moveTo>
                  <a:lnTo>
                    <a:pt x="150241" y="0"/>
                  </a:lnTo>
                  <a:lnTo>
                    <a:pt x="145034" y="0"/>
                  </a:lnTo>
                  <a:lnTo>
                    <a:pt x="142875" y="2159"/>
                  </a:lnTo>
                  <a:lnTo>
                    <a:pt x="142875" y="4699"/>
                  </a:lnTo>
                  <a:lnTo>
                    <a:pt x="142875" y="7366"/>
                  </a:lnTo>
                  <a:lnTo>
                    <a:pt x="145034" y="9525"/>
                  </a:lnTo>
                  <a:lnTo>
                    <a:pt x="150241" y="9525"/>
                  </a:lnTo>
                  <a:lnTo>
                    <a:pt x="152400" y="7366"/>
                  </a:lnTo>
                  <a:lnTo>
                    <a:pt x="152400" y="2159"/>
                  </a:lnTo>
                  <a:close/>
                </a:path>
                <a:path w="371475" h="9525">
                  <a:moveTo>
                    <a:pt x="200025" y="2159"/>
                  </a:moveTo>
                  <a:lnTo>
                    <a:pt x="197866" y="0"/>
                  </a:lnTo>
                  <a:lnTo>
                    <a:pt x="192659" y="0"/>
                  </a:lnTo>
                  <a:lnTo>
                    <a:pt x="190500" y="2159"/>
                  </a:lnTo>
                  <a:lnTo>
                    <a:pt x="190500" y="4699"/>
                  </a:lnTo>
                  <a:lnTo>
                    <a:pt x="190500" y="7366"/>
                  </a:lnTo>
                  <a:lnTo>
                    <a:pt x="192659" y="9525"/>
                  </a:lnTo>
                  <a:lnTo>
                    <a:pt x="197866" y="9525"/>
                  </a:lnTo>
                  <a:lnTo>
                    <a:pt x="200025" y="7366"/>
                  </a:lnTo>
                  <a:lnTo>
                    <a:pt x="200025" y="2159"/>
                  </a:lnTo>
                  <a:close/>
                </a:path>
                <a:path w="371475" h="9525">
                  <a:moveTo>
                    <a:pt x="238125" y="2159"/>
                  </a:moveTo>
                  <a:lnTo>
                    <a:pt x="235966" y="0"/>
                  </a:lnTo>
                  <a:lnTo>
                    <a:pt x="230759" y="0"/>
                  </a:lnTo>
                  <a:lnTo>
                    <a:pt x="228600" y="2159"/>
                  </a:lnTo>
                  <a:lnTo>
                    <a:pt x="228600" y="4699"/>
                  </a:lnTo>
                  <a:lnTo>
                    <a:pt x="228600" y="7366"/>
                  </a:lnTo>
                  <a:lnTo>
                    <a:pt x="230759" y="9525"/>
                  </a:lnTo>
                  <a:lnTo>
                    <a:pt x="235966" y="9525"/>
                  </a:lnTo>
                  <a:lnTo>
                    <a:pt x="238125" y="7366"/>
                  </a:lnTo>
                  <a:lnTo>
                    <a:pt x="238125" y="2159"/>
                  </a:lnTo>
                  <a:close/>
                </a:path>
                <a:path w="371475" h="9525">
                  <a:moveTo>
                    <a:pt x="285750" y="2159"/>
                  </a:moveTo>
                  <a:lnTo>
                    <a:pt x="281432" y="0"/>
                  </a:lnTo>
                  <a:lnTo>
                    <a:pt x="271018" y="0"/>
                  </a:lnTo>
                  <a:lnTo>
                    <a:pt x="266700" y="2159"/>
                  </a:lnTo>
                  <a:lnTo>
                    <a:pt x="266700" y="4699"/>
                  </a:lnTo>
                  <a:lnTo>
                    <a:pt x="266700" y="7366"/>
                  </a:lnTo>
                  <a:lnTo>
                    <a:pt x="271018" y="9525"/>
                  </a:lnTo>
                  <a:lnTo>
                    <a:pt x="281432" y="9525"/>
                  </a:lnTo>
                  <a:lnTo>
                    <a:pt x="285750" y="7366"/>
                  </a:lnTo>
                  <a:lnTo>
                    <a:pt x="285750" y="2159"/>
                  </a:lnTo>
                  <a:close/>
                </a:path>
                <a:path w="371475" h="9525">
                  <a:moveTo>
                    <a:pt x="323850" y="2159"/>
                  </a:moveTo>
                  <a:lnTo>
                    <a:pt x="321691" y="0"/>
                  </a:lnTo>
                  <a:lnTo>
                    <a:pt x="316484" y="0"/>
                  </a:lnTo>
                  <a:lnTo>
                    <a:pt x="314325" y="2159"/>
                  </a:lnTo>
                  <a:lnTo>
                    <a:pt x="314325" y="4699"/>
                  </a:lnTo>
                  <a:lnTo>
                    <a:pt x="314325" y="7366"/>
                  </a:lnTo>
                  <a:lnTo>
                    <a:pt x="316484" y="9525"/>
                  </a:lnTo>
                  <a:lnTo>
                    <a:pt x="321691" y="9525"/>
                  </a:lnTo>
                  <a:lnTo>
                    <a:pt x="323850" y="7366"/>
                  </a:lnTo>
                  <a:lnTo>
                    <a:pt x="323850" y="2159"/>
                  </a:lnTo>
                  <a:close/>
                </a:path>
                <a:path w="371475" h="9525">
                  <a:moveTo>
                    <a:pt x="371475" y="2159"/>
                  </a:moveTo>
                  <a:lnTo>
                    <a:pt x="369316" y="0"/>
                  </a:lnTo>
                  <a:lnTo>
                    <a:pt x="364109" y="0"/>
                  </a:lnTo>
                  <a:lnTo>
                    <a:pt x="361950" y="2159"/>
                  </a:lnTo>
                  <a:lnTo>
                    <a:pt x="361950" y="4699"/>
                  </a:lnTo>
                  <a:lnTo>
                    <a:pt x="361950" y="7366"/>
                  </a:lnTo>
                  <a:lnTo>
                    <a:pt x="364109" y="9525"/>
                  </a:lnTo>
                  <a:lnTo>
                    <a:pt x="369316" y="9525"/>
                  </a:lnTo>
                  <a:lnTo>
                    <a:pt x="371475" y="7366"/>
                  </a:lnTo>
                  <a:lnTo>
                    <a:pt x="371475" y="2159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05075" y="5067299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128650" y="0"/>
                  </a:moveTo>
                  <a:lnTo>
                    <a:pt x="78545" y="10098"/>
                  </a:lnTo>
                  <a:lnTo>
                    <a:pt x="37655" y="37639"/>
                  </a:lnTo>
                  <a:lnTo>
                    <a:pt x="10100" y="78491"/>
                  </a:lnTo>
                  <a:lnTo>
                    <a:pt x="0" y="128524"/>
                  </a:lnTo>
                  <a:lnTo>
                    <a:pt x="10100" y="178629"/>
                  </a:lnTo>
                  <a:lnTo>
                    <a:pt x="37655" y="219519"/>
                  </a:lnTo>
                  <a:lnTo>
                    <a:pt x="78545" y="247074"/>
                  </a:lnTo>
                  <a:lnTo>
                    <a:pt x="128650" y="257175"/>
                  </a:lnTo>
                  <a:lnTo>
                    <a:pt x="178683" y="247074"/>
                  </a:lnTo>
                  <a:lnTo>
                    <a:pt x="219535" y="219519"/>
                  </a:lnTo>
                  <a:lnTo>
                    <a:pt x="247076" y="178629"/>
                  </a:lnTo>
                  <a:lnTo>
                    <a:pt x="257175" y="128524"/>
                  </a:lnTo>
                  <a:lnTo>
                    <a:pt x="247076" y="78491"/>
                  </a:lnTo>
                  <a:lnTo>
                    <a:pt x="219535" y="37639"/>
                  </a:lnTo>
                  <a:lnTo>
                    <a:pt x="178683" y="10098"/>
                  </a:lnTo>
                  <a:lnTo>
                    <a:pt x="128650" y="0"/>
                  </a:lnTo>
                  <a:close/>
                </a:path>
              </a:pathLst>
            </a:custGeom>
            <a:solidFill>
              <a:srgbClr val="F0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6025" y="5048249"/>
              <a:ext cx="295275" cy="3048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619375" y="5486399"/>
              <a:ext cx="28575" cy="542925"/>
            </a:xfrm>
            <a:custGeom>
              <a:avLst/>
              <a:gdLst/>
              <a:ahLst/>
              <a:cxnLst/>
              <a:rect l="l" t="t" r="r" b="b"/>
              <a:pathLst>
                <a:path w="28575" h="542925">
                  <a:moveTo>
                    <a:pt x="14350" y="0"/>
                  </a:moveTo>
                  <a:lnTo>
                    <a:pt x="9054" y="1524"/>
                  </a:lnTo>
                  <a:lnTo>
                    <a:pt x="4460" y="6572"/>
                  </a:lnTo>
                  <a:lnTo>
                    <a:pt x="1224" y="15859"/>
                  </a:lnTo>
                  <a:lnTo>
                    <a:pt x="0" y="30099"/>
                  </a:lnTo>
                  <a:lnTo>
                    <a:pt x="7000" y="534912"/>
                  </a:lnTo>
                  <a:lnTo>
                    <a:pt x="7112" y="542925"/>
                  </a:lnTo>
                  <a:lnTo>
                    <a:pt x="21462" y="542925"/>
                  </a:lnTo>
                  <a:lnTo>
                    <a:pt x="28463" y="38111"/>
                  </a:lnTo>
                  <a:lnTo>
                    <a:pt x="28575" y="30099"/>
                  </a:lnTo>
                  <a:lnTo>
                    <a:pt x="27352" y="15859"/>
                  </a:lnTo>
                  <a:lnTo>
                    <a:pt x="24130" y="6572"/>
                  </a:lnTo>
                  <a:lnTo>
                    <a:pt x="19573" y="1524"/>
                  </a:lnTo>
                  <a:lnTo>
                    <a:pt x="14350" y="0"/>
                  </a:lnTo>
                  <a:close/>
                </a:path>
              </a:pathLst>
            </a:custGeom>
            <a:solidFill>
              <a:srgbClr val="EF49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19400" y="5486399"/>
              <a:ext cx="238125" cy="542925"/>
            </a:xfrm>
            <a:custGeom>
              <a:avLst/>
              <a:gdLst/>
              <a:ahLst/>
              <a:cxnLst/>
              <a:rect l="l" t="t" r="r" b="b"/>
              <a:pathLst>
                <a:path w="238125" h="542925">
                  <a:moveTo>
                    <a:pt x="46100" y="0"/>
                  </a:moveTo>
                  <a:lnTo>
                    <a:pt x="46100" y="7492"/>
                  </a:lnTo>
                  <a:lnTo>
                    <a:pt x="40538" y="61749"/>
                  </a:lnTo>
                  <a:lnTo>
                    <a:pt x="33147" y="115621"/>
                  </a:lnTo>
                  <a:lnTo>
                    <a:pt x="23926" y="168756"/>
                  </a:lnTo>
                  <a:lnTo>
                    <a:pt x="12877" y="220800"/>
                  </a:lnTo>
                  <a:lnTo>
                    <a:pt x="0" y="271399"/>
                  </a:lnTo>
                  <a:lnTo>
                    <a:pt x="31813" y="285448"/>
                  </a:lnTo>
                  <a:lnTo>
                    <a:pt x="58578" y="304450"/>
                  </a:lnTo>
                  <a:lnTo>
                    <a:pt x="81010" y="327691"/>
                  </a:lnTo>
                  <a:lnTo>
                    <a:pt x="99822" y="354457"/>
                  </a:lnTo>
                  <a:lnTo>
                    <a:pt x="105491" y="360195"/>
                  </a:lnTo>
                  <a:lnTo>
                    <a:pt x="110410" y="366649"/>
                  </a:lnTo>
                  <a:lnTo>
                    <a:pt x="113877" y="374530"/>
                  </a:lnTo>
                  <a:lnTo>
                    <a:pt x="115188" y="384555"/>
                  </a:lnTo>
                  <a:lnTo>
                    <a:pt x="119667" y="390314"/>
                  </a:lnTo>
                  <a:lnTo>
                    <a:pt x="121967" y="396811"/>
                  </a:lnTo>
                  <a:lnTo>
                    <a:pt x="122814" y="404737"/>
                  </a:lnTo>
                  <a:lnTo>
                    <a:pt x="122936" y="414782"/>
                  </a:lnTo>
                  <a:lnTo>
                    <a:pt x="138302" y="542925"/>
                  </a:lnTo>
                  <a:lnTo>
                    <a:pt x="161289" y="542925"/>
                  </a:lnTo>
                  <a:lnTo>
                    <a:pt x="230505" y="279019"/>
                  </a:lnTo>
                  <a:lnTo>
                    <a:pt x="234910" y="267686"/>
                  </a:lnTo>
                  <a:lnTo>
                    <a:pt x="237172" y="256365"/>
                  </a:lnTo>
                  <a:lnTo>
                    <a:pt x="238005" y="245068"/>
                  </a:lnTo>
                  <a:lnTo>
                    <a:pt x="238125" y="233807"/>
                  </a:lnTo>
                  <a:lnTo>
                    <a:pt x="233932" y="200060"/>
                  </a:lnTo>
                  <a:lnTo>
                    <a:pt x="221821" y="167766"/>
                  </a:lnTo>
                  <a:lnTo>
                    <a:pt x="202495" y="138330"/>
                  </a:lnTo>
                  <a:lnTo>
                    <a:pt x="176656" y="113157"/>
                  </a:lnTo>
                  <a:lnTo>
                    <a:pt x="46100" y="0"/>
                  </a:lnTo>
                  <a:close/>
                </a:path>
              </a:pathLst>
            </a:custGeom>
            <a:solidFill>
              <a:srgbClr val="D10C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38425" y="4848225"/>
              <a:ext cx="236854" cy="923925"/>
            </a:xfrm>
            <a:custGeom>
              <a:avLst/>
              <a:gdLst/>
              <a:ahLst/>
              <a:cxnLst/>
              <a:rect l="l" t="t" r="r" b="b"/>
              <a:pathLst>
                <a:path w="236855" h="923925">
                  <a:moveTo>
                    <a:pt x="90043" y="14986"/>
                  </a:moveTo>
                  <a:lnTo>
                    <a:pt x="52577" y="14986"/>
                  </a:lnTo>
                  <a:lnTo>
                    <a:pt x="52577" y="22478"/>
                  </a:lnTo>
                  <a:lnTo>
                    <a:pt x="0" y="22478"/>
                  </a:lnTo>
                  <a:lnTo>
                    <a:pt x="0" y="202819"/>
                  </a:lnTo>
                  <a:lnTo>
                    <a:pt x="7493" y="202819"/>
                  </a:lnTo>
                  <a:lnTo>
                    <a:pt x="7493" y="210312"/>
                  </a:lnTo>
                  <a:lnTo>
                    <a:pt x="0" y="217804"/>
                  </a:lnTo>
                  <a:lnTo>
                    <a:pt x="0" y="225298"/>
                  </a:lnTo>
                  <a:lnTo>
                    <a:pt x="22381" y="226839"/>
                  </a:lnTo>
                  <a:lnTo>
                    <a:pt x="44084" y="231917"/>
                  </a:lnTo>
                  <a:lnTo>
                    <a:pt x="82550" y="255397"/>
                  </a:lnTo>
                  <a:lnTo>
                    <a:pt x="116332" y="298561"/>
                  </a:lnTo>
                  <a:lnTo>
                    <a:pt x="127635" y="353060"/>
                  </a:lnTo>
                  <a:lnTo>
                    <a:pt x="124805" y="381000"/>
                  </a:lnTo>
                  <a:lnTo>
                    <a:pt x="102238" y="431212"/>
                  </a:lnTo>
                  <a:lnTo>
                    <a:pt x="64383" y="466080"/>
                  </a:lnTo>
                  <a:lnTo>
                    <a:pt x="22381" y="485602"/>
                  </a:lnTo>
                  <a:lnTo>
                    <a:pt x="0" y="488314"/>
                  </a:lnTo>
                  <a:lnTo>
                    <a:pt x="0" y="638428"/>
                  </a:lnTo>
                  <a:lnTo>
                    <a:pt x="5502" y="639970"/>
                  </a:lnTo>
                  <a:lnTo>
                    <a:pt x="10302" y="645048"/>
                  </a:lnTo>
                  <a:lnTo>
                    <a:pt x="13698" y="654341"/>
                  </a:lnTo>
                  <a:lnTo>
                    <a:pt x="14986" y="668527"/>
                  </a:lnTo>
                  <a:lnTo>
                    <a:pt x="14986" y="923925"/>
                  </a:lnTo>
                  <a:lnTo>
                    <a:pt x="187579" y="923925"/>
                  </a:lnTo>
                  <a:lnTo>
                    <a:pt x="187579" y="916432"/>
                  </a:lnTo>
                  <a:lnTo>
                    <a:pt x="45085" y="916432"/>
                  </a:lnTo>
                  <a:lnTo>
                    <a:pt x="37464" y="908938"/>
                  </a:lnTo>
                  <a:lnTo>
                    <a:pt x="45085" y="901446"/>
                  </a:lnTo>
                  <a:lnTo>
                    <a:pt x="189458" y="901446"/>
                  </a:lnTo>
                  <a:lnTo>
                    <a:pt x="200229" y="858494"/>
                  </a:lnTo>
                  <a:lnTo>
                    <a:pt x="211056" y="806617"/>
                  </a:lnTo>
                  <a:lnTo>
                    <a:pt x="220067" y="753673"/>
                  </a:lnTo>
                  <a:lnTo>
                    <a:pt x="227268" y="700029"/>
                  </a:lnTo>
                  <a:lnTo>
                    <a:pt x="232663" y="646049"/>
                  </a:lnTo>
                  <a:lnTo>
                    <a:pt x="235327" y="595892"/>
                  </a:lnTo>
                  <a:lnTo>
                    <a:pt x="236415" y="546005"/>
                  </a:lnTo>
                  <a:lnTo>
                    <a:pt x="236012" y="503300"/>
                  </a:lnTo>
                  <a:lnTo>
                    <a:pt x="14986" y="503300"/>
                  </a:lnTo>
                  <a:lnTo>
                    <a:pt x="14986" y="495808"/>
                  </a:lnTo>
                  <a:lnTo>
                    <a:pt x="52577" y="495808"/>
                  </a:lnTo>
                  <a:lnTo>
                    <a:pt x="52577" y="480695"/>
                  </a:lnTo>
                  <a:lnTo>
                    <a:pt x="235309" y="480695"/>
                  </a:lnTo>
                  <a:lnTo>
                    <a:pt x="235005" y="473201"/>
                  </a:lnTo>
                  <a:lnTo>
                    <a:pt x="90043" y="473201"/>
                  </a:lnTo>
                  <a:lnTo>
                    <a:pt x="82550" y="465709"/>
                  </a:lnTo>
                  <a:lnTo>
                    <a:pt x="90043" y="458215"/>
                  </a:lnTo>
                  <a:lnTo>
                    <a:pt x="234396" y="458215"/>
                  </a:lnTo>
                  <a:lnTo>
                    <a:pt x="233942" y="447041"/>
                  </a:lnTo>
                  <a:lnTo>
                    <a:pt x="233669" y="443229"/>
                  </a:lnTo>
                  <a:lnTo>
                    <a:pt x="112522" y="443229"/>
                  </a:lnTo>
                  <a:lnTo>
                    <a:pt x="112522" y="435610"/>
                  </a:lnTo>
                  <a:lnTo>
                    <a:pt x="233122" y="435610"/>
                  </a:lnTo>
                  <a:lnTo>
                    <a:pt x="230973" y="405638"/>
                  </a:lnTo>
                  <a:lnTo>
                    <a:pt x="127635" y="405638"/>
                  </a:lnTo>
                  <a:lnTo>
                    <a:pt x="127635" y="398145"/>
                  </a:lnTo>
                  <a:lnTo>
                    <a:pt x="230435" y="398145"/>
                  </a:lnTo>
                  <a:lnTo>
                    <a:pt x="227348" y="368046"/>
                  </a:lnTo>
                  <a:lnTo>
                    <a:pt x="135127" y="368046"/>
                  </a:lnTo>
                  <a:lnTo>
                    <a:pt x="135127" y="360552"/>
                  </a:lnTo>
                  <a:lnTo>
                    <a:pt x="226578" y="360552"/>
                  </a:lnTo>
                  <a:lnTo>
                    <a:pt x="225407" y="349154"/>
                  </a:lnTo>
                  <a:lnTo>
                    <a:pt x="222906" y="330453"/>
                  </a:lnTo>
                  <a:lnTo>
                    <a:pt x="135127" y="330453"/>
                  </a:lnTo>
                  <a:lnTo>
                    <a:pt x="135127" y="315467"/>
                  </a:lnTo>
                  <a:lnTo>
                    <a:pt x="220903" y="315467"/>
                  </a:lnTo>
                  <a:lnTo>
                    <a:pt x="218916" y="300613"/>
                  </a:lnTo>
                  <a:lnTo>
                    <a:pt x="217661" y="292988"/>
                  </a:lnTo>
                  <a:lnTo>
                    <a:pt x="120014" y="292988"/>
                  </a:lnTo>
                  <a:lnTo>
                    <a:pt x="120014" y="285496"/>
                  </a:lnTo>
                  <a:lnTo>
                    <a:pt x="127635" y="277875"/>
                  </a:lnTo>
                  <a:lnTo>
                    <a:pt x="215173" y="277875"/>
                  </a:lnTo>
                  <a:lnTo>
                    <a:pt x="212707" y="262889"/>
                  </a:lnTo>
                  <a:lnTo>
                    <a:pt x="105029" y="262889"/>
                  </a:lnTo>
                  <a:lnTo>
                    <a:pt x="97536" y="255397"/>
                  </a:lnTo>
                  <a:lnTo>
                    <a:pt x="105029" y="247903"/>
                  </a:lnTo>
                  <a:lnTo>
                    <a:pt x="210103" y="247903"/>
                  </a:lnTo>
                  <a:lnTo>
                    <a:pt x="207174" y="232917"/>
                  </a:lnTo>
                  <a:lnTo>
                    <a:pt x="67563" y="232917"/>
                  </a:lnTo>
                  <a:lnTo>
                    <a:pt x="67563" y="225298"/>
                  </a:lnTo>
                  <a:lnTo>
                    <a:pt x="205685" y="225298"/>
                  </a:lnTo>
                  <a:lnTo>
                    <a:pt x="204221" y="217804"/>
                  </a:lnTo>
                  <a:lnTo>
                    <a:pt x="37464" y="217804"/>
                  </a:lnTo>
                  <a:lnTo>
                    <a:pt x="37464" y="210312"/>
                  </a:lnTo>
                  <a:lnTo>
                    <a:pt x="202757" y="210312"/>
                  </a:lnTo>
                  <a:lnTo>
                    <a:pt x="201589" y="204335"/>
                  </a:lnTo>
                  <a:lnTo>
                    <a:pt x="190792" y="156597"/>
                  </a:lnTo>
                  <a:lnTo>
                    <a:pt x="178601" y="109127"/>
                  </a:lnTo>
                  <a:lnTo>
                    <a:pt x="165035" y="61923"/>
                  </a:lnTo>
                  <a:lnTo>
                    <a:pt x="157300" y="37591"/>
                  </a:lnTo>
                  <a:lnTo>
                    <a:pt x="127635" y="37591"/>
                  </a:lnTo>
                  <a:lnTo>
                    <a:pt x="127635" y="30099"/>
                  </a:lnTo>
                  <a:lnTo>
                    <a:pt x="90043" y="30099"/>
                  </a:lnTo>
                  <a:lnTo>
                    <a:pt x="82550" y="22478"/>
                  </a:lnTo>
                  <a:lnTo>
                    <a:pt x="90043" y="14986"/>
                  </a:lnTo>
                  <a:close/>
                </a:path>
                <a:path w="236855" h="923925">
                  <a:moveTo>
                    <a:pt x="82550" y="901446"/>
                  </a:moveTo>
                  <a:lnTo>
                    <a:pt x="45085" y="901446"/>
                  </a:lnTo>
                  <a:lnTo>
                    <a:pt x="52577" y="908938"/>
                  </a:lnTo>
                  <a:lnTo>
                    <a:pt x="45085" y="916432"/>
                  </a:lnTo>
                  <a:lnTo>
                    <a:pt x="82550" y="916432"/>
                  </a:lnTo>
                  <a:lnTo>
                    <a:pt x="82550" y="901446"/>
                  </a:lnTo>
                  <a:close/>
                </a:path>
                <a:path w="236855" h="923925">
                  <a:moveTo>
                    <a:pt x="127635" y="901446"/>
                  </a:moveTo>
                  <a:lnTo>
                    <a:pt x="90043" y="901446"/>
                  </a:lnTo>
                  <a:lnTo>
                    <a:pt x="97536" y="908938"/>
                  </a:lnTo>
                  <a:lnTo>
                    <a:pt x="90043" y="916432"/>
                  </a:lnTo>
                  <a:lnTo>
                    <a:pt x="127635" y="916432"/>
                  </a:lnTo>
                  <a:lnTo>
                    <a:pt x="127635" y="901446"/>
                  </a:lnTo>
                  <a:close/>
                </a:path>
                <a:path w="236855" h="923925">
                  <a:moveTo>
                    <a:pt x="172593" y="901446"/>
                  </a:moveTo>
                  <a:lnTo>
                    <a:pt x="135127" y="901446"/>
                  </a:lnTo>
                  <a:lnTo>
                    <a:pt x="135127" y="916432"/>
                  </a:lnTo>
                  <a:lnTo>
                    <a:pt x="172593" y="916432"/>
                  </a:lnTo>
                  <a:lnTo>
                    <a:pt x="172593" y="901446"/>
                  </a:lnTo>
                  <a:close/>
                </a:path>
                <a:path w="236855" h="923925">
                  <a:moveTo>
                    <a:pt x="189458" y="901446"/>
                  </a:moveTo>
                  <a:lnTo>
                    <a:pt x="180086" y="901446"/>
                  </a:lnTo>
                  <a:lnTo>
                    <a:pt x="180086" y="916432"/>
                  </a:lnTo>
                  <a:lnTo>
                    <a:pt x="187579" y="916432"/>
                  </a:lnTo>
                  <a:lnTo>
                    <a:pt x="187579" y="908938"/>
                  </a:lnTo>
                  <a:lnTo>
                    <a:pt x="189458" y="901446"/>
                  </a:lnTo>
                  <a:close/>
                </a:path>
                <a:path w="236855" h="923925">
                  <a:moveTo>
                    <a:pt x="235309" y="480695"/>
                  </a:moveTo>
                  <a:lnTo>
                    <a:pt x="60070" y="480695"/>
                  </a:lnTo>
                  <a:lnTo>
                    <a:pt x="60070" y="495808"/>
                  </a:lnTo>
                  <a:lnTo>
                    <a:pt x="22479" y="495808"/>
                  </a:lnTo>
                  <a:lnTo>
                    <a:pt x="22479" y="503300"/>
                  </a:lnTo>
                  <a:lnTo>
                    <a:pt x="236012" y="503300"/>
                  </a:lnTo>
                  <a:lnTo>
                    <a:pt x="235923" y="495808"/>
                  </a:lnTo>
                  <a:lnTo>
                    <a:pt x="235309" y="480695"/>
                  </a:lnTo>
                  <a:close/>
                </a:path>
                <a:path w="236855" h="923925">
                  <a:moveTo>
                    <a:pt x="234396" y="458215"/>
                  </a:moveTo>
                  <a:lnTo>
                    <a:pt x="97536" y="458215"/>
                  </a:lnTo>
                  <a:lnTo>
                    <a:pt x="97536" y="473201"/>
                  </a:lnTo>
                  <a:lnTo>
                    <a:pt x="235005" y="473201"/>
                  </a:lnTo>
                  <a:lnTo>
                    <a:pt x="234396" y="458215"/>
                  </a:lnTo>
                  <a:close/>
                </a:path>
                <a:path w="236855" h="923925">
                  <a:moveTo>
                    <a:pt x="233122" y="435610"/>
                  </a:moveTo>
                  <a:lnTo>
                    <a:pt x="120014" y="435610"/>
                  </a:lnTo>
                  <a:lnTo>
                    <a:pt x="120014" y="443229"/>
                  </a:lnTo>
                  <a:lnTo>
                    <a:pt x="233669" y="443229"/>
                  </a:lnTo>
                  <a:lnTo>
                    <a:pt x="233122" y="435610"/>
                  </a:lnTo>
                  <a:close/>
                </a:path>
                <a:path w="236855" h="923925">
                  <a:moveTo>
                    <a:pt x="230435" y="398145"/>
                  </a:moveTo>
                  <a:lnTo>
                    <a:pt x="142620" y="398145"/>
                  </a:lnTo>
                  <a:lnTo>
                    <a:pt x="142620" y="405638"/>
                  </a:lnTo>
                  <a:lnTo>
                    <a:pt x="230973" y="405638"/>
                  </a:lnTo>
                  <a:lnTo>
                    <a:pt x="230435" y="398145"/>
                  </a:lnTo>
                  <a:close/>
                </a:path>
                <a:path w="236855" h="923925">
                  <a:moveTo>
                    <a:pt x="226578" y="360552"/>
                  </a:moveTo>
                  <a:lnTo>
                    <a:pt x="150113" y="360552"/>
                  </a:lnTo>
                  <a:lnTo>
                    <a:pt x="150113" y="368046"/>
                  </a:lnTo>
                  <a:lnTo>
                    <a:pt x="227348" y="368046"/>
                  </a:lnTo>
                  <a:lnTo>
                    <a:pt x="226578" y="360552"/>
                  </a:lnTo>
                  <a:close/>
                </a:path>
                <a:path w="236855" h="923925">
                  <a:moveTo>
                    <a:pt x="220903" y="315467"/>
                  </a:moveTo>
                  <a:lnTo>
                    <a:pt x="142620" y="315467"/>
                  </a:lnTo>
                  <a:lnTo>
                    <a:pt x="142620" y="330453"/>
                  </a:lnTo>
                  <a:lnTo>
                    <a:pt x="222906" y="330453"/>
                  </a:lnTo>
                  <a:lnTo>
                    <a:pt x="220903" y="315467"/>
                  </a:lnTo>
                  <a:close/>
                </a:path>
                <a:path w="236855" h="923925">
                  <a:moveTo>
                    <a:pt x="215173" y="277875"/>
                  </a:moveTo>
                  <a:lnTo>
                    <a:pt x="127635" y="277875"/>
                  </a:lnTo>
                  <a:lnTo>
                    <a:pt x="135127" y="285496"/>
                  </a:lnTo>
                  <a:lnTo>
                    <a:pt x="135127" y="292988"/>
                  </a:lnTo>
                  <a:lnTo>
                    <a:pt x="217661" y="292988"/>
                  </a:lnTo>
                  <a:lnTo>
                    <a:pt x="215173" y="277875"/>
                  </a:lnTo>
                  <a:close/>
                </a:path>
                <a:path w="236855" h="923925">
                  <a:moveTo>
                    <a:pt x="210103" y="247903"/>
                  </a:moveTo>
                  <a:lnTo>
                    <a:pt x="105029" y="247903"/>
                  </a:lnTo>
                  <a:lnTo>
                    <a:pt x="112522" y="255397"/>
                  </a:lnTo>
                  <a:lnTo>
                    <a:pt x="105029" y="262889"/>
                  </a:lnTo>
                  <a:lnTo>
                    <a:pt x="212707" y="262889"/>
                  </a:lnTo>
                  <a:lnTo>
                    <a:pt x="210970" y="252340"/>
                  </a:lnTo>
                  <a:lnTo>
                    <a:pt x="210103" y="247903"/>
                  </a:lnTo>
                  <a:close/>
                </a:path>
                <a:path w="236855" h="923925">
                  <a:moveTo>
                    <a:pt x="205685" y="225298"/>
                  </a:moveTo>
                  <a:lnTo>
                    <a:pt x="82550" y="225298"/>
                  </a:lnTo>
                  <a:lnTo>
                    <a:pt x="82550" y="232917"/>
                  </a:lnTo>
                  <a:lnTo>
                    <a:pt x="207174" y="232917"/>
                  </a:lnTo>
                  <a:lnTo>
                    <a:pt x="205685" y="225298"/>
                  </a:lnTo>
                  <a:close/>
                </a:path>
                <a:path w="236855" h="923925">
                  <a:moveTo>
                    <a:pt x="202757" y="210312"/>
                  </a:moveTo>
                  <a:lnTo>
                    <a:pt x="45085" y="210312"/>
                  </a:lnTo>
                  <a:lnTo>
                    <a:pt x="45085" y="217804"/>
                  </a:lnTo>
                  <a:lnTo>
                    <a:pt x="204221" y="217804"/>
                  </a:lnTo>
                  <a:lnTo>
                    <a:pt x="202757" y="210312"/>
                  </a:lnTo>
                  <a:close/>
                </a:path>
                <a:path w="236855" h="923925">
                  <a:moveTo>
                    <a:pt x="152495" y="22478"/>
                  </a:moveTo>
                  <a:lnTo>
                    <a:pt x="135127" y="22478"/>
                  </a:lnTo>
                  <a:lnTo>
                    <a:pt x="135127" y="37591"/>
                  </a:lnTo>
                  <a:lnTo>
                    <a:pt x="157300" y="37591"/>
                  </a:lnTo>
                  <a:lnTo>
                    <a:pt x="152495" y="22478"/>
                  </a:lnTo>
                  <a:close/>
                </a:path>
                <a:path w="236855" h="923925">
                  <a:moveTo>
                    <a:pt x="0" y="0"/>
                  </a:moveTo>
                  <a:lnTo>
                    <a:pt x="0" y="14986"/>
                  </a:lnTo>
                  <a:lnTo>
                    <a:pt x="90043" y="14986"/>
                  </a:lnTo>
                  <a:lnTo>
                    <a:pt x="97536" y="22478"/>
                  </a:lnTo>
                  <a:lnTo>
                    <a:pt x="90043" y="30099"/>
                  </a:lnTo>
                  <a:lnTo>
                    <a:pt x="127635" y="30099"/>
                  </a:lnTo>
                  <a:lnTo>
                    <a:pt x="127635" y="22478"/>
                  </a:lnTo>
                  <a:lnTo>
                    <a:pt x="152495" y="22478"/>
                  </a:lnTo>
                  <a:lnTo>
                    <a:pt x="150113" y="14986"/>
                  </a:lnTo>
                  <a:lnTo>
                    <a:pt x="111871" y="6322"/>
                  </a:lnTo>
                  <a:lnTo>
                    <a:pt x="75056" y="1873"/>
                  </a:lnTo>
                  <a:lnTo>
                    <a:pt x="38242" y="234"/>
                  </a:lnTo>
                  <a:lnTo>
                    <a:pt x="0" y="0"/>
                  </a:lnTo>
                  <a:close/>
                </a:path>
                <a:path w="236855" h="923925">
                  <a:moveTo>
                    <a:pt x="37464" y="14986"/>
                  </a:moveTo>
                  <a:lnTo>
                    <a:pt x="7493" y="14986"/>
                  </a:lnTo>
                  <a:lnTo>
                    <a:pt x="7493" y="22478"/>
                  </a:lnTo>
                  <a:lnTo>
                    <a:pt x="37464" y="22478"/>
                  </a:lnTo>
                  <a:lnTo>
                    <a:pt x="37464" y="14986"/>
                  </a:lnTo>
                  <a:close/>
                </a:path>
              </a:pathLst>
            </a:custGeom>
            <a:solidFill>
              <a:srgbClr val="F8E2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38425" y="4857749"/>
              <a:ext cx="133350" cy="28575"/>
            </a:xfrm>
            <a:custGeom>
              <a:avLst/>
              <a:gdLst/>
              <a:ahLst/>
              <a:cxnLst/>
              <a:rect l="l" t="t" r="r" b="b"/>
              <a:pathLst>
                <a:path w="133350" h="2857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33350" h="28575">
                  <a:moveTo>
                    <a:pt x="47625" y="2159"/>
                  </a:moveTo>
                  <a:lnTo>
                    <a:pt x="45466" y="0"/>
                  </a:lnTo>
                  <a:lnTo>
                    <a:pt x="40259" y="0"/>
                  </a:lnTo>
                  <a:lnTo>
                    <a:pt x="38100" y="2159"/>
                  </a:lnTo>
                  <a:lnTo>
                    <a:pt x="38100" y="4699"/>
                  </a:lnTo>
                  <a:lnTo>
                    <a:pt x="38100" y="7366"/>
                  </a:lnTo>
                  <a:lnTo>
                    <a:pt x="40259" y="9525"/>
                  </a:lnTo>
                  <a:lnTo>
                    <a:pt x="45466" y="9525"/>
                  </a:lnTo>
                  <a:lnTo>
                    <a:pt x="47625" y="7366"/>
                  </a:lnTo>
                  <a:lnTo>
                    <a:pt x="47625" y="2159"/>
                  </a:lnTo>
                  <a:close/>
                </a:path>
                <a:path w="133350" h="28575">
                  <a:moveTo>
                    <a:pt x="95250" y="4318"/>
                  </a:moveTo>
                  <a:lnTo>
                    <a:pt x="90932" y="0"/>
                  </a:lnTo>
                  <a:lnTo>
                    <a:pt x="80518" y="0"/>
                  </a:lnTo>
                  <a:lnTo>
                    <a:pt x="76200" y="4318"/>
                  </a:lnTo>
                  <a:lnTo>
                    <a:pt x="76200" y="9525"/>
                  </a:lnTo>
                  <a:lnTo>
                    <a:pt x="76200" y="14732"/>
                  </a:lnTo>
                  <a:lnTo>
                    <a:pt x="80518" y="19050"/>
                  </a:lnTo>
                  <a:lnTo>
                    <a:pt x="90932" y="19050"/>
                  </a:lnTo>
                  <a:lnTo>
                    <a:pt x="95250" y="14732"/>
                  </a:lnTo>
                  <a:lnTo>
                    <a:pt x="95250" y="4318"/>
                  </a:lnTo>
                  <a:close/>
                </a:path>
                <a:path w="133350" h="28575">
                  <a:moveTo>
                    <a:pt x="133350" y="13843"/>
                  </a:moveTo>
                  <a:lnTo>
                    <a:pt x="131191" y="9525"/>
                  </a:lnTo>
                  <a:lnTo>
                    <a:pt x="125984" y="9525"/>
                  </a:lnTo>
                  <a:lnTo>
                    <a:pt x="123825" y="13843"/>
                  </a:lnTo>
                  <a:lnTo>
                    <a:pt x="123825" y="19050"/>
                  </a:lnTo>
                  <a:lnTo>
                    <a:pt x="123825" y="24257"/>
                  </a:lnTo>
                  <a:lnTo>
                    <a:pt x="125984" y="28575"/>
                  </a:lnTo>
                  <a:lnTo>
                    <a:pt x="131191" y="28575"/>
                  </a:lnTo>
                  <a:lnTo>
                    <a:pt x="133350" y="24257"/>
                  </a:lnTo>
                  <a:lnTo>
                    <a:pt x="133350" y="13843"/>
                  </a:lnTo>
                  <a:close/>
                </a:path>
              </a:pathLst>
            </a:custGeom>
            <a:solidFill>
              <a:srgbClr val="D9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38425" y="4581525"/>
              <a:ext cx="142875" cy="276225"/>
            </a:xfrm>
            <a:custGeom>
              <a:avLst/>
              <a:gdLst/>
              <a:ahLst/>
              <a:cxnLst/>
              <a:rect l="l" t="t" r="r" b="b"/>
              <a:pathLst>
                <a:path w="142875" h="276225">
                  <a:moveTo>
                    <a:pt x="0" y="0"/>
                  </a:moveTo>
                  <a:lnTo>
                    <a:pt x="0" y="261238"/>
                  </a:lnTo>
                  <a:lnTo>
                    <a:pt x="36397" y="261473"/>
                  </a:lnTo>
                  <a:lnTo>
                    <a:pt x="71437" y="263112"/>
                  </a:lnTo>
                  <a:lnTo>
                    <a:pt x="106477" y="267561"/>
                  </a:lnTo>
                  <a:lnTo>
                    <a:pt x="142875" y="276225"/>
                  </a:lnTo>
                  <a:lnTo>
                    <a:pt x="132187" y="248338"/>
                  </a:lnTo>
                  <a:lnTo>
                    <a:pt x="121475" y="221154"/>
                  </a:lnTo>
                  <a:lnTo>
                    <a:pt x="110763" y="195375"/>
                  </a:lnTo>
                  <a:lnTo>
                    <a:pt x="100075" y="171703"/>
                  </a:lnTo>
                  <a:lnTo>
                    <a:pt x="88092" y="138100"/>
                  </a:lnTo>
                  <a:lnTo>
                    <a:pt x="74120" y="104521"/>
                  </a:lnTo>
                  <a:lnTo>
                    <a:pt x="58838" y="70941"/>
                  </a:lnTo>
                  <a:lnTo>
                    <a:pt x="42925" y="37337"/>
                  </a:lnTo>
                  <a:lnTo>
                    <a:pt x="28575" y="22351"/>
                  </a:lnTo>
                  <a:lnTo>
                    <a:pt x="28575" y="14986"/>
                  </a:lnTo>
                  <a:lnTo>
                    <a:pt x="22109" y="9483"/>
                  </a:lnTo>
                  <a:lnTo>
                    <a:pt x="14287" y="4683"/>
                  </a:lnTo>
                  <a:lnTo>
                    <a:pt x="6465" y="1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0C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8425" y="5753099"/>
              <a:ext cx="180975" cy="12382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638425" y="5048249"/>
              <a:ext cx="142875" cy="304800"/>
            </a:xfrm>
            <a:custGeom>
              <a:avLst/>
              <a:gdLst/>
              <a:ahLst/>
              <a:cxnLst/>
              <a:rect l="l" t="t" r="r" b="b"/>
              <a:pathLst>
                <a:path w="142875" h="304800">
                  <a:moveTo>
                    <a:pt x="952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42875" h="304800">
                  <a:moveTo>
                    <a:pt x="19050" y="297434"/>
                  </a:moveTo>
                  <a:lnTo>
                    <a:pt x="16891" y="295275"/>
                  </a:lnTo>
                  <a:lnTo>
                    <a:pt x="11684" y="295275"/>
                  </a:lnTo>
                  <a:lnTo>
                    <a:pt x="9525" y="297434"/>
                  </a:lnTo>
                  <a:lnTo>
                    <a:pt x="9525" y="299974"/>
                  </a:lnTo>
                  <a:lnTo>
                    <a:pt x="9525" y="302641"/>
                  </a:lnTo>
                  <a:lnTo>
                    <a:pt x="11684" y="304800"/>
                  </a:lnTo>
                  <a:lnTo>
                    <a:pt x="16891" y="304800"/>
                  </a:lnTo>
                  <a:lnTo>
                    <a:pt x="19050" y="302641"/>
                  </a:lnTo>
                  <a:lnTo>
                    <a:pt x="19050" y="297434"/>
                  </a:lnTo>
                  <a:close/>
                </a:path>
                <a:path w="142875" h="304800">
                  <a:moveTo>
                    <a:pt x="47625" y="11684"/>
                  </a:moveTo>
                  <a:lnTo>
                    <a:pt x="45466" y="9525"/>
                  </a:lnTo>
                  <a:lnTo>
                    <a:pt x="40259" y="9525"/>
                  </a:lnTo>
                  <a:lnTo>
                    <a:pt x="38100" y="11684"/>
                  </a:lnTo>
                  <a:lnTo>
                    <a:pt x="38100" y="14224"/>
                  </a:lnTo>
                  <a:lnTo>
                    <a:pt x="38100" y="16891"/>
                  </a:lnTo>
                  <a:lnTo>
                    <a:pt x="40259" y="19050"/>
                  </a:lnTo>
                  <a:lnTo>
                    <a:pt x="45466" y="19050"/>
                  </a:lnTo>
                  <a:lnTo>
                    <a:pt x="47625" y="16891"/>
                  </a:lnTo>
                  <a:lnTo>
                    <a:pt x="47625" y="11684"/>
                  </a:lnTo>
                  <a:close/>
                </a:path>
                <a:path w="142875" h="304800">
                  <a:moveTo>
                    <a:pt x="57150" y="280543"/>
                  </a:moveTo>
                  <a:lnTo>
                    <a:pt x="54991" y="276225"/>
                  </a:lnTo>
                  <a:lnTo>
                    <a:pt x="49784" y="276225"/>
                  </a:lnTo>
                  <a:lnTo>
                    <a:pt x="47625" y="280543"/>
                  </a:lnTo>
                  <a:lnTo>
                    <a:pt x="47625" y="285750"/>
                  </a:lnTo>
                  <a:lnTo>
                    <a:pt x="47625" y="290957"/>
                  </a:lnTo>
                  <a:lnTo>
                    <a:pt x="49784" y="295275"/>
                  </a:lnTo>
                  <a:lnTo>
                    <a:pt x="54991" y="295275"/>
                  </a:lnTo>
                  <a:lnTo>
                    <a:pt x="57150" y="290957"/>
                  </a:lnTo>
                  <a:lnTo>
                    <a:pt x="57150" y="280543"/>
                  </a:lnTo>
                  <a:close/>
                </a:path>
                <a:path w="142875" h="304800">
                  <a:moveTo>
                    <a:pt x="76200" y="21209"/>
                  </a:moveTo>
                  <a:lnTo>
                    <a:pt x="74041" y="19050"/>
                  </a:lnTo>
                  <a:lnTo>
                    <a:pt x="68834" y="19050"/>
                  </a:lnTo>
                  <a:lnTo>
                    <a:pt x="66675" y="21209"/>
                  </a:lnTo>
                  <a:lnTo>
                    <a:pt x="66675" y="23749"/>
                  </a:lnTo>
                  <a:lnTo>
                    <a:pt x="66675" y="26416"/>
                  </a:lnTo>
                  <a:lnTo>
                    <a:pt x="68834" y="28575"/>
                  </a:lnTo>
                  <a:lnTo>
                    <a:pt x="74041" y="28575"/>
                  </a:lnTo>
                  <a:lnTo>
                    <a:pt x="76200" y="26416"/>
                  </a:lnTo>
                  <a:lnTo>
                    <a:pt x="76200" y="21209"/>
                  </a:lnTo>
                  <a:close/>
                </a:path>
                <a:path w="142875" h="304800">
                  <a:moveTo>
                    <a:pt x="95250" y="259334"/>
                  </a:moveTo>
                  <a:lnTo>
                    <a:pt x="90932" y="257175"/>
                  </a:lnTo>
                  <a:lnTo>
                    <a:pt x="80518" y="257175"/>
                  </a:lnTo>
                  <a:lnTo>
                    <a:pt x="76200" y="259334"/>
                  </a:lnTo>
                  <a:lnTo>
                    <a:pt x="76200" y="261874"/>
                  </a:lnTo>
                  <a:lnTo>
                    <a:pt x="76200" y="264541"/>
                  </a:lnTo>
                  <a:lnTo>
                    <a:pt x="80518" y="266700"/>
                  </a:lnTo>
                  <a:lnTo>
                    <a:pt x="90932" y="266700"/>
                  </a:lnTo>
                  <a:lnTo>
                    <a:pt x="95250" y="264541"/>
                  </a:lnTo>
                  <a:lnTo>
                    <a:pt x="95250" y="259334"/>
                  </a:lnTo>
                  <a:close/>
                </a:path>
                <a:path w="142875" h="304800">
                  <a:moveTo>
                    <a:pt x="104775" y="49784"/>
                  </a:moveTo>
                  <a:lnTo>
                    <a:pt x="102616" y="47625"/>
                  </a:lnTo>
                  <a:lnTo>
                    <a:pt x="97409" y="47625"/>
                  </a:lnTo>
                  <a:lnTo>
                    <a:pt x="95250" y="49784"/>
                  </a:lnTo>
                  <a:lnTo>
                    <a:pt x="95250" y="52324"/>
                  </a:lnTo>
                  <a:lnTo>
                    <a:pt x="95250" y="54991"/>
                  </a:lnTo>
                  <a:lnTo>
                    <a:pt x="97409" y="57150"/>
                  </a:lnTo>
                  <a:lnTo>
                    <a:pt x="102616" y="57150"/>
                  </a:lnTo>
                  <a:lnTo>
                    <a:pt x="104775" y="54991"/>
                  </a:lnTo>
                  <a:lnTo>
                    <a:pt x="104775" y="49784"/>
                  </a:lnTo>
                  <a:close/>
                </a:path>
                <a:path w="142875" h="304800">
                  <a:moveTo>
                    <a:pt x="114300" y="240284"/>
                  </a:moveTo>
                  <a:lnTo>
                    <a:pt x="112141" y="238125"/>
                  </a:lnTo>
                  <a:lnTo>
                    <a:pt x="106934" y="238125"/>
                  </a:lnTo>
                  <a:lnTo>
                    <a:pt x="104775" y="240284"/>
                  </a:lnTo>
                  <a:lnTo>
                    <a:pt x="104775" y="242824"/>
                  </a:lnTo>
                  <a:lnTo>
                    <a:pt x="104775" y="245491"/>
                  </a:lnTo>
                  <a:lnTo>
                    <a:pt x="106934" y="247650"/>
                  </a:lnTo>
                  <a:lnTo>
                    <a:pt x="112141" y="247650"/>
                  </a:lnTo>
                  <a:lnTo>
                    <a:pt x="114300" y="245491"/>
                  </a:lnTo>
                  <a:lnTo>
                    <a:pt x="114300" y="240284"/>
                  </a:lnTo>
                  <a:close/>
                </a:path>
                <a:path w="142875" h="304800">
                  <a:moveTo>
                    <a:pt x="133350" y="80518"/>
                  </a:moveTo>
                  <a:lnTo>
                    <a:pt x="129032" y="76200"/>
                  </a:lnTo>
                  <a:lnTo>
                    <a:pt x="118618" y="76200"/>
                  </a:lnTo>
                  <a:lnTo>
                    <a:pt x="114300" y="80518"/>
                  </a:lnTo>
                  <a:lnTo>
                    <a:pt x="114300" y="85725"/>
                  </a:lnTo>
                  <a:lnTo>
                    <a:pt x="114300" y="90932"/>
                  </a:lnTo>
                  <a:lnTo>
                    <a:pt x="118618" y="95250"/>
                  </a:lnTo>
                  <a:lnTo>
                    <a:pt x="129032" y="95250"/>
                  </a:lnTo>
                  <a:lnTo>
                    <a:pt x="133350" y="90932"/>
                  </a:lnTo>
                  <a:lnTo>
                    <a:pt x="133350" y="80518"/>
                  </a:lnTo>
                  <a:close/>
                </a:path>
                <a:path w="142875" h="304800">
                  <a:moveTo>
                    <a:pt x="142875" y="202184"/>
                  </a:moveTo>
                  <a:lnTo>
                    <a:pt x="138557" y="200025"/>
                  </a:lnTo>
                  <a:lnTo>
                    <a:pt x="128143" y="200025"/>
                  </a:lnTo>
                  <a:lnTo>
                    <a:pt x="123825" y="202184"/>
                  </a:lnTo>
                  <a:lnTo>
                    <a:pt x="123825" y="204724"/>
                  </a:lnTo>
                  <a:lnTo>
                    <a:pt x="123825" y="207391"/>
                  </a:lnTo>
                  <a:lnTo>
                    <a:pt x="128143" y="209550"/>
                  </a:lnTo>
                  <a:lnTo>
                    <a:pt x="138557" y="209550"/>
                  </a:lnTo>
                  <a:lnTo>
                    <a:pt x="142875" y="207391"/>
                  </a:lnTo>
                  <a:lnTo>
                    <a:pt x="142875" y="202184"/>
                  </a:lnTo>
                  <a:close/>
                </a:path>
                <a:path w="142875" h="304800">
                  <a:moveTo>
                    <a:pt x="142875" y="164084"/>
                  </a:moveTo>
                  <a:lnTo>
                    <a:pt x="140716" y="161925"/>
                  </a:lnTo>
                  <a:lnTo>
                    <a:pt x="135509" y="161925"/>
                  </a:lnTo>
                  <a:lnTo>
                    <a:pt x="133350" y="164084"/>
                  </a:lnTo>
                  <a:lnTo>
                    <a:pt x="133350" y="166624"/>
                  </a:lnTo>
                  <a:lnTo>
                    <a:pt x="133350" y="169291"/>
                  </a:lnTo>
                  <a:lnTo>
                    <a:pt x="135509" y="171450"/>
                  </a:lnTo>
                  <a:lnTo>
                    <a:pt x="140716" y="171450"/>
                  </a:lnTo>
                  <a:lnTo>
                    <a:pt x="142875" y="169291"/>
                  </a:lnTo>
                  <a:lnTo>
                    <a:pt x="142875" y="164084"/>
                  </a:lnTo>
                  <a:close/>
                </a:path>
                <a:path w="142875" h="304800">
                  <a:moveTo>
                    <a:pt x="142875" y="118618"/>
                  </a:moveTo>
                  <a:lnTo>
                    <a:pt x="140716" y="114300"/>
                  </a:lnTo>
                  <a:lnTo>
                    <a:pt x="135509" y="114300"/>
                  </a:lnTo>
                  <a:lnTo>
                    <a:pt x="133350" y="118618"/>
                  </a:lnTo>
                  <a:lnTo>
                    <a:pt x="133350" y="123825"/>
                  </a:lnTo>
                  <a:lnTo>
                    <a:pt x="133350" y="129032"/>
                  </a:lnTo>
                  <a:lnTo>
                    <a:pt x="135509" y="133350"/>
                  </a:lnTo>
                  <a:lnTo>
                    <a:pt x="140716" y="133350"/>
                  </a:lnTo>
                  <a:lnTo>
                    <a:pt x="142875" y="129032"/>
                  </a:lnTo>
                  <a:lnTo>
                    <a:pt x="142875" y="118618"/>
                  </a:lnTo>
                  <a:close/>
                </a:path>
              </a:pathLst>
            </a:custGeom>
            <a:solidFill>
              <a:srgbClr val="D9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638425" y="5486399"/>
              <a:ext cx="9525" cy="542925"/>
            </a:xfrm>
            <a:custGeom>
              <a:avLst/>
              <a:gdLst/>
              <a:ahLst/>
              <a:cxnLst/>
              <a:rect l="l" t="t" r="r" b="b"/>
              <a:pathLst>
                <a:path w="9525" h="542925">
                  <a:moveTo>
                    <a:pt x="0" y="0"/>
                  </a:moveTo>
                  <a:lnTo>
                    <a:pt x="0" y="542925"/>
                  </a:lnTo>
                  <a:lnTo>
                    <a:pt x="4825" y="542925"/>
                  </a:lnTo>
                  <a:lnTo>
                    <a:pt x="4825" y="361950"/>
                  </a:lnTo>
                  <a:lnTo>
                    <a:pt x="9451" y="287690"/>
                  </a:lnTo>
                  <a:lnTo>
                    <a:pt x="9525" y="30099"/>
                  </a:lnTo>
                  <a:lnTo>
                    <a:pt x="8715" y="15859"/>
                  </a:lnTo>
                  <a:lnTo>
                    <a:pt x="6572" y="6572"/>
                  </a:lnTo>
                  <a:lnTo>
                    <a:pt x="3524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45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8456041" y="1558671"/>
            <a:ext cx="2630805" cy="929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900" spc="-10" dirty="0"/>
              <a:t>Outline</a:t>
            </a:r>
            <a:endParaRPr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7626" y="9669462"/>
            <a:ext cx="420433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World</a:t>
            </a:r>
            <a:r>
              <a:rPr sz="1650" i="1" spc="-4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class</a:t>
            </a:r>
            <a:r>
              <a:rPr sz="1650" i="1" spc="-7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expertise,</a:t>
            </a:r>
            <a:r>
              <a:rPr sz="1650" i="1" spc="-4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local</a:t>
            </a:r>
            <a:r>
              <a:rPr sz="1650" i="1" spc="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spc="-10" dirty="0">
                <a:solidFill>
                  <a:srgbClr val="FF0000"/>
                </a:solidFill>
                <a:latin typeface="Century Gothic"/>
                <a:cs typeface="Century Gothic"/>
              </a:rPr>
              <a:t>accessibility…</a:t>
            </a:r>
            <a:endParaRPr sz="16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43025" y="2799333"/>
            <a:ext cx="14471015" cy="29794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2967990">
              <a:lnSpc>
                <a:spcPct val="100499"/>
              </a:lnSpc>
              <a:spcBef>
                <a:spcPts val="75"/>
              </a:spcBef>
            </a:pPr>
            <a:r>
              <a:rPr sz="9650" dirty="0">
                <a:solidFill>
                  <a:srgbClr val="54535A"/>
                </a:solidFill>
              </a:rPr>
              <a:t>Introduction</a:t>
            </a:r>
            <a:r>
              <a:rPr sz="9650" spc="90" dirty="0">
                <a:solidFill>
                  <a:srgbClr val="54535A"/>
                </a:solidFill>
              </a:rPr>
              <a:t> </a:t>
            </a:r>
            <a:r>
              <a:rPr sz="9650" spc="-50" dirty="0">
                <a:solidFill>
                  <a:srgbClr val="54535A"/>
                </a:solidFill>
              </a:rPr>
              <a:t>&amp; </a:t>
            </a:r>
            <a:r>
              <a:rPr sz="9650" dirty="0">
                <a:solidFill>
                  <a:srgbClr val="54535A"/>
                </a:solidFill>
              </a:rPr>
              <a:t>Understanding</a:t>
            </a:r>
            <a:r>
              <a:rPr sz="9650" spc="40" dirty="0">
                <a:solidFill>
                  <a:srgbClr val="54535A"/>
                </a:solidFill>
              </a:rPr>
              <a:t> </a:t>
            </a:r>
            <a:r>
              <a:rPr sz="9650" dirty="0">
                <a:solidFill>
                  <a:srgbClr val="54535A"/>
                </a:solidFill>
              </a:rPr>
              <a:t>of</a:t>
            </a:r>
            <a:r>
              <a:rPr sz="9650" spc="120" dirty="0">
                <a:solidFill>
                  <a:srgbClr val="54535A"/>
                </a:solidFill>
              </a:rPr>
              <a:t> </a:t>
            </a:r>
            <a:r>
              <a:rPr sz="9650" spc="-20" dirty="0">
                <a:solidFill>
                  <a:srgbClr val="54535A"/>
                </a:solidFill>
              </a:rPr>
              <a:t>Needs</a:t>
            </a:r>
            <a:endParaRPr sz="9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222" y="8798337"/>
            <a:ext cx="7600950" cy="109410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810895" indent="-208915">
              <a:lnSpc>
                <a:spcPct val="100000"/>
              </a:lnSpc>
              <a:spcBef>
                <a:spcPts val="545"/>
              </a:spcBef>
              <a:buClr>
                <a:srgbClr val="54535A"/>
              </a:buClr>
              <a:buFont typeface="Wingdings"/>
              <a:buChar char=""/>
              <a:tabLst>
                <a:tab pos="810895" algn="l"/>
              </a:tabLst>
            </a:pP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GTCO’s</a:t>
            </a:r>
            <a:r>
              <a:rPr sz="15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lower</a:t>
            </a:r>
            <a:r>
              <a:rPr sz="15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CIR</a:t>
            </a:r>
            <a:r>
              <a:rPr sz="1500" spc="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over</a:t>
            </a:r>
            <a:r>
              <a:rPr sz="1500" spc="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15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years</a:t>
            </a:r>
            <a:r>
              <a:rPr sz="15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has</a:t>
            </a:r>
            <a:r>
              <a:rPr sz="15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been</a:t>
            </a:r>
            <a:r>
              <a:rPr sz="1500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a</a:t>
            </a:r>
            <a:r>
              <a:rPr sz="1500" spc="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key</a:t>
            </a:r>
            <a:r>
              <a:rPr sz="15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driver</a:t>
            </a:r>
            <a:r>
              <a:rPr sz="15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of its</a:t>
            </a:r>
            <a:r>
              <a:rPr sz="15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high</a:t>
            </a:r>
            <a:r>
              <a:rPr sz="1500" spc="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spc="-25" dirty="0">
                <a:solidFill>
                  <a:srgbClr val="54535A"/>
                </a:solidFill>
                <a:latin typeface="Century Gothic"/>
                <a:cs typeface="Century Gothic"/>
              </a:rPr>
              <a:t>RoE</a:t>
            </a:r>
            <a:endParaRPr sz="1500" dirty="0">
              <a:latin typeface="Century Gothic"/>
              <a:cs typeface="Century Gothic"/>
            </a:endParaRPr>
          </a:p>
          <a:p>
            <a:pPr marL="810895" indent="-208915">
              <a:lnSpc>
                <a:spcPct val="100000"/>
              </a:lnSpc>
              <a:spcBef>
                <a:spcPts val="450"/>
              </a:spcBef>
              <a:buFont typeface="Wingdings"/>
              <a:buChar char=""/>
              <a:tabLst>
                <a:tab pos="810895" algn="l"/>
              </a:tabLst>
            </a:pP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Fidelity</a:t>
            </a:r>
            <a:r>
              <a:rPr sz="15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Bank</a:t>
            </a:r>
            <a:r>
              <a:rPr sz="1500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recorded</a:t>
            </a:r>
            <a:r>
              <a:rPr sz="15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1500" spc="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highest</a:t>
            </a:r>
            <a:r>
              <a:rPr sz="1500" spc="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CIR</a:t>
            </a:r>
            <a:r>
              <a:rPr sz="1500" spc="-7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15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lowest</a:t>
            </a:r>
            <a:r>
              <a:rPr sz="15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ROE</a:t>
            </a:r>
            <a:r>
              <a:rPr sz="15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across</a:t>
            </a:r>
            <a:r>
              <a:rPr sz="15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FY19</a:t>
            </a:r>
            <a:r>
              <a:rPr sz="15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–</a:t>
            </a:r>
            <a:r>
              <a:rPr sz="15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4535A"/>
                </a:solidFill>
                <a:latin typeface="Century Gothic"/>
                <a:cs typeface="Century Gothic"/>
              </a:rPr>
              <a:t>FY23.</a:t>
            </a:r>
            <a:endParaRPr sz="15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latin typeface="Century Gothic"/>
                <a:cs typeface="Century Gothic"/>
              </a:rPr>
              <a:t>Sources: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Respective</a:t>
            </a:r>
            <a:r>
              <a:rPr sz="1350" spc="-5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Banks’</a:t>
            </a:r>
            <a:r>
              <a:rPr sz="1350" spc="-3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Financial</a:t>
            </a:r>
            <a:r>
              <a:rPr sz="1350" spc="-4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Reports,</a:t>
            </a:r>
            <a:r>
              <a:rPr sz="1350" spc="-1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KPMG</a:t>
            </a:r>
            <a:r>
              <a:rPr sz="1350" spc="-5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Analysis</a:t>
            </a:r>
            <a:endParaRPr sz="1350" dirty="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19363" y="2847975"/>
            <a:ext cx="12711430" cy="5239385"/>
            <a:chOff x="2019363" y="2847975"/>
            <a:chExt cx="12711430" cy="5239385"/>
          </a:xfrm>
        </p:grpSpPr>
        <p:sp>
          <p:nvSpPr>
            <p:cNvPr id="4" name="object 4"/>
            <p:cNvSpPr/>
            <p:nvPr/>
          </p:nvSpPr>
          <p:spPr>
            <a:xfrm>
              <a:off x="2028825" y="2847975"/>
              <a:ext cx="12696825" cy="5229225"/>
            </a:xfrm>
            <a:custGeom>
              <a:avLst/>
              <a:gdLst/>
              <a:ahLst/>
              <a:cxnLst/>
              <a:rect l="l" t="t" r="r" b="b"/>
              <a:pathLst>
                <a:path w="12696825" h="5229225">
                  <a:moveTo>
                    <a:pt x="12696825" y="0"/>
                  </a:moveTo>
                  <a:lnTo>
                    <a:pt x="0" y="0"/>
                  </a:lnTo>
                  <a:lnTo>
                    <a:pt x="0" y="5229225"/>
                  </a:lnTo>
                  <a:lnTo>
                    <a:pt x="12696825" y="5229225"/>
                  </a:lnTo>
                  <a:lnTo>
                    <a:pt x="12696825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24126" y="2852674"/>
              <a:ext cx="12706350" cy="5229860"/>
            </a:xfrm>
            <a:custGeom>
              <a:avLst/>
              <a:gdLst/>
              <a:ahLst/>
              <a:cxnLst/>
              <a:rect l="l" t="t" r="r" b="b"/>
              <a:pathLst>
                <a:path w="12706350" h="5229859">
                  <a:moveTo>
                    <a:pt x="0" y="5229225"/>
                  </a:moveTo>
                  <a:lnTo>
                    <a:pt x="0" y="0"/>
                  </a:lnTo>
                </a:path>
                <a:path w="12706350" h="5229859">
                  <a:moveTo>
                    <a:pt x="0" y="5229225"/>
                  </a:moveTo>
                  <a:lnTo>
                    <a:pt x="12706350" y="5229352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63200" y="5019675"/>
              <a:ext cx="1095375" cy="1104900"/>
            </a:xfrm>
            <a:custGeom>
              <a:avLst/>
              <a:gdLst/>
              <a:ahLst/>
              <a:cxnLst/>
              <a:rect l="l" t="t" r="r" b="b"/>
              <a:pathLst>
                <a:path w="1095375" h="1104900">
                  <a:moveTo>
                    <a:pt x="547751" y="0"/>
                  </a:moveTo>
                  <a:lnTo>
                    <a:pt x="500489" y="2028"/>
                  </a:lnTo>
                  <a:lnTo>
                    <a:pt x="454343" y="8002"/>
                  </a:lnTo>
                  <a:lnTo>
                    <a:pt x="409478" y="17756"/>
                  </a:lnTo>
                  <a:lnTo>
                    <a:pt x="366059" y="31124"/>
                  </a:lnTo>
                  <a:lnTo>
                    <a:pt x="324249" y="47940"/>
                  </a:lnTo>
                  <a:lnTo>
                    <a:pt x="284213" y="68038"/>
                  </a:lnTo>
                  <a:lnTo>
                    <a:pt x="246116" y="91251"/>
                  </a:lnTo>
                  <a:lnTo>
                    <a:pt x="210121" y="117415"/>
                  </a:lnTo>
                  <a:lnTo>
                    <a:pt x="176394" y="146363"/>
                  </a:lnTo>
                  <a:lnTo>
                    <a:pt x="145099" y="177929"/>
                  </a:lnTo>
                  <a:lnTo>
                    <a:pt x="116400" y="211947"/>
                  </a:lnTo>
                  <a:lnTo>
                    <a:pt x="90461" y="248251"/>
                  </a:lnTo>
                  <a:lnTo>
                    <a:pt x="67448" y="286676"/>
                  </a:lnTo>
                  <a:lnTo>
                    <a:pt x="47524" y="327054"/>
                  </a:lnTo>
                  <a:lnTo>
                    <a:pt x="30853" y="369221"/>
                  </a:lnTo>
                  <a:lnTo>
                    <a:pt x="17601" y="413009"/>
                  </a:lnTo>
                  <a:lnTo>
                    <a:pt x="7932" y="458255"/>
                  </a:lnTo>
                  <a:lnTo>
                    <a:pt x="2010" y="504790"/>
                  </a:lnTo>
                  <a:lnTo>
                    <a:pt x="0" y="552450"/>
                  </a:lnTo>
                  <a:lnTo>
                    <a:pt x="2010" y="600109"/>
                  </a:lnTo>
                  <a:lnTo>
                    <a:pt x="7932" y="646644"/>
                  </a:lnTo>
                  <a:lnTo>
                    <a:pt x="17601" y="691890"/>
                  </a:lnTo>
                  <a:lnTo>
                    <a:pt x="30853" y="735678"/>
                  </a:lnTo>
                  <a:lnTo>
                    <a:pt x="47524" y="777845"/>
                  </a:lnTo>
                  <a:lnTo>
                    <a:pt x="67448" y="818223"/>
                  </a:lnTo>
                  <a:lnTo>
                    <a:pt x="90461" y="856648"/>
                  </a:lnTo>
                  <a:lnTo>
                    <a:pt x="116400" y="892952"/>
                  </a:lnTo>
                  <a:lnTo>
                    <a:pt x="145099" y="926970"/>
                  </a:lnTo>
                  <a:lnTo>
                    <a:pt x="176394" y="958536"/>
                  </a:lnTo>
                  <a:lnTo>
                    <a:pt x="210121" y="987484"/>
                  </a:lnTo>
                  <a:lnTo>
                    <a:pt x="246116" y="1013648"/>
                  </a:lnTo>
                  <a:lnTo>
                    <a:pt x="284213" y="1036861"/>
                  </a:lnTo>
                  <a:lnTo>
                    <a:pt x="324249" y="1056959"/>
                  </a:lnTo>
                  <a:lnTo>
                    <a:pt x="366059" y="1073775"/>
                  </a:lnTo>
                  <a:lnTo>
                    <a:pt x="409478" y="1087143"/>
                  </a:lnTo>
                  <a:lnTo>
                    <a:pt x="454343" y="1096897"/>
                  </a:lnTo>
                  <a:lnTo>
                    <a:pt x="500489" y="1102871"/>
                  </a:lnTo>
                  <a:lnTo>
                    <a:pt x="547751" y="1104900"/>
                  </a:lnTo>
                  <a:lnTo>
                    <a:pt x="594993" y="1102871"/>
                  </a:lnTo>
                  <a:lnTo>
                    <a:pt x="641122" y="1096897"/>
                  </a:lnTo>
                  <a:lnTo>
                    <a:pt x="685972" y="1087143"/>
                  </a:lnTo>
                  <a:lnTo>
                    <a:pt x="729378" y="1073775"/>
                  </a:lnTo>
                  <a:lnTo>
                    <a:pt x="771176" y="1056959"/>
                  </a:lnTo>
                  <a:lnTo>
                    <a:pt x="811202" y="1036861"/>
                  </a:lnTo>
                  <a:lnTo>
                    <a:pt x="849290" y="1013648"/>
                  </a:lnTo>
                  <a:lnTo>
                    <a:pt x="885277" y="987484"/>
                  </a:lnTo>
                  <a:lnTo>
                    <a:pt x="918998" y="958536"/>
                  </a:lnTo>
                  <a:lnTo>
                    <a:pt x="950289" y="926970"/>
                  </a:lnTo>
                  <a:lnTo>
                    <a:pt x="978984" y="892952"/>
                  </a:lnTo>
                  <a:lnTo>
                    <a:pt x="1004919" y="856648"/>
                  </a:lnTo>
                  <a:lnTo>
                    <a:pt x="1027930" y="818223"/>
                  </a:lnTo>
                  <a:lnTo>
                    <a:pt x="1047853" y="777845"/>
                  </a:lnTo>
                  <a:lnTo>
                    <a:pt x="1064522" y="735678"/>
                  </a:lnTo>
                  <a:lnTo>
                    <a:pt x="1077773" y="691890"/>
                  </a:lnTo>
                  <a:lnTo>
                    <a:pt x="1087442" y="646644"/>
                  </a:lnTo>
                  <a:lnTo>
                    <a:pt x="1093364" y="600109"/>
                  </a:lnTo>
                  <a:lnTo>
                    <a:pt x="1095375" y="552450"/>
                  </a:lnTo>
                  <a:lnTo>
                    <a:pt x="1093364" y="504790"/>
                  </a:lnTo>
                  <a:lnTo>
                    <a:pt x="1087442" y="458255"/>
                  </a:lnTo>
                  <a:lnTo>
                    <a:pt x="1077773" y="413009"/>
                  </a:lnTo>
                  <a:lnTo>
                    <a:pt x="1064522" y="369221"/>
                  </a:lnTo>
                  <a:lnTo>
                    <a:pt x="1047853" y="327054"/>
                  </a:lnTo>
                  <a:lnTo>
                    <a:pt x="1027930" y="286676"/>
                  </a:lnTo>
                  <a:lnTo>
                    <a:pt x="1004919" y="248251"/>
                  </a:lnTo>
                  <a:lnTo>
                    <a:pt x="978984" y="211947"/>
                  </a:lnTo>
                  <a:lnTo>
                    <a:pt x="950289" y="177929"/>
                  </a:lnTo>
                  <a:lnTo>
                    <a:pt x="918998" y="146363"/>
                  </a:lnTo>
                  <a:lnTo>
                    <a:pt x="885277" y="117415"/>
                  </a:lnTo>
                  <a:lnTo>
                    <a:pt x="849290" y="91251"/>
                  </a:lnTo>
                  <a:lnTo>
                    <a:pt x="811202" y="68038"/>
                  </a:lnTo>
                  <a:lnTo>
                    <a:pt x="771176" y="47940"/>
                  </a:lnTo>
                  <a:lnTo>
                    <a:pt x="729378" y="31124"/>
                  </a:lnTo>
                  <a:lnTo>
                    <a:pt x="685972" y="17756"/>
                  </a:lnTo>
                  <a:lnTo>
                    <a:pt x="641122" y="8002"/>
                  </a:lnTo>
                  <a:lnTo>
                    <a:pt x="594993" y="2028"/>
                  </a:lnTo>
                  <a:lnTo>
                    <a:pt x="54775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315950" y="5648325"/>
              <a:ext cx="800100" cy="809625"/>
            </a:xfrm>
            <a:custGeom>
              <a:avLst/>
              <a:gdLst/>
              <a:ahLst/>
              <a:cxnLst/>
              <a:rect l="l" t="t" r="r" b="b"/>
              <a:pathLst>
                <a:path w="800100" h="809625">
                  <a:moveTo>
                    <a:pt x="400050" y="0"/>
                  </a:moveTo>
                  <a:lnTo>
                    <a:pt x="353388" y="2723"/>
                  </a:lnTo>
                  <a:lnTo>
                    <a:pt x="308310" y="10690"/>
                  </a:lnTo>
                  <a:lnTo>
                    <a:pt x="265114" y="23598"/>
                  </a:lnTo>
                  <a:lnTo>
                    <a:pt x="224101" y="41142"/>
                  </a:lnTo>
                  <a:lnTo>
                    <a:pt x="185570" y="63018"/>
                  </a:lnTo>
                  <a:lnTo>
                    <a:pt x="149822" y="88924"/>
                  </a:lnTo>
                  <a:lnTo>
                    <a:pt x="117157" y="118554"/>
                  </a:lnTo>
                  <a:lnTo>
                    <a:pt x="87874" y="151606"/>
                  </a:lnTo>
                  <a:lnTo>
                    <a:pt x="62273" y="187775"/>
                  </a:lnTo>
                  <a:lnTo>
                    <a:pt x="40654" y="226757"/>
                  </a:lnTo>
                  <a:lnTo>
                    <a:pt x="23318" y="268250"/>
                  </a:lnTo>
                  <a:lnTo>
                    <a:pt x="10563" y="311949"/>
                  </a:lnTo>
                  <a:lnTo>
                    <a:pt x="2690" y="357549"/>
                  </a:lnTo>
                  <a:lnTo>
                    <a:pt x="0" y="404749"/>
                  </a:lnTo>
                  <a:lnTo>
                    <a:pt x="2690" y="451973"/>
                  </a:lnTo>
                  <a:lnTo>
                    <a:pt x="10563" y="497595"/>
                  </a:lnTo>
                  <a:lnTo>
                    <a:pt x="23318" y="541312"/>
                  </a:lnTo>
                  <a:lnTo>
                    <a:pt x="40654" y="582820"/>
                  </a:lnTo>
                  <a:lnTo>
                    <a:pt x="62273" y="621816"/>
                  </a:lnTo>
                  <a:lnTo>
                    <a:pt x="87874" y="657995"/>
                  </a:lnTo>
                  <a:lnTo>
                    <a:pt x="117157" y="691054"/>
                  </a:lnTo>
                  <a:lnTo>
                    <a:pt x="149822" y="720690"/>
                  </a:lnTo>
                  <a:lnTo>
                    <a:pt x="185570" y="746600"/>
                  </a:lnTo>
                  <a:lnTo>
                    <a:pt x="224101" y="768479"/>
                  </a:lnTo>
                  <a:lnTo>
                    <a:pt x="265114" y="786025"/>
                  </a:lnTo>
                  <a:lnTo>
                    <a:pt x="308310" y="798934"/>
                  </a:lnTo>
                  <a:lnTo>
                    <a:pt x="353388" y="806901"/>
                  </a:lnTo>
                  <a:lnTo>
                    <a:pt x="400050" y="809625"/>
                  </a:lnTo>
                  <a:lnTo>
                    <a:pt x="446711" y="806901"/>
                  </a:lnTo>
                  <a:lnTo>
                    <a:pt x="491789" y="798934"/>
                  </a:lnTo>
                  <a:lnTo>
                    <a:pt x="534985" y="786025"/>
                  </a:lnTo>
                  <a:lnTo>
                    <a:pt x="575998" y="768479"/>
                  </a:lnTo>
                  <a:lnTo>
                    <a:pt x="614529" y="746600"/>
                  </a:lnTo>
                  <a:lnTo>
                    <a:pt x="650277" y="720690"/>
                  </a:lnTo>
                  <a:lnTo>
                    <a:pt x="682942" y="691054"/>
                  </a:lnTo>
                  <a:lnTo>
                    <a:pt x="712225" y="657995"/>
                  </a:lnTo>
                  <a:lnTo>
                    <a:pt x="737826" y="621816"/>
                  </a:lnTo>
                  <a:lnTo>
                    <a:pt x="759445" y="582820"/>
                  </a:lnTo>
                  <a:lnTo>
                    <a:pt x="776781" y="541312"/>
                  </a:lnTo>
                  <a:lnTo>
                    <a:pt x="789536" y="497595"/>
                  </a:lnTo>
                  <a:lnTo>
                    <a:pt x="797409" y="451973"/>
                  </a:lnTo>
                  <a:lnTo>
                    <a:pt x="800100" y="404749"/>
                  </a:lnTo>
                  <a:lnTo>
                    <a:pt x="797409" y="357549"/>
                  </a:lnTo>
                  <a:lnTo>
                    <a:pt x="789536" y="311949"/>
                  </a:lnTo>
                  <a:lnTo>
                    <a:pt x="776781" y="268250"/>
                  </a:lnTo>
                  <a:lnTo>
                    <a:pt x="759445" y="226757"/>
                  </a:lnTo>
                  <a:lnTo>
                    <a:pt x="737826" y="187775"/>
                  </a:lnTo>
                  <a:lnTo>
                    <a:pt x="712225" y="151606"/>
                  </a:lnTo>
                  <a:lnTo>
                    <a:pt x="682942" y="118554"/>
                  </a:lnTo>
                  <a:lnTo>
                    <a:pt x="650277" y="88924"/>
                  </a:lnTo>
                  <a:lnTo>
                    <a:pt x="614529" y="63018"/>
                  </a:lnTo>
                  <a:lnTo>
                    <a:pt x="575998" y="41142"/>
                  </a:lnTo>
                  <a:lnTo>
                    <a:pt x="534985" y="23598"/>
                  </a:lnTo>
                  <a:lnTo>
                    <a:pt x="491789" y="10690"/>
                  </a:lnTo>
                  <a:lnTo>
                    <a:pt x="446711" y="2723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72400" y="4429125"/>
              <a:ext cx="1209675" cy="1219200"/>
            </a:xfrm>
            <a:custGeom>
              <a:avLst/>
              <a:gdLst/>
              <a:ahLst/>
              <a:cxnLst/>
              <a:rect l="l" t="t" r="r" b="b"/>
              <a:pathLst>
                <a:path w="1209675" h="1219200">
                  <a:moveTo>
                    <a:pt x="604901" y="0"/>
                  </a:moveTo>
                  <a:lnTo>
                    <a:pt x="557620" y="1834"/>
                  </a:lnTo>
                  <a:lnTo>
                    <a:pt x="511336" y="7245"/>
                  </a:lnTo>
                  <a:lnTo>
                    <a:pt x="466184" y="16099"/>
                  </a:lnTo>
                  <a:lnTo>
                    <a:pt x="422296" y="28260"/>
                  </a:lnTo>
                  <a:lnTo>
                    <a:pt x="379808" y="43592"/>
                  </a:lnTo>
                  <a:lnTo>
                    <a:pt x="338854" y="61959"/>
                  </a:lnTo>
                  <a:lnTo>
                    <a:pt x="299569" y="83227"/>
                  </a:lnTo>
                  <a:lnTo>
                    <a:pt x="262086" y="107259"/>
                  </a:lnTo>
                  <a:lnTo>
                    <a:pt x="226541" y="133920"/>
                  </a:lnTo>
                  <a:lnTo>
                    <a:pt x="193067" y="163075"/>
                  </a:lnTo>
                  <a:lnTo>
                    <a:pt x="161799" y="194588"/>
                  </a:lnTo>
                  <a:lnTo>
                    <a:pt x="132871" y="228324"/>
                  </a:lnTo>
                  <a:lnTo>
                    <a:pt x="106417" y="264147"/>
                  </a:lnTo>
                  <a:lnTo>
                    <a:pt x="82573" y="301921"/>
                  </a:lnTo>
                  <a:lnTo>
                    <a:pt x="61472" y="341511"/>
                  </a:lnTo>
                  <a:lnTo>
                    <a:pt x="43249" y="382782"/>
                  </a:lnTo>
                  <a:lnTo>
                    <a:pt x="28037" y="425597"/>
                  </a:lnTo>
                  <a:lnTo>
                    <a:pt x="15972" y="469822"/>
                  </a:lnTo>
                  <a:lnTo>
                    <a:pt x="7188" y="515322"/>
                  </a:lnTo>
                  <a:lnTo>
                    <a:pt x="1819" y="561959"/>
                  </a:lnTo>
                  <a:lnTo>
                    <a:pt x="0" y="609600"/>
                  </a:lnTo>
                  <a:lnTo>
                    <a:pt x="1819" y="657240"/>
                  </a:lnTo>
                  <a:lnTo>
                    <a:pt x="7188" y="703877"/>
                  </a:lnTo>
                  <a:lnTo>
                    <a:pt x="15972" y="749377"/>
                  </a:lnTo>
                  <a:lnTo>
                    <a:pt x="28037" y="793602"/>
                  </a:lnTo>
                  <a:lnTo>
                    <a:pt x="43249" y="836417"/>
                  </a:lnTo>
                  <a:lnTo>
                    <a:pt x="61472" y="877688"/>
                  </a:lnTo>
                  <a:lnTo>
                    <a:pt x="82573" y="917278"/>
                  </a:lnTo>
                  <a:lnTo>
                    <a:pt x="106417" y="955052"/>
                  </a:lnTo>
                  <a:lnTo>
                    <a:pt x="132871" y="990875"/>
                  </a:lnTo>
                  <a:lnTo>
                    <a:pt x="161799" y="1024611"/>
                  </a:lnTo>
                  <a:lnTo>
                    <a:pt x="193067" y="1056124"/>
                  </a:lnTo>
                  <a:lnTo>
                    <a:pt x="226541" y="1085279"/>
                  </a:lnTo>
                  <a:lnTo>
                    <a:pt x="262086" y="1111940"/>
                  </a:lnTo>
                  <a:lnTo>
                    <a:pt x="299569" y="1135972"/>
                  </a:lnTo>
                  <a:lnTo>
                    <a:pt x="338854" y="1157240"/>
                  </a:lnTo>
                  <a:lnTo>
                    <a:pt x="379808" y="1175607"/>
                  </a:lnTo>
                  <a:lnTo>
                    <a:pt x="422296" y="1190939"/>
                  </a:lnTo>
                  <a:lnTo>
                    <a:pt x="466184" y="1203100"/>
                  </a:lnTo>
                  <a:lnTo>
                    <a:pt x="511336" y="1211954"/>
                  </a:lnTo>
                  <a:lnTo>
                    <a:pt x="557620" y="1217365"/>
                  </a:lnTo>
                  <a:lnTo>
                    <a:pt x="604901" y="1219200"/>
                  </a:lnTo>
                  <a:lnTo>
                    <a:pt x="652164" y="1217365"/>
                  </a:lnTo>
                  <a:lnTo>
                    <a:pt x="698432" y="1211954"/>
                  </a:lnTo>
                  <a:lnTo>
                    <a:pt x="743570" y="1203100"/>
                  </a:lnTo>
                  <a:lnTo>
                    <a:pt x="787445" y="1190939"/>
                  </a:lnTo>
                  <a:lnTo>
                    <a:pt x="829922" y="1175607"/>
                  </a:lnTo>
                  <a:lnTo>
                    <a:pt x="870866" y="1157240"/>
                  </a:lnTo>
                  <a:lnTo>
                    <a:pt x="910143" y="1135972"/>
                  </a:lnTo>
                  <a:lnTo>
                    <a:pt x="947618" y="1111940"/>
                  </a:lnTo>
                  <a:lnTo>
                    <a:pt x="983157" y="1085279"/>
                  </a:lnTo>
                  <a:lnTo>
                    <a:pt x="1016625" y="1056124"/>
                  </a:lnTo>
                  <a:lnTo>
                    <a:pt x="1047889" y="1024611"/>
                  </a:lnTo>
                  <a:lnTo>
                    <a:pt x="1076813" y="990875"/>
                  </a:lnTo>
                  <a:lnTo>
                    <a:pt x="1103264" y="955052"/>
                  </a:lnTo>
                  <a:lnTo>
                    <a:pt x="1127106" y="917278"/>
                  </a:lnTo>
                  <a:lnTo>
                    <a:pt x="1148205" y="877688"/>
                  </a:lnTo>
                  <a:lnTo>
                    <a:pt x="1166427" y="836417"/>
                  </a:lnTo>
                  <a:lnTo>
                    <a:pt x="1181638" y="793602"/>
                  </a:lnTo>
                  <a:lnTo>
                    <a:pt x="1193702" y="749377"/>
                  </a:lnTo>
                  <a:lnTo>
                    <a:pt x="1202486" y="703877"/>
                  </a:lnTo>
                  <a:lnTo>
                    <a:pt x="1207855" y="657240"/>
                  </a:lnTo>
                  <a:lnTo>
                    <a:pt x="1209675" y="609600"/>
                  </a:lnTo>
                  <a:lnTo>
                    <a:pt x="1207855" y="561959"/>
                  </a:lnTo>
                  <a:lnTo>
                    <a:pt x="1202486" y="515322"/>
                  </a:lnTo>
                  <a:lnTo>
                    <a:pt x="1193702" y="469822"/>
                  </a:lnTo>
                  <a:lnTo>
                    <a:pt x="1181638" y="425597"/>
                  </a:lnTo>
                  <a:lnTo>
                    <a:pt x="1166427" y="382782"/>
                  </a:lnTo>
                  <a:lnTo>
                    <a:pt x="1148205" y="341511"/>
                  </a:lnTo>
                  <a:lnTo>
                    <a:pt x="1127106" y="301921"/>
                  </a:lnTo>
                  <a:lnTo>
                    <a:pt x="1103264" y="264147"/>
                  </a:lnTo>
                  <a:lnTo>
                    <a:pt x="1076813" y="228324"/>
                  </a:lnTo>
                  <a:lnTo>
                    <a:pt x="1047889" y="194588"/>
                  </a:lnTo>
                  <a:lnTo>
                    <a:pt x="1016625" y="163075"/>
                  </a:lnTo>
                  <a:lnTo>
                    <a:pt x="983157" y="133920"/>
                  </a:lnTo>
                  <a:lnTo>
                    <a:pt x="947618" y="107259"/>
                  </a:lnTo>
                  <a:lnTo>
                    <a:pt x="910143" y="83227"/>
                  </a:lnTo>
                  <a:lnTo>
                    <a:pt x="870866" y="61959"/>
                  </a:lnTo>
                  <a:lnTo>
                    <a:pt x="829922" y="43592"/>
                  </a:lnTo>
                  <a:lnTo>
                    <a:pt x="787445" y="28260"/>
                  </a:lnTo>
                  <a:lnTo>
                    <a:pt x="743570" y="16099"/>
                  </a:lnTo>
                  <a:lnTo>
                    <a:pt x="698432" y="7245"/>
                  </a:lnTo>
                  <a:lnTo>
                    <a:pt x="652164" y="1834"/>
                  </a:lnTo>
                  <a:lnTo>
                    <a:pt x="604901" y="0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277350" y="4581525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lnTo>
                    <a:pt x="484842" y="2179"/>
                  </a:lnTo>
                  <a:lnTo>
                    <a:pt x="437507" y="8592"/>
                  </a:lnTo>
                  <a:lnTo>
                    <a:pt x="391583" y="19050"/>
                  </a:lnTo>
                  <a:lnTo>
                    <a:pt x="347258" y="33364"/>
                  </a:lnTo>
                  <a:lnTo>
                    <a:pt x="304721" y="51348"/>
                  </a:lnTo>
                  <a:lnTo>
                    <a:pt x="264160" y="72813"/>
                  </a:lnTo>
                  <a:lnTo>
                    <a:pt x="225762" y="97570"/>
                  </a:lnTo>
                  <a:lnTo>
                    <a:pt x="189716" y="125432"/>
                  </a:lnTo>
                  <a:lnTo>
                    <a:pt x="156210" y="156210"/>
                  </a:lnTo>
                  <a:lnTo>
                    <a:pt x="125432" y="189716"/>
                  </a:lnTo>
                  <a:lnTo>
                    <a:pt x="97570" y="225762"/>
                  </a:lnTo>
                  <a:lnTo>
                    <a:pt x="72813" y="264160"/>
                  </a:lnTo>
                  <a:lnTo>
                    <a:pt x="51348" y="304721"/>
                  </a:lnTo>
                  <a:lnTo>
                    <a:pt x="33364" y="347258"/>
                  </a:lnTo>
                  <a:lnTo>
                    <a:pt x="19050" y="391583"/>
                  </a:lnTo>
                  <a:lnTo>
                    <a:pt x="8592" y="437507"/>
                  </a:lnTo>
                  <a:lnTo>
                    <a:pt x="2179" y="484842"/>
                  </a:lnTo>
                  <a:lnTo>
                    <a:pt x="0" y="533400"/>
                  </a:lnTo>
                  <a:lnTo>
                    <a:pt x="2179" y="581957"/>
                  </a:lnTo>
                  <a:lnTo>
                    <a:pt x="8592" y="629292"/>
                  </a:lnTo>
                  <a:lnTo>
                    <a:pt x="19049" y="675216"/>
                  </a:lnTo>
                  <a:lnTo>
                    <a:pt x="33364" y="719541"/>
                  </a:lnTo>
                  <a:lnTo>
                    <a:pt x="51348" y="762078"/>
                  </a:lnTo>
                  <a:lnTo>
                    <a:pt x="72813" y="802640"/>
                  </a:lnTo>
                  <a:lnTo>
                    <a:pt x="97570" y="841037"/>
                  </a:lnTo>
                  <a:lnTo>
                    <a:pt x="125432" y="877083"/>
                  </a:lnTo>
                  <a:lnTo>
                    <a:pt x="156210" y="910590"/>
                  </a:lnTo>
                  <a:lnTo>
                    <a:pt x="189716" y="941367"/>
                  </a:lnTo>
                  <a:lnTo>
                    <a:pt x="225762" y="969229"/>
                  </a:lnTo>
                  <a:lnTo>
                    <a:pt x="264160" y="993986"/>
                  </a:lnTo>
                  <a:lnTo>
                    <a:pt x="304721" y="1015451"/>
                  </a:lnTo>
                  <a:lnTo>
                    <a:pt x="347258" y="1033435"/>
                  </a:lnTo>
                  <a:lnTo>
                    <a:pt x="391583" y="1047750"/>
                  </a:lnTo>
                  <a:lnTo>
                    <a:pt x="437507" y="1058207"/>
                  </a:lnTo>
                  <a:lnTo>
                    <a:pt x="484842" y="1064620"/>
                  </a:lnTo>
                  <a:lnTo>
                    <a:pt x="533400" y="1066800"/>
                  </a:lnTo>
                  <a:lnTo>
                    <a:pt x="581957" y="1064620"/>
                  </a:lnTo>
                  <a:lnTo>
                    <a:pt x="629292" y="1058207"/>
                  </a:lnTo>
                  <a:lnTo>
                    <a:pt x="675216" y="1047749"/>
                  </a:lnTo>
                  <a:lnTo>
                    <a:pt x="719541" y="1033435"/>
                  </a:lnTo>
                  <a:lnTo>
                    <a:pt x="762078" y="1015451"/>
                  </a:lnTo>
                  <a:lnTo>
                    <a:pt x="802639" y="993986"/>
                  </a:lnTo>
                  <a:lnTo>
                    <a:pt x="841037" y="969229"/>
                  </a:lnTo>
                  <a:lnTo>
                    <a:pt x="877083" y="941367"/>
                  </a:lnTo>
                  <a:lnTo>
                    <a:pt x="910589" y="910589"/>
                  </a:lnTo>
                  <a:lnTo>
                    <a:pt x="941367" y="877083"/>
                  </a:lnTo>
                  <a:lnTo>
                    <a:pt x="969229" y="841037"/>
                  </a:lnTo>
                  <a:lnTo>
                    <a:pt x="993986" y="802639"/>
                  </a:lnTo>
                  <a:lnTo>
                    <a:pt x="1015451" y="762078"/>
                  </a:lnTo>
                  <a:lnTo>
                    <a:pt x="1033435" y="719541"/>
                  </a:lnTo>
                  <a:lnTo>
                    <a:pt x="1047750" y="675216"/>
                  </a:lnTo>
                  <a:lnTo>
                    <a:pt x="1058207" y="629292"/>
                  </a:lnTo>
                  <a:lnTo>
                    <a:pt x="1064620" y="581957"/>
                  </a:lnTo>
                  <a:lnTo>
                    <a:pt x="1066800" y="533400"/>
                  </a:lnTo>
                  <a:lnTo>
                    <a:pt x="1064620" y="484842"/>
                  </a:lnTo>
                  <a:lnTo>
                    <a:pt x="1058207" y="437507"/>
                  </a:lnTo>
                  <a:lnTo>
                    <a:pt x="1047750" y="391583"/>
                  </a:lnTo>
                  <a:lnTo>
                    <a:pt x="1033435" y="347258"/>
                  </a:lnTo>
                  <a:lnTo>
                    <a:pt x="1015451" y="304721"/>
                  </a:lnTo>
                  <a:lnTo>
                    <a:pt x="993986" y="264159"/>
                  </a:lnTo>
                  <a:lnTo>
                    <a:pt x="969229" y="225762"/>
                  </a:lnTo>
                  <a:lnTo>
                    <a:pt x="941367" y="189716"/>
                  </a:lnTo>
                  <a:lnTo>
                    <a:pt x="910589" y="156209"/>
                  </a:lnTo>
                  <a:lnTo>
                    <a:pt x="877083" y="125432"/>
                  </a:lnTo>
                  <a:lnTo>
                    <a:pt x="841037" y="97570"/>
                  </a:lnTo>
                  <a:lnTo>
                    <a:pt x="802639" y="72813"/>
                  </a:lnTo>
                  <a:lnTo>
                    <a:pt x="762078" y="51348"/>
                  </a:lnTo>
                  <a:lnTo>
                    <a:pt x="719541" y="33364"/>
                  </a:lnTo>
                  <a:lnTo>
                    <a:pt x="675216" y="19050"/>
                  </a:lnTo>
                  <a:lnTo>
                    <a:pt x="629292" y="8592"/>
                  </a:lnTo>
                  <a:lnTo>
                    <a:pt x="581957" y="2179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BB1F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1625" y="4362450"/>
              <a:ext cx="1038225" cy="1038225"/>
            </a:xfrm>
            <a:custGeom>
              <a:avLst/>
              <a:gdLst/>
              <a:ahLst/>
              <a:cxnLst/>
              <a:rect l="l" t="t" r="r" b="b"/>
              <a:pathLst>
                <a:path w="1038225" h="1038225">
                  <a:moveTo>
                    <a:pt x="519175" y="0"/>
                  </a:moveTo>
                  <a:lnTo>
                    <a:pt x="471915" y="2121"/>
                  </a:lnTo>
                  <a:lnTo>
                    <a:pt x="425844" y="8363"/>
                  </a:lnTo>
                  <a:lnTo>
                    <a:pt x="381146" y="18542"/>
                  </a:lnTo>
                  <a:lnTo>
                    <a:pt x="338005" y="32475"/>
                  </a:lnTo>
                  <a:lnTo>
                    <a:pt x="296603" y="49979"/>
                  </a:lnTo>
                  <a:lnTo>
                    <a:pt x="257123" y="70870"/>
                  </a:lnTo>
                  <a:lnTo>
                    <a:pt x="219749" y="94965"/>
                  </a:lnTo>
                  <a:lnTo>
                    <a:pt x="184663" y="122081"/>
                  </a:lnTo>
                  <a:lnTo>
                    <a:pt x="152050" y="152034"/>
                  </a:lnTo>
                  <a:lnTo>
                    <a:pt x="122092" y="184642"/>
                  </a:lnTo>
                  <a:lnTo>
                    <a:pt x="94973" y="219720"/>
                  </a:lnTo>
                  <a:lnTo>
                    <a:pt x="70875" y="257085"/>
                  </a:lnTo>
                  <a:lnTo>
                    <a:pt x="49982" y="296555"/>
                  </a:lnTo>
                  <a:lnTo>
                    <a:pt x="32477" y="337945"/>
                  </a:lnTo>
                  <a:lnTo>
                    <a:pt x="18543" y="381073"/>
                  </a:lnTo>
                  <a:lnTo>
                    <a:pt x="8363" y="425755"/>
                  </a:lnTo>
                  <a:lnTo>
                    <a:pt x="2121" y="471808"/>
                  </a:lnTo>
                  <a:lnTo>
                    <a:pt x="0" y="519049"/>
                  </a:lnTo>
                  <a:lnTo>
                    <a:pt x="2121" y="566309"/>
                  </a:lnTo>
                  <a:lnTo>
                    <a:pt x="8363" y="612380"/>
                  </a:lnTo>
                  <a:lnTo>
                    <a:pt x="18543" y="657078"/>
                  </a:lnTo>
                  <a:lnTo>
                    <a:pt x="32477" y="700219"/>
                  </a:lnTo>
                  <a:lnTo>
                    <a:pt x="49982" y="741621"/>
                  </a:lnTo>
                  <a:lnTo>
                    <a:pt x="70875" y="781101"/>
                  </a:lnTo>
                  <a:lnTo>
                    <a:pt x="94973" y="818475"/>
                  </a:lnTo>
                  <a:lnTo>
                    <a:pt x="122092" y="853561"/>
                  </a:lnTo>
                  <a:lnTo>
                    <a:pt x="152050" y="886174"/>
                  </a:lnTo>
                  <a:lnTo>
                    <a:pt x="184663" y="916132"/>
                  </a:lnTo>
                  <a:lnTo>
                    <a:pt x="219749" y="943251"/>
                  </a:lnTo>
                  <a:lnTo>
                    <a:pt x="257123" y="967349"/>
                  </a:lnTo>
                  <a:lnTo>
                    <a:pt x="296603" y="988242"/>
                  </a:lnTo>
                  <a:lnTo>
                    <a:pt x="338005" y="1005747"/>
                  </a:lnTo>
                  <a:lnTo>
                    <a:pt x="381146" y="1019681"/>
                  </a:lnTo>
                  <a:lnTo>
                    <a:pt x="425844" y="1029861"/>
                  </a:lnTo>
                  <a:lnTo>
                    <a:pt x="471915" y="1036103"/>
                  </a:lnTo>
                  <a:lnTo>
                    <a:pt x="519175" y="1038225"/>
                  </a:lnTo>
                  <a:lnTo>
                    <a:pt x="566416" y="1036103"/>
                  </a:lnTo>
                  <a:lnTo>
                    <a:pt x="612469" y="1029861"/>
                  </a:lnTo>
                  <a:lnTo>
                    <a:pt x="657151" y="1019681"/>
                  </a:lnTo>
                  <a:lnTo>
                    <a:pt x="700279" y="1005747"/>
                  </a:lnTo>
                  <a:lnTo>
                    <a:pt x="741669" y="988242"/>
                  </a:lnTo>
                  <a:lnTo>
                    <a:pt x="781139" y="967349"/>
                  </a:lnTo>
                  <a:lnTo>
                    <a:pt x="818504" y="943251"/>
                  </a:lnTo>
                  <a:lnTo>
                    <a:pt x="853582" y="916132"/>
                  </a:lnTo>
                  <a:lnTo>
                    <a:pt x="886190" y="886174"/>
                  </a:lnTo>
                  <a:lnTo>
                    <a:pt x="916143" y="853561"/>
                  </a:lnTo>
                  <a:lnTo>
                    <a:pt x="943259" y="818475"/>
                  </a:lnTo>
                  <a:lnTo>
                    <a:pt x="967354" y="781101"/>
                  </a:lnTo>
                  <a:lnTo>
                    <a:pt x="988245" y="741621"/>
                  </a:lnTo>
                  <a:lnTo>
                    <a:pt x="1005749" y="700219"/>
                  </a:lnTo>
                  <a:lnTo>
                    <a:pt x="1019682" y="657078"/>
                  </a:lnTo>
                  <a:lnTo>
                    <a:pt x="1029861" y="612380"/>
                  </a:lnTo>
                  <a:lnTo>
                    <a:pt x="1036103" y="566309"/>
                  </a:lnTo>
                  <a:lnTo>
                    <a:pt x="1038225" y="519049"/>
                  </a:lnTo>
                  <a:lnTo>
                    <a:pt x="1036103" y="471808"/>
                  </a:lnTo>
                  <a:lnTo>
                    <a:pt x="1029861" y="425755"/>
                  </a:lnTo>
                  <a:lnTo>
                    <a:pt x="1019682" y="381073"/>
                  </a:lnTo>
                  <a:lnTo>
                    <a:pt x="1005749" y="337945"/>
                  </a:lnTo>
                  <a:lnTo>
                    <a:pt x="988245" y="296555"/>
                  </a:lnTo>
                  <a:lnTo>
                    <a:pt x="967354" y="257085"/>
                  </a:lnTo>
                  <a:lnTo>
                    <a:pt x="943259" y="219720"/>
                  </a:lnTo>
                  <a:lnTo>
                    <a:pt x="916143" y="184642"/>
                  </a:lnTo>
                  <a:lnTo>
                    <a:pt x="886190" y="152034"/>
                  </a:lnTo>
                  <a:lnTo>
                    <a:pt x="853582" y="122081"/>
                  </a:lnTo>
                  <a:lnTo>
                    <a:pt x="818504" y="94965"/>
                  </a:lnTo>
                  <a:lnTo>
                    <a:pt x="781139" y="70870"/>
                  </a:lnTo>
                  <a:lnTo>
                    <a:pt x="741669" y="49979"/>
                  </a:lnTo>
                  <a:lnTo>
                    <a:pt x="700279" y="32475"/>
                  </a:lnTo>
                  <a:lnTo>
                    <a:pt x="657151" y="18542"/>
                  </a:lnTo>
                  <a:lnTo>
                    <a:pt x="612469" y="8363"/>
                  </a:lnTo>
                  <a:lnTo>
                    <a:pt x="566416" y="2121"/>
                  </a:lnTo>
                  <a:lnTo>
                    <a:pt x="519175" y="0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14950" y="4410075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325" y="0"/>
                  </a:moveTo>
                  <a:lnTo>
                    <a:pt x="267873" y="3407"/>
                  </a:lnTo>
                  <a:lnTo>
                    <a:pt x="223539" y="13307"/>
                  </a:lnTo>
                  <a:lnTo>
                    <a:pt x="181808" y="29212"/>
                  </a:lnTo>
                  <a:lnTo>
                    <a:pt x="143166" y="50636"/>
                  </a:lnTo>
                  <a:lnTo>
                    <a:pt x="108099" y="77094"/>
                  </a:lnTo>
                  <a:lnTo>
                    <a:pt x="77094" y="108099"/>
                  </a:lnTo>
                  <a:lnTo>
                    <a:pt x="50636" y="143166"/>
                  </a:lnTo>
                  <a:lnTo>
                    <a:pt x="29212" y="181808"/>
                  </a:lnTo>
                  <a:lnTo>
                    <a:pt x="13307" y="223539"/>
                  </a:lnTo>
                  <a:lnTo>
                    <a:pt x="3407" y="267873"/>
                  </a:lnTo>
                  <a:lnTo>
                    <a:pt x="0" y="314325"/>
                  </a:lnTo>
                  <a:lnTo>
                    <a:pt x="3407" y="360776"/>
                  </a:lnTo>
                  <a:lnTo>
                    <a:pt x="13307" y="405110"/>
                  </a:lnTo>
                  <a:lnTo>
                    <a:pt x="29212" y="446841"/>
                  </a:lnTo>
                  <a:lnTo>
                    <a:pt x="50636" y="485483"/>
                  </a:lnTo>
                  <a:lnTo>
                    <a:pt x="77094" y="520550"/>
                  </a:lnTo>
                  <a:lnTo>
                    <a:pt x="108099" y="551555"/>
                  </a:lnTo>
                  <a:lnTo>
                    <a:pt x="143166" y="578013"/>
                  </a:lnTo>
                  <a:lnTo>
                    <a:pt x="181808" y="599437"/>
                  </a:lnTo>
                  <a:lnTo>
                    <a:pt x="223539" y="615342"/>
                  </a:lnTo>
                  <a:lnTo>
                    <a:pt x="267873" y="625242"/>
                  </a:lnTo>
                  <a:lnTo>
                    <a:pt x="314325" y="628650"/>
                  </a:lnTo>
                  <a:lnTo>
                    <a:pt x="360776" y="625242"/>
                  </a:lnTo>
                  <a:lnTo>
                    <a:pt x="405110" y="615342"/>
                  </a:lnTo>
                  <a:lnTo>
                    <a:pt x="446841" y="599437"/>
                  </a:lnTo>
                  <a:lnTo>
                    <a:pt x="485483" y="578013"/>
                  </a:lnTo>
                  <a:lnTo>
                    <a:pt x="520550" y="551555"/>
                  </a:lnTo>
                  <a:lnTo>
                    <a:pt x="551555" y="520550"/>
                  </a:lnTo>
                  <a:lnTo>
                    <a:pt x="578013" y="485483"/>
                  </a:lnTo>
                  <a:lnTo>
                    <a:pt x="599437" y="446841"/>
                  </a:lnTo>
                  <a:lnTo>
                    <a:pt x="615342" y="405110"/>
                  </a:lnTo>
                  <a:lnTo>
                    <a:pt x="625242" y="360776"/>
                  </a:lnTo>
                  <a:lnTo>
                    <a:pt x="628650" y="314325"/>
                  </a:lnTo>
                  <a:lnTo>
                    <a:pt x="625242" y="267873"/>
                  </a:lnTo>
                  <a:lnTo>
                    <a:pt x="615342" y="223539"/>
                  </a:lnTo>
                  <a:lnTo>
                    <a:pt x="599437" y="181808"/>
                  </a:lnTo>
                  <a:lnTo>
                    <a:pt x="578013" y="143166"/>
                  </a:lnTo>
                  <a:lnTo>
                    <a:pt x="551555" y="108099"/>
                  </a:lnTo>
                  <a:lnTo>
                    <a:pt x="520550" y="77094"/>
                  </a:lnTo>
                  <a:lnTo>
                    <a:pt x="485483" y="50636"/>
                  </a:lnTo>
                  <a:lnTo>
                    <a:pt x="446841" y="29212"/>
                  </a:lnTo>
                  <a:lnTo>
                    <a:pt x="405110" y="13307"/>
                  </a:lnTo>
                  <a:lnTo>
                    <a:pt x="360776" y="3407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43AF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34101" y="4710176"/>
              <a:ext cx="8086725" cy="1238250"/>
            </a:xfrm>
            <a:custGeom>
              <a:avLst/>
              <a:gdLst/>
              <a:ahLst/>
              <a:cxnLst/>
              <a:rect l="l" t="t" r="r" b="b"/>
              <a:pathLst>
                <a:path w="8086725" h="1238250">
                  <a:moveTo>
                    <a:pt x="0" y="0"/>
                  </a:moveTo>
                  <a:lnTo>
                    <a:pt x="8086725" y="1238250"/>
                  </a:lnTo>
                </a:path>
              </a:pathLst>
            </a:custGeom>
            <a:ln w="12700">
              <a:solidFill>
                <a:srgbClr val="00338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53172" y="8005381"/>
            <a:ext cx="5762625" cy="593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38480">
              <a:lnSpc>
                <a:spcPts val="96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0%</a:t>
            </a:r>
            <a:endParaRPr sz="800">
              <a:latin typeface="Arial"/>
              <a:cs typeface="Arial"/>
            </a:endParaRPr>
          </a:p>
          <a:p>
            <a:pPr marL="671195">
              <a:lnSpc>
                <a:spcPts val="960"/>
              </a:lnSpc>
              <a:tabLst>
                <a:tab pos="3848100" algn="l"/>
              </a:tabLst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10%</a:t>
            </a:r>
            <a:r>
              <a:rPr sz="800" dirty="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15%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Source:</a:t>
            </a:r>
            <a:r>
              <a:rPr sz="15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Data</a:t>
            </a:r>
            <a:r>
              <a:rPr sz="15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is</a:t>
            </a:r>
            <a:r>
              <a:rPr sz="15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computed</a:t>
            </a:r>
            <a:r>
              <a:rPr sz="15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based</a:t>
            </a:r>
            <a:r>
              <a:rPr sz="15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on</a:t>
            </a:r>
            <a:r>
              <a:rPr sz="1500" spc="-7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1500" spc="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4535A"/>
                </a:solidFill>
                <a:latin typeface="Century Gothic"/>
                <a:cs typeface="Century Gothic"/>
              </a:rPr>
              <a:t>Banks’</a:t>
            </a:r>
            <a:r>
              <a:rPr sz="15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4535A"/>
                </a:solidFill>
                <a:latin typeface="Century Gothic"/>
                <a:cs typeface="Century Gothic"/>
              </a:rPr>
              <a:t>annual</a:t>
            </a:r>
            <a:r>
              <a:rPr sz="1500" spc="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4535A"/>
                </a:solidFill>
                <a:latin typeface="Century Gothic"/>
                <a:cs typeface="Century Gothic"/>
              </a:rPr>
              <a:t>reports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22754" y="7482585"/>
            <a:ext cx="2317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10%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2754" y="6959218"/>
            <a:ext cx="2317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20%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22754" y="6435725"/>
            <a:ext cx="2317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30%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2754" y="5912484"/>
            <a:ext cx="2317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40%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2754" y="5388546"/>
            <a:ext cx="2324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50%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22754" y="4865623"/>
            <a:ext cx="2317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60%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22754" y="4342384"/>
            <a:ext cx="2317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70%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22754" y="3818572"/>
            <a:ext cx="2324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80%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22754" y="3295650"/>
            <a:ext cx="2317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90%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66239" y="2771838"/>
            <a:ext cx="28956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0" dirty="0">
                <a:solidFill>
                  <a:srgbClr val="585858"/>
                </a:solidFill>
                <a:latin typeface="Arial"/>
                <a:cs typeface="Arial"/>
              </a:rPr>
              <a:t>100%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86015" y="8100948"/>
            <a:ext cx="1789430" cy="3289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30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20%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34"/>
              </a:spcBef>
            </a:pPr>
            <a:r>
              <a:rPr sz="800" b="1" spc="-10" dirty="0">
                <a:latin typeface="Arial"/>
                <a:cs typeface="Arial"/>
              </a:rPr>
              <a:t>Average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Return</a:t>
            </a:r>
            <a:r>
              <a:rPr sz="800" b="1" spc="-3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on</a:t>
            </a:r>
            <a:r>
              <a:rPr sz="800" b="1" spc="-3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Equity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(FY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19-</a:t>
            </a:r>
            <a:r>
              <a:rPr sz="800" b="1" spc="-25" dirty="0">
                <a:latin typeface="Arial"/>
                <a:cs typeface="Arial"/>
              </a:rPr>
              <a:t>23)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442318" y="8126983"/>
            <a:ext cx="2317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25%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618969" y="8126983"/>
            <a:ext cx="23177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585858"/>
                </a:solidFill>
                <a:latin typeface="Arial"/>
                <a:cs typeface="Arial"/>
              </a:rPr>
              <a:t>30%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11699" y="4552789"/>
            <a:ext cx="142875" cy="183578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b="1" dirty="0">
                <a:latin typeface="Arial"/>
                <a:cs typeface="Arial"/>
              </a:rPr>
              <a:t>Average</a:t>
            </a:r>
            <a:r>
              <a:rPr sz="800" b="1" spc="-1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Cost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Income</a:t>
            </a:r>
            <a:r>
              <a:rPr sz="800" b="1" spc="-1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Ratio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(FY19-</a:t>
            </a:r>
            <a:r>
              <a:rPr sz="800" b="1" spc="-25" dirty="0">
                <a:latin typeface="Arial"/>
                <a:cs typeface="Arial"/>
              </a:rPr>
              <a:t>23)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28888" y="3020631"/>
            <a:ext cx="12696825" cy="2472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12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size</a:t>
            </a:r>
            <a:r>
              <a:rPr sz="12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1200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12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00338D"/>
                </a:solidFill>
                <a:latin typeface="Century Gothic"/>
                <a:cs typeface="Century Gothic"/>
              </a:rPr>
              <a:t>bubbles</a:t>
            </a:r>
            <a:r>
              <a:rPr sz="120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depicts</a:t>
            </a:r>
            <a:r>
              <a:rPr sz="120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120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FY19-23</a:t>
            </a:r>
            <a:r>
              <a:rPr sz="1200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average</a:t>
            </a:r>
            <a:r>
              <a:rPr sz="12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total</a:t>
            </a:r>
            <a:r>
              <a:rPr sz="120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assets</a:t>
            </a:r>
            <a:r>
              <a:rPr sz="120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00338D"/>
                </a:solidFill>
                <a:latin typeface="Century Gothic"/>
                <a:cs typeface="Century Gothic"/>
              </a:rPr>
              <a:t>of the</a:t>
            </a:r>
            <a:r>
              <a:rPr sz="120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spc="-20" dirty="0">
                <a:solidFill>
                  <a:srgbClr val="00338D"/>
                </a:solidFill>
                <a:latin typeface="Century Gothic"/>
                <a:cs typeface="Century Gothic"/>
              </a:rPr>
              <a:t>Bank</a:t>
            </a: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Century Gothic"/>
              <a:cs typeface="Century Gothic"/>
            </a:endParaRPr>
          </a:p>
          <a:p>
            <a:pPr marR="823594" algn="r">
              <a:lnSpc>
                <a:spcPct val="100000"/>
              </a:lnSpc>
            </a:pPr>
            <a:r>
              <a:rPr sz="1350" b="1" dirty="0">
                <a:solidFill>
                  <a:srgbClr val="473697"/>
                </a:solidFill>
                <a:latin typeface="Century Gothic"/>
                <a:cs typeface="Century Gothic"/>
              </a:rPr>
              <a:t>Leading</a:t>
            </a:r>
            <a:r>
              <a:rPr sz="1350" b="1" spc="-65" dirty="0">
                <a:solidFill>
                  <a:srgbClr val="473697"/>
                </a:solidFill>
                <a:latin typeface="Century Gothic"/>
                <a:cs typeface="Century Gothic"/>
              </a:rPr>
              <a:t> </a:t>
            </a:r>
            <a:r>
              <a:rPr sz="1350" b="1" spc="-10" dirty="0">
                <a:solidFill>
                  <a:srgbClr val="473697"/>
                </a:solidFill>
                <a:latin typeface="Century Gothic"/>
                <a:cs typeface="Century Gothic"/>
              </a:rPr>
              <a:t>player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16977" y="2439606"/>
            <a:ext cx="11090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Initial</a:t>
            </a:r>
            <a:r>
              <a:rPr sz="1800" b="1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analysis</a:t>
            </a:r>
            <a:r>
              <a:rPr sz="1800" b="1" spc="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1800" b="1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1800" b="1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tier</a:t>
            </a:r>
            <a:r>
              <a:rPr sz="1800" b="1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one</a:t>
            </a:r>
            <a:r>
              <a:rPr sz="1800" b="1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banks</a:t>
            </a:r>
            <a:r>
              <a:rPr sz="1800" b="1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indicates</a:t>
            </a:r>
            <a:r>
              <a:rPr sz="1800" b="1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that</a:t>
            </a:r>
            <a:r>
              <a:rPr sz="1800" b="1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Return</a:t>
            </a:r>
            <a:r>
              <a:rPr sz="1800" b="1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on</a:t>
            </a:r>
            <a:r>
              <a:rPr sz="1800" b="1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Equity</a:t>
            </a:r>
            <a:r>
              <a:rPr sz="1800" b="1" spc="-7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is</a:t>
            </a:r>
            <a:r>
              <a:rPr sz="1800" b="1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driven</a:t>
            </a:r>
            <a:r>
              <a:rPr sz="1800" b="1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by</a:t>
            </a:r>
            <a:r>
              <a:rPr sz="1800" b="1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1800" b="1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Cost</a:t>
            </a:r>
            <a:r>
              <a:rPr sz="1800" b="1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4535A"/>
                </a:solidFill>
                <a:latin typeface="Century Gothic"/>
                <a:cs typeface="Century Gothic"/>
              </a:rPr>
              <a:t>Income</a:t>
            </a:r>
            <a:r>
              <a:rPr sz="1800" b="1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54535A"/>
                </a:solidFill>
                <a:latin typeface="Century Gothic"/>
                <a:cs typeface="Century Gothic"/>
              </a:rPr>
              <a:t>ratio.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9830" rIns="0" bIns="0" rtlCol="0">
            <a:spAutoFit/>
          </a:bodyPr>
          <a:lstStyle/>
          <a:p>
            <a:pPr marL="619760" algn="ctr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Over</a:t>
            </a:r>
            <a:r>
              <a:rPr sz="3950" spc="-15" dirty="0"/>
              <a:t> </a:t>
            </a:r>
            <a:r>
              <a:rPr sz="3950" dirty="0"/>
              <a:t>the</a:t>
            </a:r>
            <a:r>
              <a:rPr sz="3950" spc="30" dirty="0"/>
              <a:t> </a:t>
            </a:r>
            <a:r>
              <a:rPr sz="3950" dirty="0"/>
              <a:t>last</a:t>
            </a:r>
            <a:r>
              <a:rPr sz="3950" spc="60" dirty="0"/>
              <a:t> </a:t>
            </a:r>
            <a:r>
              <a:rPr sz="3950" dirty="0"/>
              <a:t>few</a:t>
            </a:r>
            <a:r>
              <a:rPr sz="3950" spc="135" dirty="0"/>
              <a:t> </a:t>
            </a:r>
            <a:r>
              <a:rPr sz="3950" dirty="0"/>
              <a:t>years,</a:t>
            </a:r>
            <a:r>
              <a:rPr sz="3950" spc="80" dirty="0"/>
              <a:t> </a:t>
            </a:r>
            <a:r>
              <a:rPr sz="3950" dirty="0"/>
              <a:t>UBA,</a:t>
            </a:r>
            <a:r>
              <a:rPr sz="3950" spc="85" dirty="0"/>
              <a:t> </a:t>
            </a:r>
            <a:r>
              <a:rPr sz="3950" dirty="0"/>
              <a:t>Zenith</a:t>
            </a:r>
            <a:r>
              <a:rPr sz="3950" spc="40" dirty="0"/>
              <a:t> </a:t>
            </a:r>
            <a:r>
              <a:rPr sz="3950" dirty="0"/>
              <a:t>and</a:t>
            </a:r>
            <a:r>
              <a:rPr sz="3950" spc="110" dirty="0"/>
              <a:t> </a:t>
            </a:r>
            <a:r>
              <a:rPr sz="3950" dirty="0"/>
              <a:t>GTCO</a:t>
            </a:r>
            <a:r>
              <a:rPr sz="3950" spc="50" dirty="0"/>
              <a:t> </a:t>
            </a:r>
            <a:r>
              <a:rPr sz="3950" dirty="0"/>
              <a:t>have</a:t>
            </a:r>
            <a:r>
              <a:rPr sz="3950" spc="25" dirty="0"/>
              <a:t> </a:t>
            </a:r>
            <a:r>
              <a:rPr sz="3950" dirty="0"/>
              <a:t>consistently</a:t>
            </a:r>
            <a:r>
              <a:rPr sz="3950" spc="100" dirty="0"/>
              <a:t> </a:t>
            </a:r>
            <a:r>
              <a:rPr sz="3950" spc="-25" dirty="0"/>
              <a:t>led</a:t>
            </a:r>
            <a:endParaRPr sz="3950"/>
          </a:p>
          <a:p>
            <a:pPr marL="628650" algn="ctr">
              <a:lnSpc>
                <a:spcPct val="100000"/>
              </a:lnSpc>
              <a:spcBef>
                <a:spcPts val="65"/>
              </a:spcBef>
            </a:pPr>
            <a:r>
              <a:rPr sz="3950" dirty="0"/>
              <a:t>the</a:t>
            </a:r>
            <a:r>
              <a:rPr sz="3950" spc="20" dirty="0"/>
              <a:t> </a:t>
            </a:r>
            <a:r>
              <a:rPr sz="3950" dirty="0"/>
              <a:t>banking</a:t>
            </a:r>
            <a:r>
              <a:rPr sz="3950" spc="75" dirty="0"/>
              <a:t> </a:t>
            </a:r>
            <a:r>
              <a:rPr sz="3950" dirty="0"/>
              <a:t>industry</a:t>
            </a:r>
            <a:r>
              <a:rPr sz="3950" spc="20" dirty="0"/>
              <a:t> </a:t>
            </a:r>
            <a:r>
              <a:rPr sz="3950" dirty="0"/>
              <a:t>on</a:t>
            </a:r>
            <a:r>
              <a:rPr sz="3950" spc="100" dirty="0"/>
              <a:t> </a:t>
            </a:r>
            <a:r>
              <a:rPr sz="3950" spc="-10" dirty="0"/>
              <a:t>performance…</a:t>
            </a:r>
            <a:endParaRPr sz="3950"/>
          </a:p>
        </p:txBody>
      </p:sp>
      <p:sp>
        <p:nvSpPr>
          <p:cNvPr id="31" name="object 31"/>
          <p:cNvSpPr/>
          <p:nvPr/>
        </p:nvSpPr>
        <p:spPr>
          <a:xfrm>
            <a:off x="15154275" y="29051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6797" y="175503"/>
                </a:lnTo>
                <a:lnTo>
                  <a:pt x="25725" y="212110"/>
                </a:lnTo>
                <a:lnTo>
                  <a:pt x="54589" y="240974"/>
                </a:lnTo>
                <a:lnTo>
                  <a:pt x="91196" y="259902"/>
                </a:lnTo>
                <a:lnTo>
                  <a:pt x="133350" y="266700"/>
                </a:lnTo>
                <a:lnTo>
                  <a:pt x="175503" y="259902"/>
                </a:lnTo>
                <a:lnTo>
                  <a:pt x="212110" y="240974"/>
                </a:lnTo>
                <a:lnTo>
                  <a:pt x="240974" y="212110"/>
                </a:lnTo>
                <a:lnTo>
                  <a:pt x="259902" y="175503"/>
                </a:lnTo>
                <a:lnTo>
                  <a:pt x="266700" y="133350"/>
                </a:lnTo>
                <a:lnTo>
                  <a:pt x="259902" y="91196"/>
                </a:lnTo>
                <a:lnTo>
                  <a:pt x="240974" y="54589"/>
                </a:lnTo>
                <a:lnTo>
                  <a:pt x="212110" y="25725"/>
                </a:lnTo>
                <a:lnTo>
                  <a:pt x="175503" y="6797"/>
                </a:lnTo>
                <a:lnTo>
                  <a:pt x="1333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154275" y="3400425"/>
            <a:ext cx="266700" cy="276225"/>
          </a:xfrm>
          <a:custGeom>
            <a:avLst/>
            <a:gdLst/>
            <a:ahLst/>
            <a:cxnLst/>
            <a:rect l="l" t="t" r="r" b="b"/>
            <a:pathLst>
              <a:path w="266700" h="276225">
                <a:moveTo>
                  <a:pt x="133350" y="0"/>
                </a:moveTo>
                <a:lnTo>
                  <a:pt x="91196" y="7041"/>
                </a:lnTo>
                <a:lnTo>
                  <a:pt x="54589" y="26647"/>
                </a:lnTo>
                <a:lnTo>
                  <a:pt x="25725" y="56537"/>
                </a:lnTo>
                <a:lnTo>
                  <a:pt x="6797" y="94431"/>
                </a:lnTo>
                <a:lnTo>
                  <a:pt x="0" y="138049"/>
                </a:lnTo>
                <a:lnTo>
                  <a:pt x="6797" y="181728"/>
                </a:lnTo>
                <a:lnTo>
                  <a:pt x="25725" y="219660"/>
                </a:lnTo>
                <a:lnTo>
                  <a:pt x="54589" y="249569"/>
                </a:lnTo>
                <a:lnTo>
                  <a:pt x="91196" y="269182"/>
                </a:lnTo>
                <a:lnTo>
                  <a:pt x="133350" y="276225"/>
                </a:lnTo>
                <a:lnTo>
                  <a:pt x="175503" y="269182"/>
                </a:lnTo>
                <a:lnTo>
                  <a:pt x="212110" y="249569"/>
                </a:lnTo>
                <a:lnTo>
                  <a:pt x="240974" y="219660"/>
                </a:lnTo>
                <a:lnTo>
                  <a:pt x="259902" y="181728"/>
                </a:lnTo>
                <a:lnTo>
                  <a:pt x="266700" y="138049"/>
                </a:lnTo>
                <a:lnTo>
                  <a:pt x="259902" y="94431"/>
                </a:lnTo>
                <a:lnTo>
                  <a:pt x="240974" y="56537"/>
                </a:lnTo>
                <a:lnTo>
                  <a:pt x="212110" y="26647"/>
                </a:lnTo>
                <a:lnTo>
                  <a:pt x="175503" y="7041"/>
                </a:lnTo>
                <a:lnTo>
                  <a:pt x="1333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154275" y="3895725"/>
            <a:ext cx="266700" cy="276225"/>
          </a:xfrm>
          <a:custGeom>
            <a:avLst/>
            <a:gdLst/>
            <a:ahLst/>
            <a:cxnLst/>
            <a:rect l="l" t="t" r="r" b="b"/>
            <a:pathLst>
              <a:path w="266700" h="276225">
                <a:moveTo>
                  <a:pt x="133350" y="0"/>
                </a:moveTo>
                <a:lnTo>
                  <a:pt x="91196" y="7041"/>
                </a:lnTo>
                <a:lnTo>
                  <a:pt x="54589" y="26647"/>
                </a:lnTo>
                <a:lnTo>
                  <a:pt x="25725" y="56537"/>
                </a:lnTo>
                <a:lnTo>
                  <a:pt x="6797" y="94431"/>
                </a:lnTo>
                <a:lnTo>
                  <a:pt x="0" y="138049"/>
                </a:lnTo>
                <a:lnTo>
                  <a:pt x="6797" y="181728"/>
                </a:lnTo>
                <a:lnTo>
                  <a:pt x="25725" y="219660"/>
                </a:lnTo>
                <a:lnTo>
                  <a:pt x="54589" y="249569"/>
                </a:lnTo>
                <a:lnTo>
                  <a:pt x="91196" y="269182"/>
                </a:lnTo>
                <a:lnTo>
                  <a:pt x="133350" y="276225"/>
                </a:lnTo>
                <a:lnTo>
                  <a:pt x="175503" y="269182"/>
                </a:lnTo>
                <a:lnTo>
                  <a:pt x="212110" y="249569"/>
                </a:lnTo>
                <a:lnTo>
                  <a:pt x="240974" y="219660"/>
                </a:lnTo>
                <a:lnTo>
                  <a:pt x="259902" y="181728"/>
                </a:lnTo>
                <a:lnTo>
                  <a:pt x="266700" y="138049"/>
                </a:lnTo>
                <a:lnTo>
                  <a:pt x="259902" y="94431"/>
                </a:lnTo>
                <a:lnTo>
                  <a:pt x="240974" y="56537"/>
                </a:lnTo>
                <a:lnTo>
                  <a:pt x="212110" y="26647"/>
                </a:lnTo>
                <a:lnTo>
                  <a:pt x="175503" y="7041"/>
                </a:lnTo>
                <a:lnTo>
                  <a:pt x="133350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154275" y="4381500"/>
            <a:ext cx="266700" cy="276225"/>
          </a:xfrm>
          <a:custGeom>
            <a:avLst/>
            <a:gdLst/>
            <a:ahLst/>
            <a:cxnLst/>
            <a:rect l="l" t="t" r="r" b="b"/>
            <a:pathLst>
              <a:path w="266700" h="276225">
                <a:moveTo>
                  <a:pt x="133350" y="0"/>
                </a:moveTo>
                <a:lnTo>
                  <a:pt x="91196" y="7041"/>
                </a:lnTo>
                <a:lnTo>
                  <a:pt x="54589" y="26647"/>
                </a:lnTo>
                <a:lnTo>
                  <a:pt x="25725" y="56537"/>
                </a:lnTo>
                <a:lnTo>
                  <a:pt x="6797" y="94431"/>
                </a:lnTo>
                <a:lnTo>
                  <a:pt x="0" y="138049"/>
                </a:lnTo>
                <a:lnTo>
                  <a:pt x="6797" y="181728"/>
                </a:lnTo>
                <a:lnTo>
                  <a:pt x="25725" y="219660"/>
                </a:lnTo>
                <a:lnTo>
                  <a:pt x="54589" y="249569"/>
                </a:lnTo>
                <a:lnTo>
                  <a:pt x="91196" y="269182"/>
                </a:lnTo>
                <a:lnTo>
                  <a:pt x="133350" y="276225"/>
                </a:lnTo>
                <a:lnTo>
                  <a:pt x="175503" y="269182"/>
                </a:lnTo>
                <a:lnTo>
                  <a:pt x="212110" y="249569"/>
                </a:lnTo>
                <a:lnTo>
                  <a:pt x="240974" y="219660"/>
                </a:lnTo>
                <a:lnTo>
                  <a:pt x="259902" y="181728"/>
                </a:lnTo>
                <a:lnTo>
                  <a:pt x="266700" y="138049"/>
                </a:lnTo>
                <a:lnTo>
                  <a:pt x="259902" y="94431"/>
                </a:lnTo>
                <a:lnTo>
                  <a:pt x="240974" y="56537"/>
                </a:lnTo>
                <a:lnTo>
                  <a:pt x="212110" y="26647"/>
                </a:lnTo>
                <a:lnTo>
                  <a:pt x="175503" y="7041"/>
                </a:lnTo>
                <a:lnTo>
                  <a:pt x="1333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154275" y="49149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6797" y="175503"/>
                </a:lnTo>
                <a:lnTo>
                  <a:pt x="25725" y="212110"/>
                </a:lnTo>
                <a:lnTo>
                  <a:pt x="54589" y="240974"/>
                </a:lnTo>
                <a:lnTo>
                  <a:pt x="91196" y="259902"/>
                </a:lnTo>
                <a:lnTo>
                  <a:pt x="133350" y="266700"/>
                </a:lnTo>
                <a:lnTo>
                  <a:pt x="175503" y="259902"/>
                </a:lnTo>
                <a:lnTo>
                  <a:pt x="212110" y="240974"/>
                </a:lnTo>
                <a:lnTo>
                  <a:pt x="240974" y="212110"/>
                </a:lnTo>
                <a:lnTo>
                  <a:pt x="259902" y="175503"/>
                </a:lnTo>
                <a:lnTo>
                  <a:pt x="266700" y="133350"/>
                </a:lnTo>
                <a:lnTo>
                  <a:pt x="259902" y="91196"/>
                </a:lnTo>
                <a:lnTo>
                  <a:pt x="240974" y="54589"/>
                </a:lnTo>
                <a:lnTo>
                  <a:pt x="212110" y="25725"/>
                </a:lnTo>
                <a:lnTo>
                  <a:pt x="175503" y="6797"/>
                </a:lnTo>
                <a:lnTo>
                  <a:pt x="133350" y="0"/>
                </a:lnTo>
                <a:close/>
              </a:path>
            </a:pathLst>
          </a:custGeom>
          <a:solidFill>
            <a:srgbClr val="BB1F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650210" y="2933700"/>
            <a:ext cx="875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entury Gothic"/>
                <a:cs typeface="Century Gothic"/>
              </a:rPr>
              <a:t>Zenith</a:t>
            </a:r>
            <a:r>
              <a:rPr sz="1200" b="1" spc="-10" dirty="0">
                <a:latin typeface="Century Gothic"/>
                <a:cs typeface="Century Gothic"/>
              </a:rPr>
              <a:t> </a:t>
            </a:r>
            <a:r>
              <a:rPr sz="1200" b="1" spc="-20" dirty="0">
                <a:latin typeface="Century Gothic"/>
                <a:cs typeface="Century Gothic"/>
              </a:rPr>
              <a:t>Bank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650210" y="3423348"/>
            <a:ext cx="4679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Century Gothic"/>
                <a:cs typeface="Century Gothic"/>
              </a:rPr>
              <a:t>GTCO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650210" y="3935984"/>
            <a:ext cx="970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entury Gothic"/>
                <a:cs typeface="Century Gothic"/>
              </a:rPr>
              <a:t>Access</a:t>
            </a:r>
            <a:r>
              <a:rPr sz="1200" b="1" spc="-30" dirty="0">
                <a:latin typeface="Century Gothic"/>
                <a:cs typeface="Century Gothic"/>
              </a:rPr>
              <a:t> </a:t>
            </a:r>
            <a:r>
              <a:rPr sz="1200" b="1" spc="-20" dirty="0">
                <a:latin typeface="Century Gothic"/>
                <a:cs typeface="Century Gothic"/>
              </a:rPr>
              <a:t>Bank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650210" y="4430331"/>
            <a:ext cx="7137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entury Gothic"/>
                <a:cs typeface="Century Gothic"/>
              </a:rPr>
              <a:t>First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spc="-20" dirty="0">
                <a:latin typeface="Century Gothic"/>
                <a:cs typeface="Century Gothic"/>
              </a:rPr>
              <a:t>Bank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650210" y="4957698"/>
            <a:ext cx="328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entury Gothic"/>
                <a:cs typeface="Century Gothic"/>
              </a:rPr>
              <a:t>UBA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5154275" y="5410200"/>
            <a:ext cx="266700" cy="276225"/>
          </a:xfrm>
          <a:custGeom>
            <a:avLst/>
            <a:gdLst/>
            <a:ahLst/>
            <a:cxnLst/>
            <a:rect l="l" t="t" r="r" b="b"/>
            <a:pathLst>
              <a:path w="266700" h="276225">
                <a:moveTo>
                  <a:pt x="133350" y="0"/>
                </a:moveTo>
                <a:lnTo>
                  <a:pt x="91196" y="7041"/>
                </a:lnTo>
                <a:lnTo>
                  <a:pt x="54589" y="26647"/>
                </a:lnTo>
                <a:lnTo>
                  <a:pt x="25725" y="56537"/>
                </a:lnTo>
                <a:lnTo>
                  <a:pt x="6797" y="94431"/>
                </a:lnTo>
                <a:lnTo>
                  <a:pt x="0" y="138049"/>
                </a:lnTo>
                <a:lnTo>
                  <a:pt x="6797" y="181728"/>
                </a:lnTo>
                <a:lnTo>
                  <a:pt x="25725" y="219660"/>
                </a:lnTo>
                <a:lnTo>
                  <a:pt x="54589" y="249569"/>
                </a:lnTo>
                <a:lnTo>
                  <a:pt x="91196" y="269182"/>
                </a:lnTo>
                <a:lnTo>
                  <a:pt x="133350" y="276225"/>
                </a:lnTo>
                <a:lnTo>
                  <a:pt x="175503" y="269182"/>
                </a:lnTo>
                <a:lnTo>
                  <a:pt x="212110" y="249569"/>
                </a:lnTo>
                <a:lnTo>
                  <a:pt x="240974" y="219660"/>
                </a:lnTo>
                <a:lnTo>
                  <a:pt x="259902" y="181728"/>
                </a:lnTo>
                <a:lnTo>
                  <a:pt x="266700" y="138049"/>
                </a:lnTo>
                <a:lnTo>
                  <a:pt x="259902" y="94431"/>
                </a:lnTo>
                <a:lnTo>
                  <a:pt x="240974" y="56537"/>
                </a:lnTo>
                <a:lnTo>
                  <a:pt x="212110" y="26647"/>
                </a:lnTo>
                <a:lnTo>
                  <a:pt x="175503" y="7041"/>
                </a:lnTo>
                <a:lnTo>
                  <a:pt x="133350" y="0"/>
                </a:lnTo>
                <a:close/>
              </a:path>
            </a:pathLst>
          </a:custGeom>
          <a:solidFill>
            <a:srgbClr val="43AF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5650210" y="5391467"/>
            <a:ext cx="9512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entury Gothic"/>
                <a:cs typeface="Century Gothic"/>
              </a:rPr>
              <a:t>Fidelity</a:t>
            </a:r>
            <a:r>
              <a:rPr sz="1200" b="1" spc="-20" dirty="0">
                <a:latin typeface="Century Gothic"/>
                <a:cs typeface="Century Gothic"/>
              </a:rPr>
              <a:t> Bank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737" y="1102931"/>
            <a:ext cx="15386685" cy="12420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sz="3950" dirty="0"/>
              <a:t>Our</a:t>
            </a:r>
            <a:r>
              <a:rPr sz="3950" spc="85" dirty="0"/>
              <a:t> </a:t>
            </a:r>
            <a:r>
              <a:rPr sz="3950" dirty="0"/>
              <a:t>recommendation</a:t>
            </a:r>
            <a:r>
              <a:rPr sz="3950" spc="55" dirty="0"/>
              <a:t> </a:t>
            </a:r>
            <a:r>
              <a:rPr sz="3950" dirty="0"/>
              <a:t>was</a:t>
            </a:r>
            <a:r>
              <a:rPr sz="3950" spc="35" dirty="0"/>
              <a:t> </a:t>
            </a:r>
            <a:r>
              <a:rPr sz="3950" dirty="0"/>
              <a:t>to</a:t>
            </a:r>
            <a:r>
              <a:rPr sz="3950" spc="95" dirty="0"/>
              <a:t> </a:t>
            </a:r>
            <a:r>
              <a:rPr sz="3950" dirty="0"/>
              <a:t>classify</a:t>
            </a:r>
            <a:r>
              <a:rPr sz="3950" spc="50" dirty="0"/>
              <a:t> </a:t>
            </a:r>
            <a:r>
              <a:rPr sz="3950" dirty="0"/>
              <a:t>the</a:t>
            </a:r>
            <a:r>
              <a:rPr sz="3950" spc="45" dirty="0"/>
              <a:t> </a:t>
            </a:r>
            <a:r>
              <a:rPr sz="3950" dirty="0"/>
              <a:t>identified</a:t>
            </a:r>
            <a:r>
              <a:rPr sz="3950" spc="55" dirty="0"/>
              <a:t> </a:t>
            </a:r>
            <a:r>
              <a:rPr sz="3950" spc="-10" dirty="0"/>
              <a:t>opportunity </a:t>
            </a:r>
            <a:r>
              <a:rPr sz="3950" dirty="0"/>
              <a:t>areas</a:t>
            </a:r>
            <a:r>
              <a:rPr sz="3950" spc="15" dirty="0"/>
              <a:t> </a:t>
            </a:r>
            <a:r>
              <a:rPr sz="3950" dirty="0"/>
              <a:t>into</a:t>
            </a:r>
            <a:r>
              <a:rPr sz="3950" spc="85" dirty="0"/>
              <a:t> </a:t>
            </a:r>
            <a:r>
              <a:rPr sz="3950" dirty="0"/>
              <a:t>two</a:t>
            </a:r>
            <a:r>
              <a:rPr sz="3950" spc="15" dirty="0"/>
              <a:t> </a:t>
            </a:r>
            <a:r>
              <a:rPr sz="3950" spc="-10" dirty="0"/>
              <a:t>segments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1042987" y="2547937"/>
            <a:ext cx="7429500" cy="6829425"/>
          </a:xfrm>
          <a:prstGeom prst="rect">
            <a:avLst/>
          </a:prstGeom>
          <a:solidFill>
            <a:srgbClr val="54535A"/>
          </a:solidFill>
          <a:ln w="9525">
            <a:solidFill>
              <a:srgbClr val="FF0000"/>
            </a:solidFill>
          </a:ln>
        </p:spPr>
        <p:txBody>
          <a:bodyPr vert="horz" wrap="square" lIns="0" tIns="699135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5505"/>
              </a:spcBef>
            </a:pPr>
            <a:r>
              <a:rPr sz="8100" b="1" dirty="0">
                <a:solidFill>
                  <a:srgbClr val="FFFFFF"/>
                </a:solidFill>
                <a:latin typeface="Century Gothic"/>
                <a:cs typeface="Century Gothic"/>
              </a:rPr>
              <a:t>Segment </a:t>
            </a:r>
            <a:r>
              <a:rPr sz="81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One</a:t>
            </a:r>
            <a:endParaRPr sz="8100">
              <a:latin typeface="Century Gothic"/>
              <a:cs typeface="Century Gothic"/>
            </a:endParaRPr>
          </a:p>
          <a:p>
            <a:pPr marL="260985">
              <a:lnSpc>
                <a:spcPct val="100000"/>
              </a:lnSpc>
              <a:spcBef>
                <a:spcPts val="1835"/>
              </a:spcBef>
            </a:pP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Operating</a:t>
            </a:r>
            <a:r>
              <a:rPr sz="2400" b="1" spc="-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expenses</a:t>
            </a:r>
            <a:r>
              <a:rPr sz="2400" b="1" spc="-1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(non-</a:t>
            </a:r>
            <a:r>
              <a:rPr sz="24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technology)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400">
              <a:latin typeface="Century Gothic"/>
              <a:cs typeface="Century Gothic"/>
            </a:endParaRPr>
          </a:p>
          <a:p>
            <a:pPr marL="518159" indent="-25717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Personnel</a:t>
            </a:r>
            <a:r>
              <a:rPr sz="18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expenses</a:t>
            </a:r>
            <a:endParaRPr sz="1800">
              <a:latin typeface="Century Gothic"/>
              <a:cs typeface="Century Gothic"/>
            </a:endParaRPr>
          </a:p>
          <a:p>
            <a:pPr marL="518159" indent="-257175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Training</a:t>
            </a:r>
            <a:r>
              <a:rPr sz="18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development</a:t>
            </a:r>
            <a:endParaRPr sz="1800">
              <a:latin typeface="Century Gothic"/>
              <a:cs typeface="Century Gothic"/>
            </a:endParaRPr>
          </a:p>
          <a:p>
            <a:pPr marL="518159" indent="-257175">
              <a:lnSpc>
                <a:spcPct val="100000"/>
              </a:lnSpc>
              <a:spcBef>
                <a:spcPts val="1140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Fuel</a:t>
            </a:r>
            <a:r>
              <a:rPr sz="18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maintenance</a:t>
            </a:r>
            <a:endParaRPr sz="1800">
              <a:latin typeface="Century Gothic"/>
              <a:cs typeface="Century Gothic"/>
            </a:endParaRPr>
          </a:p>
          <a:p>
            <a:pPr marL="518159" indent="-257175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Travel</a:t>
            </a:r>
            <a:r>
              <a:rPr sz="1800" spc="-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hotel</a:t>
            </a:r>
            <a:endParaRPr sz="1800">
              <a:latin typeface="Century Gothic"/>
              <a:cs typeface="Century Gothic"/>
            </a:endParaRPr>
          </a:p>
          <a:p>
            <a:pPr marL="518159" indent="-257175">
              <a:lnSpc>
                <a:spcPct val="100000"/>
              </a:lnSpc>
              <a:spcBef>
                <a:spcPts val="106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Printing</a:t>
            </a:r>
            <a:r>
              <a:rPr sz="1800" spc="-9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stationery</a:t>
            </a:r>
            <a:endParaRPr sz="1800">
              <a:latin typeface="Century Gothic"/>
              <a:cs typeface="Century Gothic"/>
            </a:endParaRPr>
          </a:p>
          <a:p>
            <a:pPr marL="518159" indent="-257175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Security</a:t>
            </a:r>
            <a:r>
              <a:rPr sz="1800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cash</a:t>
            </a:r>
            <a:r>
              <a:rPr sz="1800" spc="-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handling</a:t>
            </a:r>
            <a:endParaRPr sz="1800">
              <a:latin typeface="Century Gothic"/>
              <a:cs typeface="Century Gothic"/>
            </a:endParaRPr>
          </a:p>
          <a:p>
            <a:pPr marL="518159" indent="-257175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Corporate</a:t>
            </a:r>
            <a:r>
              <a:rPr sz="1800" spc="-9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promotions</a:t>
            </a:r>
            <a:r>
              <a:rPr sz="1800" spc="-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800" spc="-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advertisement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0" y="2543175"/>
            <a:ext cx="7439025" cy="6702476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704215" rIns="0" bIns="0" rtlCol="0">
            <a:spAutoFit/>
          </a:bodyPr>
          <a:lstStyle/>
          <a:p>
            <a:pPr marL="410845">
              <a:lnSpc>
                <a:spcPct val="100000"/>
              </a:lnSpc>
              <a:spcBef>
                <a:spcPts val="5545"/>
              </a:spcBef>
            </a:pPr>
            <a:r>
              <a:rPr sz="8100" b="1" dirty="0">
                <a:solidFill>
                  <a:srgbClr val="FFFFFF"/>
                </a:solidFill>
                <a:latin typeface="Century Gothic"/>
                <a:cs typeface="Century Gothic"/>
              </a:rPr>
              <a:t>Segment </a:t>
            </a:r>
            <a:r>
              <a:rPr sz="81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Two</a:t>
            </a:r>
            <a:endParaRPr sz="8100" dirty="0">
              <a:latin typeface="Century Gothic"/>
              <a:cs typeface="Century Gothic"/>
            </a:endParaRPr>
          </a:p>
          <a:p>
            <a:pPr marL="274320">
              <a:lnSpc>
                <a:spcPct val="100000"/>
              </a:lnSpc>
              <a:spcBef>
                <a:spcPts val="1835"/>
              </a:spcBef>
            </a:pP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Operating</a:t>
            </a:r>
            <a:r>
              <a:rPr sz="2400" b="1" spc="-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expenses</a:t>
            </a:r>
            <a:r>
              <a:rPr sz="2400" b="1" spc="-11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(technology)</a:t>
            </a:r>
            <a:endParaRPr sz="24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400" dirty="0">
              <a:latin typeface="Century Gothic"/>
              <a:cs typeface="Century Gothic"/>
            </a:endParaRPr>
          </a:p>
          <a:p>
            <a:pPr marL="531495" indent="-257175">
              <a:lnSpc>
                <a:spcPct val="100000"/>
              </a:lnSpc>
              <a:buFont typeface="Arial"/>
              <a:buChar char="•"/>
              <a:tabLst>
                <a:tab pos="531495" algn="l"/>
              </a:tabLst>
            </a:pPr>
            <a:r>
              <a:rPr lang="en-US" sz="1800" dirty="0">
                <a:solidFill>
                  <a:srgbClr val="FFFFFF"/>
                </a:solidFill>
                <a:latin typeface="Century Gothic"/>
                <a:cs typeface="Century Gothic"/>
              </a:rPr>
              <a:t>*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Licenses</a:t>
            </a:r>
            <a:r>
              <a:rPr sz="1800" spc="-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Subscriptions</a:t>
            </a:r>
            <a:endParaRPr sz="1800" dirty="0">
              <a:latin typeface="Century Gothic"/>
              <a:cs typeface="Century Gothic"/>
            </a:endParaRPr>
          </a:p>
          <a:p>
            <a:pPr marL="531495" indent="-257175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531495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Communication</a:t>
            </a:r>
            <a:r>
              <a:rPr sz="1800" spc="-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Link</a:t>
            </a:r>
            <a:r>
              <a:rPr sz="18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Expenses</a:t>
            </a:r>
            <a:endParaRPr sz="1800" dirty="0">
              <a:latin typeface="Century Gothic"/>
              <a:cs typeface="Century Gothic"/>
            </a:endParaRPr>
          </a:p>
          <a:p>
            <a:pPr marL="531495" indent="-257175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1495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Computer</a:t>
            </a:r>
            <a:r>
              <a:rPr sz="1800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Consumables</a:t>
            </a:r>
            <a:endParaRPr lang="en-US" sz="1800" spc="-10" dirty="0">
              <a:solidFill>
                <a:srgbClr val="FFFFFF"/>
              </a:solidFill>
              <a:latin typeface="Century Gothic"/>
              <a:cs typeface="Century Gothic"/>
            </a:endParaRPr>
          </a:p>
          <a:p>
            <a:pPr marL="531495" indent="-257175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1495" algn="l"/>
              </a:tabLst>
            </a:pPr>
            <a:endParaRPr lang="en-US" spc="-10" dirty="0">
              <a:solidFill>
                <a:srgbClr val="FFFFFF"/>
              </a:solidFill>
              <a:latin typeface="Century Gothic"/>
              <a:cs typeface="Century Gothic"/>
            </a:endParaRPr>
          </a:p>
          <a:p>
            <a:pPr marL="531495" indent="-257175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1495" algn="l"/>
              </a:tabLst>
            </a:pPr>
            <a:endParaRPr lang="en-US" sz="1800" spc="-10" dirty="0">
              <a:solidFill>
                <a:srgbClr val="FFFFFF"/>
              </a:solidFill>
              <a:latin typeface="Century Gothic"/>
              <a:cs typeface="Century Gothic"/>
            </a:endParaRPr>
          </a:p>
          <a:p>
            <a:pPr marL="531495" indent="-257175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1495" algn="l"/>
              </a:tabLst>
            </a:pPr>
            <a:endParaRPr lang="en-US" spc="-10" dirty="0">
              <a:solidFill>
                <a:srgbClr val="FFFFFF"/>
              </a:solidFill>
              <a:latin typeface="Century Gothic"/>
              <a:cs typeface="Century Gothic"/>
            </a:endParaRPr>
          </a:p>
          <a:p>
            <a:pPr marL="531495" indent="-257175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1495" algn="l"/>
              </a:tabLst>
            </a:pPr>
            <a:endParaRPr lang="en-US" sz="1800" spc="-10" dirty="0">
              <a:solidFill>
                <a:srgbClr val="FFFFFF"/>
              </a:solidFill>
              <a:latin typeface="Century Gothic"/>
              <a:cs typeface="Century Gothic"/>
            </a:endParaRPr>
          </a:p>
          <a:p>
            <a:pPr marL="531495" indent="-257175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1495" algn="l"/>
              </a:tabLst>
            </a:pPr>
            <a:endParaRPr lang="en-US" spc="-10" dirty="0">
              <a:solidFill>
                <a:srgbClr val="FFFFFF"/>
              </a:solidFill>
              <a:latin typeface="Century Gothic"/>
              <a:cs typeface="Century Gothic"/>
            </a:endParaRPr>
          </a:p>
          <a:p>
            <a:pPr marL="531495" indent="-257175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531495" algn="l"/>
              </a:tabLst>
            </a:pP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67031" y="588581"/>
            <a:ext cx="130937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-10" dirty="0">
                <a:solidFill>
                  <a:srgbClr val="A9A8AD"/>
                </a:solidFill>
                <a:latin typeface="Century Gothic"/>
                <a:cs typeface="Century Gothic"/>
              </a:rPr>
              <a:t>Background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7084E-2E44-E8B5-C498-34774350D56C}"/>
              </a:ext>
            </a:extLst>
          </p:cNvPr>
          <p:cNvSpPr txBox="1"/>
          <p:nvPr/>
        </p:nvSpPr>
        <p:spPr>
          <a:xfrm flipH="1">
            <a:off x="9601200" y="8191500"/>
            <a:ext cx="3276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*Scope of services</a:t>
            </a:r>
            <a:endParaRPr lang="en-NG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7626" y="9669462"/>
            <a:ext cx="420433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World</a:t>
            </a:r>
            <a:r>
              <a:rPr sz="1650" i="1" spc="-4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class</a:t>
            </a:r>
            <a:r>
              <a:rPr sz="1650" i="1" spc="-7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expertise,</a:t>
            </a:r>
            <a:r>
              <a:rPr sz="1650" i="1" spc="-4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local</a:t>
            </a:r>
            <a:r>
              <a:rPr sz="1650" i="1" spc="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spc="-10" dirty="0">
                <a:solidFill>
                  <a:srgbClr val="FF0000"/>
                </a:solidFill>
                <a:latin typeface="Century Gothic"/>
                <a:cs typeface="Century Gothic"/>
              </a:rPr>
              <a:t>accessibility…</a:t>
            </a:r>
            <a:endParaRPr sz="16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81476" y="3093720"/>
            <a:ext cx="11770995" cy="33223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53640" marR="5080" indent="-2441575">
              <a:lnSpc>
                <a:spcPct val="100200"/>
              </a:lnSpc>
              <a:spcBef>
                <a:spcPts val="85"/>
              </a:spcBef>
            </a:pPr>
            <a:r>
              <a:rPr sz="10800" dirty="0">
                <a:solidFill>
                  <a:srgbClr val="52535B"/>
                </a:solidFill>
              </a:rPr>
              <a:t>Point</a:t>
            </a:r>
            <a:r>
              <a:rPr sz="10800" spc="15" dirty="0">
                <a:solidFill>
                  <a:srgbClr val="52535B"/>
                </a:solidFill>
              </a:rPr>
              <a:t> </a:t>
            </a:r>
            <a:r>
              <a:rPr sz="10800" dirty="0">
                <a:solidFill>
                  <a:srgbClr val="52535B"/>
                </a:solidFill>
              </a:rPr>
              <a:t>of</a:t>
            </a:r>
            <a:r>
              <a:rPr sz="10800" spc="-30" dirty="0">
                <a:solidFill>
                  <a:srgbClr val="52535B"/>
                </a:solidFill>
              </a:rPr>
              <a:t> </a:t>
            </a:r>
            <a:r>
              <a:rPr sz="10800" dirty="0">
                <a:solidFill>
                  <a:srgbClr val="52535B"/>
                </a:solidFill>
              </a:rPr>
              <a:t>View</a:t>
            </a:r>
            <a:r>
              <a:rPr sz="10800" spc="-30" dirty="0">
                <a:solidFill>
                  <a:srgbClr val="52535B"/>
                </a:solidFill>
              </a:rPr>
              <a:t> </a:t>
            </a:r>
            <a:r>
              <a:rPr sz="10800" spc="-25" dirty="0">
                <a:solidFill>
                  <a:srgbClr val="52535B"/>
                </a:solidFill>
              </a:rPr>
              <a:t>and </a:t>
            </a:r>
            <a:r>
              <a:rPr sz="10800" spc="-10" dirty="0">
                <a:solidFill>
                  <a:srgbClr val="52535B"/>
                </a:solidFill>
              </a:rPr>
              <a:t>Approach</a:t>
            </a:r>
            <a:endParaRPr sz="10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29125" y="3638550"/>
            <a:ext cx="10991850" cy="4800600"/>
            <a:chOff x="4429125" y="3638550"/>
            <a:chExt cx="10991850" cy="4800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5" y="3638550"/>
              <a:ext cx="10991850" cy="4800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8250" y="4667250"/>
              <a:ext cx="114300" cy="4000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02895" y="937006"/>
            <a:ext cx="17575530" cy="12420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232275" marR="5080" indent="-4220210">
              <a:lnSpc>
                <a:spcPct val="101400"/>
              </a:lnSpc>
              <a:spcBef>
                <a:spcPts val="60"/>
              </a:spcBef>
            </a:pP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Optimising</a:t>
            </a:r>
            <a:r>
              <a:rPr sz="3950" spc="7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3950" spc="3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IT</a:t>
            </a:r>
            <a:r>
              <a:rPr sz="3950" spc="10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cost</a:t>
            </a:r>
            <a:r>
              <a:rPr sz="395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portfolio</a:t>
            </a:r>
            <a:r>
              <a:rPr sz="3950" spc="9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requires</a:t>
            </a:r>
            <a:r>
              <a:rPr sz="3950" spc="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seamless</a:t>
            </a:r>
            <a:r>
              <a:rPr sz="3950" spc="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collaboration</a:t>
            </a:r>
            <a:r>
              <a:rPr sz="3950" spc="1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spc="-10" dirty="0">
                <a:solidFill>
                  <a:srgbClr val="FF0000"/>
                </a:solidFill>
                <a:latin typeface="Century Gothic"/>
                <a:cs typeface="Century Gothic"/>
              </a:rPr>
              <a:t>between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IT,</a:t>
            </a:r>
            <a:r>
              <a:rPr sz="3950" spc="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finance,</a:t>
            </a:r>
            <a:r>
              <a:rPr sz="3950" spc="9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and</a:t>
            </a:r>
            <a:r>
              <a:rPr sz="3950" spc="4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dirty="0">
                <a:solidFill>
                  <a:srgbClr val="FF0000"/>
                </a:solidFill>
                <a:latin typeface="Century Gothic"/>
                <a:cs typeface="Century Gothic"/>
              </a:rPr>
              <a:t>business</a:t>
            </a:r>
            <a:r>
              <a:rPr sz="3950" spc="10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3950" spc="-10" dirty="0">
                <a:solidFill>
                  <a:srgbClr val="FF0000"/>
                </a:solidFill>
                <a:latin typeface="Century Gothic"/>
                <a:cs typeface="Century Gothic"/>
              </a:rPr>
              <a:t>stakeholders</a:t>
            </a:r>
            <a:endParaRPr sz="39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57050" y="328231"/>
            <a:ext cx="201930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dirty="0">
                <a:solidFill>
                  <a:srgbClr val="52535B"/>
                </a:solidFill>
              </a:rPr>
              <a:t>Point</a:t>
            </a:r>
            <a:r>
              <a:rPr sz="2450" spc="40" dirty="0">
                <a:solidFill>
                  <a:srgbClr val="52535B"/>
                </a:solidFill>
              </a:rPr>
              <a:t> </a:t>
            </a:r>
            <a:r>
              <a:rPr sz="2450" dirty="0">
                <a:solidFill>
                  <a:srgbClr val="52535B"/>
                </a:solidFill>
              </a:rPr>
              <a:t>of</a:t>
            </a:r>
            <a:r>
              <a:rPr sz="2450" spc="120" dirty="0">
                <a:solidFill>
                  <a:srgbClr val="52535B"/>
                </a:solidFill>
              </a:rPr>
              <a:t> </a:t>
            </a:r>
            <a:r>
              <a:rPr sz="2450" spc="-20" dirty="0">
                <a:solidFill>
                  <a:srgbClr val="52535B"/>
                </a:solidFill>
              </a:rPr>
              <a:t>View</a:t>
            </a:r>
            <a:endParaRPr sz="2450"/>
          </a:p>
        </p:txBody>
      </p:sp>
      <p:sp>
        <p:nvSpPr>
          <p:cNvPr id="7" name="object 7"/>
          <p:cNvSpPr txBox="1"/>
          <p:nvPr/>
        </p:nvSpPr>
        <p:spPr>
          <a:xfrm>
            <a:off x="3952494" y="3793807"/>
            <a:ext cx="2316480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2700" algn="ctr">
              <a:lnSpc>
                <a:spcPct val="100800"/>
              </a:lnSpc>
              <a:spcBef>
                <a:spcPts val="85"/>
              </a:spcBef>
            </a:pPr>
            <a:r>
              <a:rPr sz="1800" spc="-20" dirty="0">
                <a:solidFill>
                  <a:srgbClr val="00338D"/>
                </a:solidFill>
                <a:latin typeface="Century Gothic"/>
                <a:cs typeface="Century Gothic"/>
              </a:rPr>
              <a:t>Transparency </a:t>
            </a:r>
            <a:r>
              <a:rPr sz="1800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180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00338D"/>
                </a:solidFill>
                <a:latin typeface="Century Gothic"/>
                <a:cs typeface="Century Gothic"/>
              </a:rPr>
              <a:t>IT </a:t>
            </a:r>
            <a:r>
              <a:rPr sz="1800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80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spc="-30" dirty="0">
                <a:solidFill>
                  <a:srgbClr val="00338D"/>
                </a:solidFill>
                <a:latin typeface="Century Gothic"/>
                <a:cs typeface="Century Gothic"/>
              </a:rPr>
              <a:t>vis-à-</a:t>
            </a:r>
            <a:r>
              <a:rPr sz="1800" dirty="0">
                <a:solidFill>
                  <a:srgbClr val="00338D"/>
                </a:solidFill>
                <a:latin typeface="Century Gothic"/>
                <a:cs typeface="Century Gothic"/>
              </a:rPr>
              <a:t>vis</a:t>
            </a:r>
            <a:r>
              <a:rPr sz="1800" spc="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00338D"/>
                </a:solidFill>
                <a:latin typeface="Century Gothic"/>
                <a:cs typeface="Century Gothic"/>
              </a:rPr>
              <a:t>business </a:t>
            </a:r>
            <a:r>
              <a:rPr sz="1800" spc="-10" dirty="0">
                <a:solidFill>
                  <a:srgbClr val="00338D"/>
                </a:solidFill>
                <a:latin typeface="Century Gothic"/>
                <a:cs typeface="Century Gothic"/>
              </a:rPr>
              <a:t>value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75450" y="2972752"/>
            <a:ext cx="1948814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1750" marR="5080" indent="-19050">
              <a:lnSpc>
                <a:spcPct val="100800"/>
              </a:lnSpc>
              <a:spcBef>
                <a:spcPts val="85"/>
              </a:spcBef>
            </a:pPr>
            <a:r>
              <a:rPr sz="1800" spc="-10" dirty="0">
                <a:solidFill>
                  <a:srgbClr val="6C1F77"/>
                </a:solidFill>
                <a:latin typeface="Century Gothic"/>
                <a:cs typeface="Century Gothic"/>
              </a:rPr>
              <a:t>Balancing</a:t>
            </a:r>
            <a:r>
              <a:rPr sz="1800" spc="-35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6C1F77"/>
                </a:solidFill>
                <a:latin typeface="Century Gothic"/>
                <a:cs typeface="Century Gothic"/>
              </a:rPr>
              <a:t>IT</a:t>
            </a:r>
            <a:r>
              <a:rPr sz="1800" spc="-70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6C1F77"/>
                </a:solidFill>
                <a:latin typeface="Century Gothic"/>
                <a:cs typeface="Century Gothic"/>
              </a:rPr>
              <a:t>cost, </a:t>
            </a:r>
            <a:r>
              <a:rPr sz="1800" dirty="0">
                <a:solidFill>
                  <a:srgbClr val="6C1F77"/>
                </a:solidFill>
                <a:latin typeface="Century Gothic"/>
                <a:cs typeface="Century Gothic"/>
              </a:rPr>
              <a:t>quality</a:t>
            </a:r>
            <a:r>
              <a:rPr sz="1800" spc="-80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6C1F77"/>
                </a:solidFill>
                <a:latin typeface="Century Gothic"/>
                <a:cs typeface="Century Gothic"/>
              </a:rPr>
              <a:t>and </a:t>
            </a:r>
            <a:r>
              <a:rPr sz="1800" spc="-20" dirty="0">
                <a:solidFill>
                  <a:srgbClr val="6C1F77"/>
                </a:solidFill>
                <a:latin typeface="Century Gothic"/>
                <a:cs typeface="Century Gothic"/>
              </a:rPr>
              <a:t>business</a:t>
            </a:r>
            <a:r>
              <a:rPr sz="1800" spc="-40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6C1F77"/>
                </a:solidFill>
                <a:latin typeface="Century Gothic"/>
                <a:cs typeface="Century Gothic"/>
              </a:rPr>
              <a:t>criticality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4991" y="2679763"/>
            <a:ext cx="3371215" cy="17538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684655" marR="5080" indent="10795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solidFill>
                  <a:srgbClr val="0091DA"/>
                </a:solidFill>
                <a:latin typeface="Century Gothic"/>
                <a:cs typeface="Century Gothic"/>
              </a:rPr>
              <a:t>Incremental </a:t>
            </a:r>
            <a:r>
              <a:rPr sz="1800" spc="-20" dirty="0">
                <a:solidFill>
                  <a:srgbClr val="0091DA"/>
                </a:solidFill>
                <a:latin typeface="Century Gothic"/>
                <a:cs typeface="Century Gothic"/>
              </a:rPr>
              <a:t>investment</a:t>
            </a:r>
            <a:r>
              <a:rPr sz="1800" spc="-40" dirty="0">
                <a:solidFill>
                  <a:srgbClr val="0091DA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0091DA"/>
                </a:solidFill>
                <a:latin typeface="Century Gothic"/>
                <a:cs typeface="Century Gothic"/>
              </a:rPr>
              <a:t>to </a:t>
            </a:r>
            <a:r>
              <a:rPr sz="1800" dirty="0">
                <a:solidFill>
                  <a:srgbClr val="0091DA"/>
                </a:solidFill>
                <a:latin typeface="Century Gothic"/>
                <a:cs typeface="Century Gothic"/>
              </a:rPr>
              <a:t>value</a:t>
            </a:r>
            <a:r>
              <a:rPr sz="1800" spc="-75" dirty="0">
                <a:solidFill>
                  <a:srgbClr val="0091DA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0091DA"/>
                </a:solidFill>
                <a:latin typeface="Century Gothic"/>
                <a:cs typeface="Century Gothic"/>
              </a:rPr>
              <a:t>equation</a:t>
            </a:r>
            <a:endParaRPr sz="1800">
              <a:latin typeface="Century Gothic"/>
              <a:cs typeface="Century Gothic"/>
            </a:endParaRPr>
          </a:p>
          <a:p>
            <a:pPr marL="17145" marR="1504950" indent="-5080" algn="just">
              <a:lnSpc>
                <a:spcPct val="100800"/>
              </a:lnSpc>
              <a:spcBef>
                <a:spcPts val="560"/>
              </a:spcBef>
            </a:pPr>
            <a:r>
              <a:rPr sz="1800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800" spc="-9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00338D"/>
                </a:solidFill>
                <a:latin typeface="Century Gothic"/>
                <a:cs typeface="Century Gothic"/>
              </a:rPr>
              <a:t>service</a:t>
            </a:r>
            <a:r>
              <a:rPr sz="1800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00338D"/>
                </a:solidFill>
                <a:latin typeface="Century Gothic"/>
                <a:cs typeface="Century Gothic"/>
              </a:rPr>
              <a:t>options </a:t>
            </a:r>
            <a:r>
              <a:rPr sz="1800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1800" spc="-1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00338D"/>
                </a:solidFill>
                <a:latin typeface="Century Gothic"/>
                <a:cs typeface="Century Gothic"/>
              </a:rPr>
              <a:t>support</a:t>
            </a:r>
            <a:r>
              <a:rPr sz="1800" spc="-114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00338D"/>
                </a:solidFill>
                <a:latin typeface="Century Gothic"/>
                <a:cs typeface="Century Gothic"/>
              </a:rPr>
              <a:t>agile </a:t>
            </a:r>
            <a:r>
              <a:rPr sz="1800" dirty="0">
                <a:solidFill>
                  <a:srgbClr val="00338D"/>
                </a:solidFill>
                <a:latin typeface="Century Gothic"/>
                <a:cs typeface="Century Gothic"/>
              </a:rPr>
              <a:t>business</a:t>
            </a:r>
            <a:r>
              <a:rPr sz="1800" spc="-1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00338D"/>
                </a:solidFill>
                <a:latin typeface="Century Gothic"/>
                <a:cs typeface="Century Gothic"/>
              </a:rPr>
              <a:t>strategy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20750" y="4486275"/>
            <a:ext cx="114298" cy="1524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84150" y="3613403"/>
            <a:ext cx="1605915" cy="8528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-2540" algn="ctr">
              <a:lnSpc>
                <a:spcPct val="100800"/>
              </a:lnSpc>
              <a:spcBef>
                <a:spcPts val="80"/>
              </a:spcBef>
            </a:pPr>
            <a:r>
              <a:rPr sz="1800" spc="-10" dirty="0">
                <a:solidFill>
                  <a:srgbClr val="00338D"/>
                </a:solidFill>
                <a:latin typeface="Century Gothic"/>
                <a:cs typeface="Century Gothic"/>
              </a:rPr>
              <a:t>Available levers</a:t>
            </a:r>
            <a:r>
              <a:rPr sz="1800" spc="-9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00338D"/>
                </a:solidFill>
                <a:latin typeface="Century Gothic"/>
                <a:cs typeface="Century Gothic"/>
              </a:rPr>
              <a:t>to </a:t>
            </a:r>
            <a:r>
              <a:rPr sz="1800" dirty="0">
                <a:solidFill>
                  <a:srgbClr val="00338D"/>
                </a:solidFill>
                <a:latin typeface="Century Gothic"/>
                <a:cs typeface="Century Gothic"/>
              </a:rPr>
              <a:t>control</a:t>
            </a:r>
            <a:r>
              <a:rPr sz="1800" spc="-10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800" spc="-1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00338D"/>
                </a:solidFill>
                <a:latin typeface="Century Gothic"/>
                <a:cs typeface="Century Gothic"/>
              </a:rPr>
              <a:t>costs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00800" y="7248525"/>
            <a:ext cx="8286750" cy="1028700"/>
            <a:chOff x="6400800" y="7248525"/>
            <a:chExt cx="8286750" cy="102870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800" y="7800975"/>
              <a:ext cx="114298" cy="3619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654026" y="7796148"/>
              <a:ext cx="0" cy="428625"/>
            </a:xfrm>
            <a:custGeom>
              <a:avLst/>
              <a:gdLst/>
              <a:ahLst/>
              <a:cxnLst/>
              <a:rect l="l" t="t" r="r" b="b"/>
              <a:pathLst>
                <a:path h="428625">
                  <a:moveTo>
                    <a:pt x="0" y="42837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6C1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592050" y="76962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6C1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92050" y="8162925"/>
              <a:ext cx="114298" cy="114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635226" y="7348473"/>
              <a:ext cx="0" cy="742950"/>
            </a:xfrm>
            <a:custGeom>
              <a:avLst/>
              <a:gdLst/>
              <a:ahLst/>
              <a:cxnLst/>
              <a:rect l="l" t="t" r="r" b="b"/>
              <a:pathLst>
                <a:path h="742950">
                  <a:moveTo>
                    <a:pt x="0" y="74295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91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573250" y="72485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9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73250" y="8029576"/>
              <a:ext cx="114297" cy="114298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77250" y="8496300"/>
            <a:ext cx="114300" cy="3048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4062710" y="8155305"/>
            <a:ext cx="1344930" cy="14058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-11430" algn="ctr">
              <a:lnSpc>
                <a:spcPct val="100800"/>
              </a:lnSpc>
              <a:spcBef>
                <a:spcPts val="80"/>
              </a:spcBef>
            </a:pPr>
            <a:r>
              <a:rPr sz="1800" spc="-10" dirty="0">
                <a:solidFill>
                  <a:srgbClr val="0091DA"/>
                </a:solidFill>
                <a:latin typeface="Century Gothic"/>
                <a:cs typeface="Century Gothic"/>
              </a:rPr>
              <a:t>Efficiency </a:t>
            </a:r>
            <a:r>
              <a:rPr sz="1800" spc="-25" dirty="0">
                <a:solidFill>
                  <a:srgbClr val="0091DA"/>
                </a:solidFill>
                <a:latin typeface="Century Gothic"/>
                <a:cs typeface="Century Gothic"/>
              </a:rPr>
              <a:t>and </a:t>
            </a:r>
            <a:r>
              <a:rPr sz="1800" spc="-10" dirty="0">
                <a:solidFill>
                  <a:srgbClr val="0091DA"/>
                </a:solidFill>
                <a:latin typeface="Century Gothic"/>
                <a:cs typeface="Century Gothic"/>
              </a:rPr>
              <a:t>transparent </a:t>
            </a:r>
            <a:r>
              <a:rPr sz="1800" dirty="0">
                <a:solidFill>
                  <a:srgbClr val="0091DA"/>
                </a:solidFill>
                <a:latin typeface="Century Gothic"/>
                <a:cs typeface="Century Gothic"/>
              </a:rPr>
              <a:t>recharge</a:t>
            </a:r>
            <a:r>
              <a:rPr sz="1800" spc="-90" dirty="0">
                <a:solidFill>
                  <a:srgbClr val="0091DA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0091DA"/>
                </a:solidFill>
                <a:latin typeface="Century Gothic"/>
                <a:cs typeface="Century Gothic"/>
              </a:rPr>
              <a:t>of </a:t>
            </a:r>
            <a:r>
              <a:rPr sz="1800" dirty="0">
                <a:solidFill>
                  <a:srgbClr val="0091DA"/>
                </a:solidFill>
                <a:latin typeface="Century Gothic"/>
                <a:cs typeface="Century Gothic"/>
              </a:rPr>
              <a:t>IT</a:t>
            </a:r>
            <a:r>
              <a:rPr sz="1800" spc="-125" dirty="0">
                <a:solidFill>
                  <a:srgbClr val="0091DA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0091DA"/>
                </a:solidFill>
                <a:latin typeface="Century Gothic"/>
                <a:cs typeface="Century Gothic"/>
              </a:rPr>
              <a:t>services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28700" y="6553200"/>
            <a:ext cx="676275" cy="723265"/>
            <a:chOff x="1028700" y="6553200"/>
            <a:chExt cx="676275" cy="723265"/>
          </a:xfrm>
        </p:grpSpPr>
        <p:sp>
          <p:nvSpPr>
            <p:cNvPr id="23" name="object 23"/>
            <p:cNvSpPr/>
            <p:nvPr/>
          </p:nvSpPr>
          <p:spPr>
            <a:xfrm>
              <a:off x="1028700" y="6553200"/>
              <a:ext cx="676275" cy="723265"/>
            </a:xfrm>
            <a:custGeom>
              <a:avLst/>
              <a:gdLst/>
              <a:ahLst/>
              <a:cxnLst/>
              <a:rect l="l" t="t" r="r" b="b"/>
              <a:pathLst>
                <a:path w="676275" h="723265">
                  <a:moveTo>
                    <a:pt x="357759" y="0"/>
                  </a:moveTo>
                  <a:lnTo>
                    <a:pt x="341630" y="1270"/>
                  </a:lnTo>
                  <a:lnTo>
                    <a:pt x="325374" y="4063"/>
                  </a:lnTo>
                  <a:lnTo>
                    <a:pt x="309372" y="8762"/>
                  </a:lnTo>
                  <a:lnTo>
                    <a:pt x="293624" y="15239"/>
                  </a:lnTo>
                  <a:lnTo>
                    <a:pt x="266446" y="13588"/>
                  </a:lnTo>
                  <a:lnTo>
                    <a:pt x="200774" y="46862"/>
                  </a:lnTo>
                  <a:lnTo>
                    <a:pt x="161074" y="105663"/>
                  </a:lnTo>
                  <a:lnTo>
                    <a:pt x="147040" y="173736"/>
                  </a:lnTo>
                  <a:lnTo>
                    <a:pt x="142138" y="306324"/>
                  </a:lnTo>
                  <a:lnTo>
                    <a:pt x="132600" y="369570"/>
                  </a:lnTo>
                  <a:lnTo>
                    <a:pt x="107937" y="437134"/>
                  </a:lnTo>
                  <a:lnTo>
                    <a:pt x="83819" y="482600"/>
                  </a:lnTo>
                  <a:lnTo>
                    <a:pt x="71856" y="508126"/>
                  </a:lnTo>
                  <a:lnTo>
                    <a:pt x="68846" y="522605"/>
                  </a:lnTo>
                  <a:lnTo>
                    <a:pt x="80911" y="511175"/>
                  </a:lnTo>
                  <a:lnTo>
                    <a:pt x="97548" y="499618"/>
                  </a:lnTo>
                  <a:lnTo>
                    <a:pt x="116954" y="488569"/>
                  </a:lnTo>
                  <a:lnTo>
                    <a:pt x="137261" y="478663"/>
                  </a:lnTo>
                  <a:lnTo>
                    <a:pt x="96875" y="510413"/>
                  </a:lnTo>
                  <a:lnTo>
                    <a:pt x="63360" y="541147"/>
                  </a:lnTo>
                  <a:lnTo>
                    <a:pt x="15100" y="627380"/>
                  </a:lnTo>
                  <a:lnTo>
                    <a:pt x="3035" y="687069"/>
                  </a:lnTo>
                  <a:lnTo>
                    <a:pt x="0" y="723264"/>
                  </a:lnTo>
                  <a:lnTo>
                    <a:pt x="676148" y="723264"/>
                  </a:lnTo>
                  <a:lnTo>
                    <a:pt x="668274" y="649097"/>
                  </a:lnTo>
                  <a:lnTo>
                    <a:pt x="641604" y="578612"/>
                  </a:lnTo>
                  <a:lnTo>
                    <a:pt x="568706" y="501142"/>
                  </a:lnTo>
                  <a:lnTo>
                    <a:pt x="513461" y="468884"/>
                  </a:lnTo>
                  <a:lnTo>
                    <a:pt x="536956" y="475488"/>
                  </a:lnTo>
                  <a:lnTo>
                    <a:pt x="561721" y="486918"/>
                  </a:lnTo>
                  <a:lnTo>
                    <a:pt x="585597" y="501523"/>
                  </a:lnTo>
                  <a:lnTo>
                    <a:pt x="606298" y="517651"/>
                  </a:lnTo>
                  <a:lnTo>
                    <a:pt x="587629" y="464058"/>
                  </a:lnTo>
                  <a:lnTo>
                    <a:pt x="562610" y="409066"/>
                  </a:lnTo>
                  <a:lnTo>
                    <a:pt x="540004" y="335914"/>
                  </a:lnTo>
                  <a:lnTo>
                    <a:pt x="528193" y="227329"/>
                  </a:lnTo>
                  <a:lnTo>
                    <a:pt x="527177" y="191770"/>
                  </a:lnTo>
                  <a:lnTo>
                    <a:pt x="523875" y="158114"/>
                  </a:lnTo>
                  <a:lnTo>
                    <a:pt x="508634" y="98171"/>
                  </a:lnTo>
                  <a:lnTo>
                    <a:pt x="448563" y="25146"/>
                  </a:lnTo>
                  <a:lnTo>
                    <a:pt x="405256" y="5841"/>
                  </a:lnTo>
                  <a:lnTo>
                    <a:pt x="357759" y="0"/>
                  </a:lnTo>
                  <a:close/>
                </a:path>
              </a:pathLst>
            </a:custGeom>
            <a:solidFill>
              <a:srgbClr val="009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31138" y="6995807"/>
              <a:ext cx="280670" cy="146050"/>
            </a:xfrm>
            <a:custGeom>
              <a:avLst/>
              <a:gdLst/>
              <a:ahLst/>
              <a:cxnLst/>
              <a:rect l="l" t="t" r="r" b="b"/>
              <a:pathLst>
                <a:path w="280669" h="146050">
                  <a:moveTo>
                    <a:pt x="280162" y="111239"/>
                  </a:moveTo>
                  <a:lnTo>
                    <a:pt x="267589" y="69202"/>
                  </a:lnTo>
                  <a:lnTo>
                    <a:pt x="251587" y="15989"/>
                  </a:lnTo>
                  <a:lnTo>
                    <a:pt x="138811" y="15989"/>
                  </a:lnTo>
                  <a:lnTo>
                    <a:pt x="119634" y="13195"/>
                  </a:lnTo>
                  <a:lnTo>
                    <a:pt x="105664" y="7353"/>
                  </a:lnTo>
                  <a:lnTo>
                    <a:pt x="46228" y="7353"/>
                  </a:lnTo>
                  <a:lnTo>
                    <a:pt x="43815" y="4940"/>
                  </a:lnTo>
                  <a:lnTo>
                    <a:pt x="41402" y="4940"/>
                  </a:lnTo>
                  <a:lnTo>
                    <a:pt x="38989" y="2413"/>
                  </a:lnTo>
                  <a:lnTo>
                    <a:pt x="34099" y="0"/>
                  </a:lnTo>
                  <a:lnTo>
                    <a:pt x="0" y="111239"/>
                  </a:lnTo>
                  <a:lnTo>
                    <a:pt x="70612" y="69202"/>
                  </a:lnTo>
                  <a:lnTo>
                    <a:pt x="138811" y="145910"/>
                  </a:lnTo>
                  <a:lnTo>
                    <a:pt x="209550" y="69202"/>
                  </a:lnTo>
                  <a:lnTo>
                    <a:pt x="280162" y="1112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40878" y="6862063"/>
              <a:ext cx="253403" cy="14973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23822" y="6753224"/>
              <a:ext cx="290195" cy="109220"/>
            </a:xfrm>
            <a:custGeom>
              <a:avLst/>
              <a:gdLst/>
              <a:ahLst/>
              <a:cxnLst/>
              <a:rect l="l" t="t" r="r" b="b"/>
              <a:pathLst>
                <a:path w="290194" h="109220">
                  <a:moveTo>
                    <a:pt x="289890" y="14859"/>
                  </a:moveTo>
                  <a:lnTo>
                    <a:pt x="285064" y="7493"/>
                  </a:lnTo>
                  <a:lnTo>
                    <a:pt x="280111" y="7493"/>
                  </a:lnTo>
                  <a:lnTo>
                    <a:pt x="277698" y="4953"/>
                  </a:lnTo>
                  <a:lnTo>
                    <a:pt x="214325" y="32131"/>
                  </a:lnTo>
                  <a:lnTo>
                    <a:pt x="195148" y="33020"/>
                  </a:lnTo>
                  <a:lnTo>
                    <a:pt x="174193" y="31496"/>
                  </a:lnTo>
                  <a:lnTo>
                    <a:pt x="151333" y="27305"/>
                  </a:lnTo>
                  <a:lnTo>
                    <a:pt x="126695" y="19812"/>
                  </a:lnTo>
                  <a:lnTo>
                    <a:pt x="121234" y="17780"/>
                  </a:lnTo>
                  <a:lnTo>
                    <a:pt x="111074" y="13970"/>
                  </a:lnTo>
                  <a:lnTo>
                    <a:pt x="89484" y="6223"/>
                  </a:lnTo>
                  <a:lnTo>
                    <a:pt x="67005" y="254"/>
                  </a:lnTo>
                  <a:lnTo>
                    <a:pt x="48717" y="0"/>
                  </a:lnTo>
                  <a:lnTo>
                    <a:pt x="39357" y="3810"/>
                  </a:lnTo>
                  <a:lnTo>
                    <a:pt x="32270" y="11430"/>
                  </a:lnTo>
                  <a:lnTo>
                    <a:pt x="26111" y="17780"/>
                  </a:lnTo>
                  <a:lnTo>
                    <a:pt x="19494" y="17272"/>
                  </a:lnTo>
                  <a:lnTo>
                    <a:pt x="17056" y="14859"/>
                  </a:lnTo>
                  <a:lnTo>
                    <a:pt x="14617" y="14859"/>
                  </a:lnTo>
                  <a:lnTo>
                    <a:pt x="14617" y="9906"/>
                  </a:lnTo>
                  <a:lnTo>
                    <a:pt x="7315" y="0"/>
                  </a:lnTo>
                  <a:lnTo>
                    <a:pt x="0" y="12319"/>
                  </a:lnTo>
                  <a:lnTo>
                    <a:pt x="3352" y="61849"/>
                  </a:lnTo>
                  <a:lnTo>
                    <a:pt x="12179" y="101473"/>
                  </a:lnTo>
                  <a:lnTo>
                    <a:pt x="14617" y="108839"/>
                  </a:lnTo>
                  <a:lnTo>
                    <a:pt x="272872" y="108839"/>
                  </a:lnTo>
                  <a:lnTo>
                    <a:pt x="287985" y="42291"/>
                  </a:lnTo>
                  <a:lnTo>
                    <a:pt x="288874" y="33020"/>
                  </a:lnTo>
                  <a:lnTo>
                    <a:pt x="289890" y="22225"/>
                  </a:lnTo>
                  <a:lnTo>
                    <a:pt x="289890" y="14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019175" y="7667625"/>
            <a:ext cx="695325" cy="742950"/>
            <a:chOff x="1019175" y="7667625"/>
            <a:chExt cx="695325" cy="742950"/>
          </a:xfrm>
        </p:grpSpPr>
        <p:sp>
          <p:nvSpPr>
            <p:cNvPr id="28" name="object 28"/>
            <p:cNvSpPr/>
            <p:nvPr/>
          </p:nvSpPr>
          <p:spPr>
            <a:xfrm>
              <a:off x="1019175" y="7667625"/>
              <a:ext cx="695325" cy="742315"/>
            </a:xfrm>
            <a:custGeom>
              <a:avLst/>
              <a:gdLst/>
              <a:ahLst/>
              <a:cxnLst/>
              <a:rect l="l" t="t" r="r" b="b"/>
              <a:pathLst>
                <a:path w="695325" h="742315">
                  <a:moveTo>
                    <a:pt x="346202" y="0"/>
                  </a:moveTo>
                  <a:lnTo>
                    <a:pt x="267334" y="14986"/>
                  </a:lnTo>
                  <a:lnTo>
                    <a:pt x="215404" y="47751"/>
                  </a:lnTo>
                  <a:lnTo>
                    <a:pt x="183832" y="127381"/>
                  </a:lnTo>
                  <a:lnTo>
                    <a:pt x="183832" y="162813"/>
                  </a:lnTo>
                  <a:lnTo>
                    <a:pt x="176682" y="167005"/>
                  </a:lnTo>
                  <a:lnTo>
                    <a:pt x="185407" y="245744"/>
                  </a:lnTo>
                  <a:lnTo>
                    <a:pt x="205320" y="277622"/>
                  </a:lnTo>
                  <a:lnTo>
                    <a:pt x="212750" y="295529"/>
                  </a:lnTo>
                  <a:lnTo>
                    <a:pt x="223532" y="313944"/>
                  </a:lnTo>
                  <a:lnTo>
                    <a:pt x="236550" y="331977"/>
                  </a:lnTo>
                  <a:lnTo>
                    <a:pt x="250697" y="348614"/>
                  </a:lnTo>
                  <a:lnTo>
                    <a:pt x="221513" y="370331"/>
                  </a:lnTo>
                  <a:lnTo>
                    <a:pt x="171297" y="396875"/>
                  </a:lnTo>
                  <a:lnTo>
                    <a:pt x="81165" y="440563"/>
                  </a:lnTo>
                  <a:lnTo>
                    <a:pt x="55956" y="455294"/>
                  </a:lnTo>
                  <a:lnTo>
                    <a:pt x="14325" y="526033"/>
                  </a:lnTo>
                  <a:lnTo>
                    <a:pt x="1790" y="584073"/>
                  </a:lnTo>
                  <a:lnTo>
                    <a:pt x="0" y="632587"/>
                  </a:lnTo>
                  <a:lnTo>
                    <a:pt x="7823" y="664844"/>
                  </a:lnTo>
                  <a:lnTo>
                    <a:pt x="29921" y="692785"/>
                  </a:lnTo>
                  <a:lnTo>
                    <a:pt x="64211" y="716407"/>
                  </a:lnTo>
                  <a:lnTo>
                    <a:pt x="108635" y="735711"/>
                  </a:lnTo>
                  <a:lnTo>
                    <a:pt x="131800" y="742188"/>
                  </a:lnTo>
                  <a:lnTo>
                    <a:pt x="562483" y="742188"/>
                  </a:lnTo>
                  <a:lnTo>
                    <a:pt x="630427" y="716407"/>
                  </a:lnTo>
                  <a:lnTo>
                    <a:pt x="686943" y="664844"/>
                  </a:lnTo>
                  <a:lnTo>
                    <a:pt x="694817" y="632587"/>
                  </a:lnTo>
                  <a:lnTo>
                    <a:pt x="694182" y="608330"/>
                  </a:lnTo>
                  <a:lnTo>
                    <a:pt x="680466" y="526033"/>
                  </a:lnTo>
                  <a:lnTo>
                    <a:pt x="637413" y="455294"/>
                  </a:lnTo>
                  <a:lnTo>
                    <a:pt x="521716" y="396875"/>
                  </a:lnTo>
                  <a:lnTo>
                    <a:pt x="471931" y="370331"/>
                  </a:lnTo>
                  <a:lnTo>
                    <a:pt x="444119" y="348614"/>
                  </a:lnTo>
                  <a:lnTo>
                    <a:pt x="457834" y="331977"/>
                  </a:lnTo>
                  <a:lnTo>
                    <a:pt x="470281" y="313944"/>
                  </a:lnTo>
                  <a:lnTo>
                    <a:pt x="480949" y="295529"/>
                  </a:lnTo>
                  <a:lnTo>
                    <a:pt x="489458" y="277622"/>
                  </a:lnTo>
                  <a:lnTo>
                    <a:pt x="498983" y="271399"/>
                  </a:lnTo>
                  <a:lnTo>
                    <a:pt x="508381" y="245744"/>
                  </a:lnTo>
                  <a:lnTo>
                    <a:pt x="514858" y="220725"/>
                  </a:lnTo>
                  <a:lnTo>
                    <a:pt x="518159" y="195072"/>
                  </a:lnTo>
                  <a:lnTo>
                    <a:pt x="518033" y="167005"/>
                  </a:lnTo>
                  <a:lnTo>
                    <a:pt x="510921" y="162813"/>
                  </a:lnTo>
                  <a:lnTo>
                    <a:pt x="510921" y="127381"/>
                  </a:lnTo>
                  <a:lnTo>
                    <a:pt x="497205" y="70231"/>
                  </a:lnTo>
                  <a:lnTo>
                    <a:pt x="451231" y="27177"/>
                  </a:lnTo>
                  <a:lnTo>
                    <a:pt x="375031" y="1650"/>
                  </a:lnTo>
                  <a:lnTo>
                    <a:pt x="346202" y="0"/>
                  </a:lnTo>
                  <a:close/>
                </a:path>
              </a:pathLst>
            </a:custGeom>
            <a:solidFill>
              <a:srgbClr val="6C1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6492" y="7924927"/>
              <a:ext cx="240169" cy="10020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114425" y="7810499"/>
              <a:ext cx="504825" cy="600075"/>
            </a:xfrm>
            <a:custGeom>
              <a:avLst/>
              <a:gdLst/>
              <a:ahLst/>
              <a:cxnLst/>
              <a:rect l="l" t="t" r="r" b="b"/>
              <a:pathLst>
                <a:path w="504825" h="600075">
                  <a:moveTo>
                    <a:pt x="26416" y="599821"/>
                  </a:moveTo>
                  <a:lnTo>
                    <a:pt x="21615" y="487553"/>
                  </a:lnTo>
                  <a:lnTo>
                    <a:pt x="2400" y="455803"/>
                  </a:lnTo>
                  <a:lnTo>
                    <a:pt x="0" y="459994"/>
                  </a:lnTo>
                  <a:lnTo>
                    <a:pt x="9601" y="489712"/>
                  </a:lnTo>
                  <a:lnTo>
                    <a:pt x="14414" y="595630"/>
                  </a:lnTo>
                  <a:lnTo>
                    <a:pt x="16802" y="597789"/>
                  </a:lnTo>
                  <a:lnTo>
                    <a:pt x="21615" y="597789"/>
                  </a:lnTo>
                  <a:lnTo>
                    <a:pt x="26416" y="599821"/>
                  </a:lnTo>
                  <a:close/>
                </a:path>
                <a:path w="504825" h="600075">
                  <a:moveTo>
                    <a:pt x="369824" y="250063"/>
                  </a:moveTo>
                  <a:lnTo>
                    <a:pt x="337058" y="227457"/>
                  </a:lnTo>
                  <a:lnTo>
                    <a:pt x="328930" y="218313"/>
                  </a:lnTo>
                  <a:lnTo>
                    <a:pt x="326517" y="220472"/>
                  </a:lnTo>
                  <a:lnTo>
                    <a:pt x="295148" y="234823"/>
                  </a:lnTo>
                  <a:lnTo>
                    <a:pt x="252095" y="239522"/>
                  </a:lnTo>
                  <a:lnTo>
                    <a:pt x="209042" y="234823"/>
                  </a:lnTo>
                  <a:lnTo>
                    <a:pt x="177673" y="220472"/>
                  </a:lnTo>
                  <a:lnTo>
                    <a:pt x="177673" y="218313"/>
                  </a:lnTo>
                  <a:lnTo>
                    <a:pt x="167894" y="228727"/>
                  </a:lnTo>
                  <a:lnTo>
                    <a:pt x="156718" y="237617"/>
                  </a:lnTo>
                  <a:lnTo>
                    <a:pt x="144602" y="245491"/>
                  </a:lnTo>
                  <a:lnTo>
                    <a:pt x="132067" y="252222"/>
                  </a:lnTo>
                  <a:lnTo>
                    <a:pt x="143776" y="320421"/>
                  </a:lnTo>
                  <a:lnTo>
                    <a:pt x="160909" y="393446"/>
                  </a:lnTo>
                  <a:lnTo>
                    <a:pt x="183388" y="460629"/>
                  </a:lnTo>
                  <a:lnTo>
                    <a:pt x="211328" y="510921"/>
                  </a:lnTo>
                  <a:lnTo>
                    <a:pt x="215011" y="448691"/>
                  </a:lnTo>
                  <a:lnTo>
                    <a:pt x="219075" y="391033"/>
                  </a:lnTo>
                  <a:lnTo>
                    <a:pt x="224155" y="343281"/>
                  </a:lnTo>
                  <a:lnTo>
                    <a:pt x="230505" y="309499"/>
                  </a:lnTo>
                  <a:lnTo>
                    <a:pt x="230505" y="303149"/>
                  </a:lnTo>
                  <a:lnTo>
                    <a:pt x="216154" y="290449"/>
                  </a:lnTo>
                  <a:lnTo>
                    <a:pt x="216154" y="288290"/>
                  </a:lnTo>
                  <a:lnTo>
                    <a:pt x="228092" y="254381"/>
                  </a:lnTo>
                  <a:lnTo>
                    <a:pt x="235331" y="256540"/>
                  </a:lnTo>
                  <a:lnTo>
                    <a:pt x="268986" y="256540"/>
                  </a:lnTo>
                  <a:lnTo>
                    <a:pt x="290576" y="288290"/>
                  </a:lnTo>
                  <a:lnTo>
                    <a:pt x="288163" y="290449"/>
                  </a:lnTo>
                  <a:lnTo>
                    <a:pt x="288163" y="292481"/>
                  </a:lnTo>
                  <a:lnTo>
                    <a:pt x="283337" y="294640"/>
                  </a:lnTo>
                  <a:lnTo>
                    <a:pt x="273685" y="303149"/>
                  </a:lnTo>
                  <a:lnTo>
                    <a:pt x="276098" y="305181"/>
                  </a:lnTo>
                  <a:lnTo>
                    <a:pt x="276098" y="309499"/>
                  </a:lnTo>
                  <a:lnTo>
                    <a:pt x="282448" y="344170"/>
                  </a:lnTo>
                  <a:lnTo>
                    <a:pt x="287401" y="393446"/>
                  </a:lnTo>
                  <a:lnTo>
                    <a:pt x="290703" y="448437"/>
                  </a:lnTo>
                  <a:lnTo>
                    <a:pt x="292989" y="510921"/>
                  </a:lnTo>
                  <a:lnTo>
                    <a:pt x="319151" y="465328"/>
                  </a:lnTo>
                  <a:lnTo>
                    <a:pt x="340106" y="404114"/>
                  </a:lnTo>
                  <a:lnTo>
                    <a:pt x="356108" y="335280"/>
                  </a:lnTo>
                  <a:lnTo>
                    <a:pt x="367411" y="267081"/>
                  </a:lnTo>
                  <a:lnTo>
                    <a:pt x="369824" y="260731"/>
                  </a:lnTo>
                  <a:lnTo>
                    <a:pt x="369824" y="254381"/>
                  </a:lnTo>
                  <a:lnTo>
                    <a:pt x="369824" y="250063"/>
                  </a:lnTo>
                  <a:close/>
                </a:path>
                <a:path w="504825" h="600075">
                  <a:moveTo>
                    <a:pt x="398653" y="31750"/>
                  </a:moveTo>
                  <a:lnTo>
                    <a:pt x="396240" y="31750"/>
                  </a:lnTo>
                  <a:lnTo>
                    <a:pt x="396240" y="29718"/>
                  </a:lnTo>
                  <a:lnTo>
                    <a:pt x="393827" y="27559"/>
                  </a:lnTo>
                  <a:lnTo>
                    <a:pt x="389001" y="25400"/>
                  </a:lnTo>
                  <a:lnTo>
                    <a:pt x="389001" y="29718"/>
                  </a:lnTo>
                  <a:lnTo>
                    <a:pt x="386588" y="33909"/>
                  </a:lnTo>
                  <a:lnTo>
                    <a:pt x="386588" y="40259"/>
                  </a:lnTo>
                  <a:lnTo>
                    <a:pt x="384175" y="44577"/>
                  </a:lnTo>
                  <a:lnTo>
                    <a:pt x="381762" y="50927"/>
                  </a:lnTo>
                  <a:lnTo>
                    <a:pt x="367411" y="52959"/>
                  </a:lnTo>
                  <a:lnTo>
                    <a:pt x="362585" y="52959"/>
                  </a:lnTo>
                  <a:lnTo>
                    <a:pt x="365252" y="32131"/>
                  </a:lnTo>
                  <a:lnTo>
                    <a:pt x="366141" y="15875"/>
                  </a:lnTo>
                  <a:lnTo>
                    <a:pt x="365252" y="4064"/>
                  </a:lnTo>
                  <a:lnTo>
                    <a:pt x="362585" y="0"/>
                  </a:lnTo>
                  <a:lnTo>
                    <a:pt x="305054" y="11938"/>
                  </a:lnTo>
                  <a:lnTo>
                    <a:pt x="252095" y="15875"/>
                  </a:lnTo>
                  <a:lnTo>
                    <a:pt x="199136" y="11938"/>
                  </a:lnTo>
                  <a:lnTo>
                    <a:pt x="141668" y="0"/>
                  </a:lnTo>
                  <a:lnTo>
                    <a:pt x="140017" y="4064"/>
                  </a:lnTo>
                  <a:lnTo>
                    <a:pt x="139268" y="15367"/>
                  </a:lnTo>
                  <a:lnTo>
                    <a:pt x="140322" y="32131"/>
                  </a:lnTo>
                  <a:lnTo>
                    <a:pt x="144068" y="52959"/>
                  </a:lnTo>
                  <a:lnTo>
                    <a:pt x="136867" y="52959"/>
                  </a:lnTo>
                  <a:lnTo>
                    <a:pt x="122466" y="50927"/>
                  </a:lnTo>
                  <a:lnTo>
                    <a:pt x="120053" y="44577"/>
                  </a:lnTo>
                  <a:lnTo>
                    <a:pt x="120053" y="40259"/>
                  </a:lnTo>
                  <a:lnTo>
                    <a:pt x="117652" y="33909"/>
                  </a:lnTo>
                  <a:lnTo>
                    <a:pt x="117652" y="29718"/>
                  </a:lnTo>
                  <a:lnTo>
                    <a:pt x="115265" y="27559"/>
                  </a:lnTo>
                  <a:lnTo>
                    <a:pt x="115265" y="25400"/>
                  </a:lnTo>
                  <a:lnTo>
                    <a:pt x="112864" y="27559"/>
                  </a:lnTo>
                  <a:lnTo>
                    <a:pt x="108051" y="29718"/>
                  </a:lnTo>
                  <a:lnTo>
                    <a:pt x="108953" y="51689"/>
                  </a:lnTo>
                  <a:lnTo>
                    <a:pt x="111658" y="70485"/>
                  </a:lnTo>
                  <a:lnTo>
                    <a:pt x="116166" y="88392"/>
                  </a:lnTo>
                  <a:lnTo>
                    <a:pt x="122466" y="106045"/>
                  </a:lnTo>
                  <a:lnTo>
                    <a:pt x="122466" y="110236"/>
                  </a:lnTo>
                  <a:lnTo>
                    <a:pt x="124866" y="110236"/>
                  </a:lnTo>
                  <a:lnTo>
                    <a:pt x="129679" y="114427"/>
                  </a:lnTo>
                  <a:lnTo>
                    <a:pt x="374650" y="114427"/>
                  </a:lnTo>
                  <a:lnTo>
                    <a:pt x="379349" y="110236"/>
                  </a:lnTo>
                  <a:lnTo>
                    <a:pt x="381762" y="110236"/>
                  </a:lnTo>
                  <a:lnTo>
                    <a:pt x="384175" y="108077"/>
                  </a:lnTo>
                  <a:lnTo>
                    <a:pt x="384175" y="106045"/>
                  </a:lnTo>
                  <a:lnTo>
                    <a:pt x="390525" y="88392"/>
                  </a:lnTo>
                  <a:lnTo>
                    <a:pt x="394970" y="70485"/>
                  </a:lnTo>
                  <a:lnTo>
                    <a:pt x="397510" y="52959"/>
                  </a:lnTo>
                  <a:lnTo>
                    <a:pt x="397764" y="51689"/>
                  </a:lnTo>
                  <a:lnTo>
                    <a:pt x="398653" y="31750"/>
                  </a:lnTo>
                  <a:close/>
                </a:path>
                <a:path w="504825" h="600075">
                  <a:moveTo>
                    <a:pt x="504317" y="459994"/>
                  </a:moveTo>
                  <a:lnTo>
                    <a:pt x="501904" y="455803"/>
                  </a:lnTo>
                  <a:lnTo>
                    <a:pt x="485013" y="487553"/>
                  </a:lnTo>
                  <a:lnTo>
                    <a:pt x="482600" y="487553"/>
                  </a:lnTo>
                  <a:lnTo>
                    <a:pt x="480187" y="599821"/>
                  </a:lnTo>
                  <a:lnTo>
                    <a:pt x="485013" y="597789"/>
                  </a:lnTo>
                  <a:lnTo>
                    <a:pt x="487426" y="597789"/>
                  </a:lnTo>
                  <a:lnTo>
                    <a:pt x="492252" y="595630"/>
                  </a:lnTo>
                  <a:lnTo>
                    <a:pt x="494665" y="489712"/>
                  </a:lnTo>
                  <a:lnTo>
                    <a:pt x="504317" y="459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00100" y="5191125"/>
            <a:ext cx="1047750" cy="76200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19125" y="5048250"/>
            <a:ext cx="1514475" cy="3752215"/>
          </a:xfrm>
          <a:prstGeom prst="rect">
            <a:avLst/>
          </a:prstGeom>
          <a:ln w="38100">
            <a:solidFill>
              <a:srgbClr val="00A2A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5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</a:pP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Business</a:t>
            </a:r>
            <a:endParaRPr sz="15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5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5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5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1500">
              <a:latin typeface="Century Gothic"/>
              <a:cs typeface="Century Gothic"/>
            </a:endParaRPr>
          </a:p>
          <a:p>
            <a:pPr marL="403225">
              <a:lnSpc>
                <a:spcPct val="100000"/>
              </a:lnSpc>
            </a:pPr>
            <a:r>
              <a:rPr sz="1500" b="1" spc="-10" dirty="0">
                <a:solidFill>
                  <a:srgbClr val="0091DA"/>
                </a:solidFill>
                <a:latin typeface="Century Gothic"/>
                <a:cs typeface="Century Gothic"/>
              </a:rPr>
              <a:t>Finance</a:t>
            </a:r>
            <a:endParaRPr sz="15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5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5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1500">
              <a:latin typeface="Century Gothic"/>
              <a:cs typeface="Century Gothic"/>
            </a:endParaRPr>
          </a:p>
          <a:p>
            <a:pPr marL="190500">
              <a:lnSpc>
                <a:spcPct val="100000"/>
              </a:lnSpc>
              <a:spcBef>
                <a:spcPts val="5"/>
              </a:spcBef>
            </a:pPr>
            <a:r>
              <a:rPr sz="1500" b="1" spc="-10" dirty="0">
                <a:solidFill>
                  <a:srgbClr val="6C1F77"/>
                </a:solidFill>
                <a:latin typeface="Century Gothic"/>
                <a:cs typeface="Century Gothic"/>
              </a:rPr>
              <a:t>Technology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06034" y="8155305"/>
            <a:ext cx="2337435" cy="14058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4445" algn="ctr">
              <a:lnSpc>
                <a:spcPct val="100800"/>
              </a:lnSpc>
              <a:spcBef>
                <a:spcPts val="80"/>
              </a:spcBef>
            </a:pPr>
            <a:r>
              <a:rPr sz="1800" dirty="0">
                <a:solidFill>
                  <a:srgbClr val="0091DA"/>
                </a:solidFill>
                <a:latin typeface="Century Gothic"/>
                <a:cs typeface="Century Gothic"/>
              </a:rPr>
              <a:t>Data</a:t>
            </a:r>
            <a:r>
              <a:rPr sz="1800" spc="-90" dirty="0">
                <a:solidFill>
                  <a:srgbClr val="0091DA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0091DA"/>
                </a:solidFill>
                <a:latin typeface="Century Gothic"/>
                <a:cs typeface="Century Gothic"/>
              </a:rPr>
              <a:t>availability</a:t>
            </a:r>
            <a:r>
              <a:rPr sz="1800" spc="-114" dirty="0">
                <a:solidFill>
                  <a:srgbClr val="0091DA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0091DA"/>
                </a:solidFill>
                <a:latin typeface="Century Gothic"/>
                <a:cs typeface="Century Gothic"/>
              </a:rPr>
              <a:t>for </a:t>
            </a:r>
            <a:r>
              <a:rPr sz="1800" dirty="0">
                <a:solidFill>
                  <a:srgbClr val="0091DA"/>
                </a:solidFill>
                <a:latin typeface="Century Gothic"/>
                <a:cs typeface="Century Gothic"/>
              </a:rPr>
              <a:t>informed</a:t>
            </a:r>
            <a:r>
              <a:rPr sz="1800" spc="-125" dirty="0">
                <a:solidFill>
                  <a:srgbClr val="0091DA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0091DA"/>
                </a:solidFill>
                <a:latin typeface="Century Gothic"/>
                <a:cs typeface="Century Gothic"/>
              </a:rPr>
              <a:t>IT </a:t>
            </a:r>
            <a:r>
              <a:rPr sz="1800" spc="-20" dirty="0">
                <a:solidFill>
                  <a:srgbClr val="0091DA"/>
                </a:solidFill>
                <a:latin typeface="Century Gothic"/>
                <a:cs typeface="Century Gothic"/>
              </a:rPr>
              <a:t>budgeting,</a:t>
            </a:r>
            <a:r>
              <a:rPr sz="1800" spc="-40" dirty="0">
                <a:solidFill>
                  <a:srgbClr val="0091DA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0091DA"/>
                </a:solidFill>
                <a:latin typeface="Century Gothic"/>
                <a:cs typeface="Century Gothic"/>
              </a:rPr>
              <a:t>spending </a:t>
            </a:r>
            <a:r>
              <a:rPr sz="1800" dirty="0">
                <a:solidFill>
                  <a:srgbClr val="0091DA"/>
                </a:solidFill>
                <a:latin typeface="Century Gothic"/>
                <a:cs typeface="Century Gothic"/>
              </a:rPr>
              <a:t>and</a:t>
            </a:r>
            <a:r>
              <a:rPr sz="1800" spc="-70" dirty="0">
                <a:solidFill>
                  <a:srgbClr val="0091DA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0091DA"/>
                </a:solidFill>
                <a:latin typeface="Century Gothic"/>
                <a:cs typeface="Century Gothic"/>
              </a:rPr>
              <a:t>investment decisions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57159" y="8799512"/>
            <a:ext cx="1587500" cy="14065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13335" algn="ctr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solidFill>
                  <a:srgbClr val="6C1F77"/>
                </a:solidFill>
                <a:latin typeface="Century Gothic"/>
                <a:cs typeface="Century Gothic"/>
              </a:rPr>
              <a:t>Right</a:t>
            </a:r>
            <a:r>
              <a:rPr sz="1800" spc="-75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6C1F77"/>
                </a:solidFill>
                <a:latin typeface="Century Gothic"/>
                <a:cs typeface="Century Gothic"/>
              </a:rPr>
              <a:t>sourcing </a:t>
            </a:r>
            <a:r>
              <a:rPr sz="1800" spc="-20" dirty="0">
                <a:solidFill>
                  <a:srgbClr val="6C1F77"/>
                </a:solidFill>
                <a:latin typeface="Century Gothic"/>
                <a:cs typeface="Century Gothic"/>
              </a:rPr>
              <a:t>for</a:t>
            </a:r>
            <a:r>
              <a:rPr sz="1800" spc="-105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6C1F77"/>
                </a:solidFill>
                <a:latin typeface="Century Gothic"/>
                <a:cs typeface="Century Gothic"/>
              </a:rPr>
              <a:t>optimal support, performance </a:t>
            </a:r>
            <a:r>
              <a:rPr sz="1800" dirty="0">
                <a:solidFill>
                  <a:srgbClr val="6C1F77"/>
                </a:solidFill>
                <a:latin typeface="Century Gothic"/>
                <a:cs typeface="Century Gothic"/>
              </a:rPr>
              <a:t>and</a:t>
            </a:r>
            <a:r>
              <a:rPr sz="1800" spc="-125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6C1F77"/>
                </a:solidFill>
                <a:latin typeface="Century Gothic"/>
                <a:cs typeface="Century Gothic"/>
              </a:rPr>
              <a:t>cost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509756" y="8285480"/>
            <a:ext cx="2305050" cy="112966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-6985" algn="ctr">
              <a:lnSpc>
                <a:spcPct val="100800"/>
              </a:lnSpc>
              <a:spcBef>
                <a:spcPts val="80"/>
              </a:spcBef>
            </a:pPr>
            <a:r>
              <a:rPr sz="1800" dirty="0">
                <a:solidFill>
                  <a:srgbClr val="6C1F77"/>
                </a:solidFill>
                <a:latin typeface="Century Gothic"/>
                <a:cs typeface="Century Gothic"/>
              </a:rPr>
              <a:t>Budget</a:t>
            </a:r>
            <a:r>
              <a:rPr sz="1800" spc="-90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6C1F77"/>
                </a:solidFill>
                <a:latin typeface="Century Gothic"/>
                <a:cs typeface="Century Gothic"/>
              </a:rPr>
              <a:t>diversion </a:t>
            </a:r>
            <a:r>
              <a:rPr sz="1800" spc="-20" dirty="0">
                <a:solidFill>
                  <a:srgbClr val="6C1F77"/>
                </a:solidFill>
                <a:latin typeface="Century Gothic"/>
                <a:cs typeface="Century Gothic"/>
              </a:rPr>
              <a:t>from</a:t>
            </a:r>
            <a:r>
              <a:rPr sz="1800" spc="-75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6C1F77"/>
                </a:solidFill>
                <a:latin typeface="Century Gothic"/>
                <a:cs typeface="Century Gothic"/>
              </a:rPr>
              <a:t>run</a:t>
            </a:r>
            <a:r>
              <a:rPr sz="1800" spc="-60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6C1F77"/>
                </a:solidFill>
                <a:latin typeface="Century Gothic"/>
                <a:cs typeface="Century Gothic"/>
              </a:rPr>
              <a:t>the</a:t>
            </a:r>
            <a:r>
              <a:rPr sz="1800" spc="-65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6C1F77"/>
                </a:solidFill>
                <a:latin typeface="Century Gothic"/>
                <a:cs typeface="Century Gothic"/>
              </a:rPr>
              <a:t>business to</a:t>
            </a:r>
            <a:r>
              <a:rPr sz="1800" spc="-100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6C1F77"/>
                </a:solidFill>
                <a:latin typeface="Century Gothic"/>
                <a:cs typeface="Century Gothic"/>
              </a:rPr>
              <a:t>transform</a:t>
            </a:r>
            <a:r>
              <a:rPr sz="1800" spc="-50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6C1F77"/>
                </a:solidFill>
                <a:latin typeface="Century Gothic"/>
                <a:cs typeface="Century Gothic"/>
              </a:rPr>
              <a:t>the </a:t>
            </a:r>
            <a:r>
              <a:rPr sz="1800" spc="-20" dirty="0">
                <a:solidFill>
                  <a:srgbClr val="6C1F77"/>
                </a:solidFill>
                <a:latin typeface="Century Gothic"/>
                <a:cs typeface="Century Gothic"/>
              </a:rPr>
              <a:t>business</a:t>
            </a:r>
            <a:r>
              <a:rPr sz="1800" spc="-60" dirty="0">
                <a:solidFill>
                  <a:srgbClr val="6C1F77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6C1F77"/>
                </a:solidFill>
                <a:latin typeface="Century Gothic"/>
                <a:cs typeface="Century Gothic"/>
              </a:rPr>
              <a:t>activities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6995" y="881951"/>
            <a:ext cx="12404090" cy="768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Developing</a:t>
            </a:r>
            <a:r>
              <a:rPr spc="95" dirty="0"/>
              <a:t> </a:t>
            </a:r>
            <a:r>
              <a:rPr dirty="0"/>
              <a:t>cost</a:t>
            </a:r>
            <a:r>
              <a:rPr spc="110" dirty="0"/>
              <a:t> </a:t>
            </a:r>
            <a:r>
              <a:rPr dirty="0"/>
              <a:t>optimisation</a:t>
            </a:r>
            <a:r>
              <a:rPr spc="130" dirty="0"/>
              <a:t> </a:t>
            </a:r>
            <a:r>
              <a:rPr spc="-10" dirty="0"/>
              <a:t>hypotheses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72463" y="207327"/>
            <a:ext cx="138811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solidFill>
                  <a:srgbClr val="A9A8AD"/>
                </a:solidFill>
                <a:latin typeface="Century Gothic"/>
                <a:cs typeface="Century Gothic"/>
              </a:rPr>
              <a:t>Point</a:t>
            </a:r>
            <a:r>
              <a:rPr sz="1700" spc="-4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A9A8AD"/>
                </a:solidFill>
                <a:latin typeface="Century Gothic"/>
                <a:cs typeface="Century Gothic"/>
              </a:rPr>
              <a:t>of</a:t>
            </a:r>
            <a:r>
              <a:rPr sz="1700" spc="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700" spc="-20" dirty="0">
                <a:solidFill>
                  <a:srgbClr val="A9A8AD"/>
                </a:solidFill>
                <a:latin typeface="Century Gothic"/>
                <a:cs typeface="Century Gothic"/>
              </a:rPr>
              <a:t>View</a:t>
            </a:r>
            <a:endParaRPr sz="17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06751" y="4259326"/>
            <a:ext cx="6099810" cy="2527300"/>
            <a:chOff x="2706751" y="4259326"/>
            <a:chExt cx="6099810" cy="2527300"/>
          </a:xfrm>
        </p:grpSpPr>
        <p:sp>
          <p:nvSpPr>
            <p:cNvPr id="5" name="object 5"/>
            <p:cNvSpPr/>
            <p:nvPr/>
          </p:nvSpPr>
          <p:spPr>
            <a:xfrm>
              <a:off x="8186673" y="6710299"/>
              <a:ext cx="620395" cy="76200"/>
            </a:xfrm>
            <a:custGeom>
              <a:avLst/>
              <a:gdLst/>
              <a:ahLst/>
              <a:cxnLst/>
              <a:rect l="l" t="t" r="r" b="b"/>
              <a:pathLst>
                <a:path w="620395" h="76200">
                  <a:moveTo>
                    <a:pt x="543686" y="0"/>
                  </a:moveTo>
                  <a:lnTo>
                    <a:pt x="543686" y="76200"/>
                  </a:lnTo>
                  <a:lnTo>
                    <a:pt x="607186" y="44450"/>
                  </a:lnTo>
                  <a:lnTo>
                    <a:pt x="556386" y="44450"/>
                  </a:lnTo>
                  <a:lnTo>
                    <a:pt x="556386" y="31750"/>
                  </a:lnTo>
                  <a:lnTo>
                    <a:pt x="607186" y="31750"/>
                  </a:lnTo>
                  <a:lnTo>
                    <a:pt x="543686" y="0"/>
                  </a:lnTo>
                  <a:close/>
                </a:path>
                <a:path w="620395" h="76200">
                  <a:moveTo>
                    <a:pt x="543686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43686" y="44450"/>
                  </a:lnTo>
                  <a:lnTo>
                    <a:pt x="543686" y="31750"/>
                  </a:lnTo>
                  <a:close/>
                </a:path>
                <a:path w="620395" h="76200">
                  <a:moveTo>
                    <a:pt x="607186" y="31750"/>
                  </a:moveTo>
                  <a:lnTo>
                    <a:pt x="556386" y="31750"/>
                  </a:lnTo>
                  <a:lnTo>
                    <a:pt x="556386" y="44450"/>
                  </a:lnTo>
                  <a:lnTo>
                    <a:pt x="607186" y="44450"/>
                  </a:lnTo>
                  <a:lnTo>
                    <a:pt x="619886" y="38100"/>
                  </a:lnTo>
                  <a:lnTo>
                    <a:pt x="607186" y="317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19451" y="4272025"/>
              <a:ext cx="6087110" cy="838200"/>
            </a:xfrm>
            <a:custGeom>
              <a:avLst/>
              <a:gdLst/>
              <a:ahLst/>
              <a:cxnLst/>
              <a:rect l="l" t="t" r="r" b="b"/>
              <a:pathLst>
                <a:path w="6087109" h="838200">
                  <a:moveTo>
                    <a:pt x="4210050" y="139700"/>
                  </a:moveTo>
                  <a:lnTo>
                    <a:pt x="4202912" y="95529"/>
                  </a:lnTo>
                  <a:lnTo>
                    <a:pt x="4183062" y="57175"/>
                  </a:lnTo>
                  <a:lnTo>
                    <a:pt x="4152798" y="26936"/>
                  </a:lnTo>
                  <a:lnTo>
                    <a:pt x="4114406" y="7124"/>
                  </a:lnTo>
                  <a:lnTo>
                    <a:pt x="4070223" y="0"/>
                  </a:lnTo>
                  <a:lnTo>
                    <a:pt x="139700" y="0"/>
                  </a:lnTo>
                  <a:lnTo>
                    <a:pt x="95516" y="7124"/>
                  </a:lnTo>
                  <a:lnTo>
                    <a:pt x="57162" y="26936"/>
                  </a:lnTo>
                  <a:lnTo>
                    <a:pt x="26924" y="57175"/>
                  </a:lnTo>
                  <a:lnTo>
                    <a:pt x="7112" y="95529"/>
                  </a:lnTo>
                  <a:lnTo>
                    <a:pt x="0" y="139700"/>
                  </a:lnTo>
                  <a:lnTo>
                    <a:pt x="0" y="698373"/>
                  </a:lnTo>
                  <a:lnTo>
                    <a:pt x="7112" y="742569"/>
                  </a:lnTo>
                  <a:lnTo>
                    <a:pt x="26924" y="780961"/>
                  </a:lnTo>
                  <a:lnTo>
                    <a:pt x="57162" y="811225"/>
                  </a:lnTo>
                  <a:lnTo>
                    <a:pt x="95516" y="831075"/>
                  </a:lnTo>
                  <a:lnTo>
                    <a:pt x="139700" y="838200"/>
                  </a:lnTo>
                  <a:lnTo>
                    <a:pt x="4070223" y="838200"/>
                  </a:lnTo>
                  <a:lnTo>
                    <a:pt x="4114406" y="831075"/>
                  </a:lnTo>
                  <a:lnTo>
                    <a:pt x="4152798" y="811225"/>
                  </a:lnTo>
                  <a:lnTo>
                    <a:pt x="4183062" y="780961"/>
                  </a:lnTo>
                  <a:lnTo>
                    <a:pt x="4202912" y="742569"/>
                  </a:lnTo>
                  <a:lnTo>
                    <a:pt x="4210050" y="698373"/>
                  </a:lnTo>
                  <a:lnTo>
                    <a:pt x="4210050" y="139700"/>
                  </a:lnTo>
                  <a:close/>
                </a:path>
                <a:path w="6087109" h="838200">
                  <a:moveTo>
                    <a:pt x="6087110" y="428625"/>
                  </a:moveTo>
                  <a:lnTo>
                    <a:pt x="6074410" y="422275"/>
                  </a:lnTo>
                  <a:lnTo>
                    <a:pt x="6010910" y="390525"/>
                  </a:lnTo>
                  <a:lnTo>
                    <a:pt x="6010910" y="422275"/>
                  </a:lnTo>
                  <a:lnTo>
                    <a:pt x="5467223" y="422275"/>
                  </a:lnTo>
                  <a:lnTo>
                    <a:pt x="5467223" y="434975"/>
                  </a:lnTo>
                  <a:lnTo>
                    <a:pt x="6010910" y="434975"/>
                  </a:lnTo>
                  <a:lnTo>
                    <a:pt x="6010910" y="466598"/>
                  </a:lnTo>
                  <a:lnTo>
                    <a:pt x="6074359" y="434975"/>
                  </a:lnTo>
                  <a:lnTo>
                    <a:pt x="6087110" y="428625"/>
                  </a:lnTo>
                  <a:close/>
                </a:path>
              </a:pathLst>
            </a:custGeom>
            <a:solidFill>
              <a:srgbClr val="5253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19451" y="4272026"/>
              <a:ext cx="4210050" cy="838200"/>
            </a:xfrm>
            <a:custGeom>
              <a:avLst/>
              <a:gdLst/>
              <a:ahLst/>
              <a:cxnLst/>
              <a:rect l="l" t="t" r="r" b="b"/>
              <a:pathLst>
                <a:path w="4210050" h="838200">
                  <a:moveTo>
                    <a:pt x="0" y="139700"/>
                  </a:moveTo>
                  <a:lnTo>
                    <a:pt x="7116" y="95520"/>
                  </a:lnTo>
                  <a:lnTo>
                    <a:pt x="26936" y="57168"/>
                  </a:lnTo>
                  <a:lnTo>
                    <a:pt x="57168" y="26936"/>
                  </a:lnTo>
                  <a:lnTo>
                    <a:pt x="95520" y="7116"/>
                  </a:lnTo>
                  <a:lnTo>
                    <a:pt x="139700" y="0"/>
                  </a:lnTo>
                  <a:lnTo>
                    <a:pt x="4070223" y="0"/>
                  </a:lnTo>
                  <a:lnTo>
                    <a:pt x="4114415" y="7116"/>
                  </a:lnTo>
                  <a:lnTo>
                    <a:pt x="4152799" y="26936"/>
                  </a:lnTo>
                  <a:lnTo>
                    <a:pt x="4183069" y="57168"/>
                  </a:lnTo>
                  <a:lnTo>
                    <a:pt x="4202920" y="95520"/>
                  </a:lnTo>
                  <a:lnTo>
                    <a:pt x="4210050" y="139700"/>
                  </a:lnTo>
                  <a:lnTo>
                    <a:pt x="4210050" y="698373"/>
                  </a:lnTo>
                  <a:lnTo>
                    <a:pt x="4202920" y="742565"/>
                  </a:lnTo>
                  <a:lnTo>
                    <a:pt x="4183069" y="780949"/>
                  </a:lnTo>
                  <a:lnTo>
                    <a:pt x="4152799" y="811219"/>
                  </a:lnTo>
                  <a:lnTo>
                    <a:pt x="4114415" y="831070"/>
                  </a:lnTo>
                  <a:lnTo>
                    <a:pt x="4070223" y="838200"/>
                  </a:lnTo>
                  <a:lnTo>
                    <a:pt x="139700" y="838200"/>
                  </a:lnTo>
                  <a:lnTo>
                    <a:pt x="95520" y="831070"/>
                  </a:lnTo>
                  <a:lnTo>
                    <a:pt x="57168" y="811219"/>
                  </a:lnTo>
                  <a:lnTo>
                    <a:pt x="26936" y="780949"/>
                  </a:lnTo>
                  <a:lnTo>
                    <a:pt x="7116" y="742565"/>
                  </a:lnTo>
                  <a:lnTo>
                    <a:pt x="0" y="698373"/>
                  </a:lnTo>
                  <a:lnTo>
                    <a:pt x="0" y="139700"/>
                  </a:lnTo>
                  <a:close/>
                </a:path>
              </a:pathLst>
            </a:custGeom>
            <a:ln w="25400">
              <a:solidFill>
                <a:srgbClr val="0033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8382" y="2051748"/>
            <a:ext cx="15826740" cy="56705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20"/>
              </a:spcBef>
            </a:pP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From</a:t>
            </a:r>
            <a:r>
              <a:rPr sz="180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our</a:t>
            </a:r>
            <a:r>
              <a:rPr sz="1800" b="1" spc="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experience,</a:t>
            </a:r>
            <a:r>
              <a:rPr sz="1800" b="1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there</a:t>
            </a:r>
            <a:r>
              <a:rPr sz="18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are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multiple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routes</a:t>
            </a:r>
            <a:r>
              <a:rPr sz="18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cost optimisation.</a:t>
            </a:r>
            <a:r>
              <a:rPr sz="180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lang="en-US" sz="1800" b="1" dirty="0">
                <a:solidFill>
                  <a:srgbClr val="00338D"/>
                </a:solidFill>
                <a:latin typeface="Century Gothic"/>
                <a:cs typeface="Century Gothic"/>
              </a:rPr>
              <a:t>Heirs Tech</a:t>
            </a:r>
            <a:r>
              <a:rPr sz="180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explores</a:t>
            </a:r>
            <a:r>
              <a:rPr sz="18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all</a:t>
            </a:r>
            <a:r>
              <a:rPr sz="1800" b="1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angles</a:t>
            </a:r>
            <a:r>
              <a:rPr sz="18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18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takes</a:t>
            </a:r>
            <a:r>
              <a:rPr sz="18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18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balanced</a:t>
            </a:r>
            <a:r>
              <a:rPr sz="18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cost-</a:t>
            </a:r>
            <a:r>
              <a:rPr sz="18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benefit-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risk </a:t>
            </a:r>
            <a:r>
              <a:rPr sz="18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approach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18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inform</a:t>
            </a:r>
            <a:r>
              <a:rPr sz="18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our</a:t>
            </a:r>
            <a:r>
              <a:rPr sz="18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recommendations.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0326" y="4555426"/>
            <a:ext cx="29032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Can</a:t>
            </a:r>
            <a:r>
              <a:rPr sz="1650" b="1" spc="-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the</a:t>
            </a:r>
            <a:r>
              <a:rPr sz="1650" b="1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cost</a:t>
            </a:r>
            <a:r>
              <a:rPr sz="1650" b="1" spc="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be</a:t>
            </a:r>
            <a:r>
              <a:rPr sz="1650" b="1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eliminated?</a:t>
            </a:r>
            <a:endParaRPr sz="165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66975" y="4038600"/>
            <a:ext cx="495300" cy="495300"/>
            <a:chOff x="2466975" y="4038600"/>
            <a:chExt cx="495300" cy="495300"/>
          </a:xfrm>
        </p:grpSpPr>
        <p:sp>
          <p:nvSpPr>
            <p:cNvPr id="11" name="object 11"/>
            <p:cNvSpPr/>
            <p:nvPr/>
          </p:nvSpPr>
          <p:spPr>
            <a:xfrm>
              <a:off x="2476500" y="40481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38125" y="0"/>
                  </a:moveTo>
                  <a:lnTo>
                    <a:pt x="190117" y="4835"/>
                  </a:lnTo>
                  <a:lnTo>
                    <a:pt x="145411" y="18704"/>
                  </a:lnTo>
                  <a:lnTo>
                    <a:pt x="104961" y="40652"/>
                  </a:lnTo>
                  <a:lnTo>
                    <a:pt x="69722" y="69723"/>
                  </a:lnTo>
                  <a:lnTo>
                    <a:pt x="40652" y="104961"/>
                  </a:lnTo>
                  <a:lnTo>
                    <a:pt x="18704" y="145411"/>
                  </a:lnTo>
                  <a:lnTo>
                    <a:pt x="4835" y="190117"/>
                  </a:lnTo>
                  <a:lnTo>
                    <a:pt x="0" y="238125"/>
                  </a:lnTo>
                  <a:lnTo>
                    <a:pt x="4835" y="286132"/>
                  </a:lnTo>
                  <a:lnTo>
                    <a:pt x="18704" y="330838"/>
                  </a:lnTo>
                  <a:lnTo>
                    <a:pt x="40652" y="371288"/>
                  </a:lnTo>
                  <a:lnTo>
                    <a:pt x="69723" y="406526"/>
                  </a:lnTo>
                  <a:lnTo>
                    <a:pt x="104961" y="435597"/>
                  </a:lnTo>
                  <a:lnTo>
                    <a:pt x="145411" y="457545"/>
                  </a:lnTo>
                  <a:lnTo>
                    <a:pt x="190117" y="471414"/>
                  </a:lnTo>
                  <a:lnTo>
                    <a:pt x="238125" y="476250"/>
                  </a:lnTo>
                  <a:lnTo>
                    <a:pt x="286132" y="471414"/>
                  </a:lnTo>
                  <a:lnTo>
                    <a:pt x="330838" y="457545"/>
                  </a:lnTo>
                  <a:lnTo>
                    <a:pt x="371288" y="435597"/>
                  </a:lnTo>
                  <a:lnTo>
                    <a:pt x="406527" y="406526"/>
                  </a:lnTo>
                  <a:lnTo>
                    <a:pt x="435597" y="371288"/>
                  </a:lnTo>
                  <a:lnTo>
                    <a:pt x="457545" y="330838"/>
                  </a:lnTo>
                  <a:lnTo>
                    <a:pt x="471414" y="286132"/>
                  </a:lnTo>
                  <a:lnTo>
                    <a:pt x="476250" y="238125"/>
                  </a:lnTo>
                  <a:lnTo>
                    <a:pt x="471414" y="190117"/>
                  </a:lnTo>
                  <a:lnTo>
                    <a:pt x="457545" y="145411"/>
                  </a:lnTo>
                  <a:lnTo>
                    <a:pt x="435597" y="104961"/>
                  </a:lnTo>
                  <a:lnTo>
                    <a:pt x="406526" y="69723"/>
                  </a:lnTo>
                  <a:lnTo>
                    <a:pt x="371288" y="40652"/>
                  </a:lnTo>
                  <a:lnTo>
                    <a:pt x="330838" y="18704"/>
                  </a:lnTo>
                  <a:lnTo>
                    <a:pt x="286132" y="4835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76500" y="40481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238125"/>
                  </a:moveTo>
                  <a:lnTo>
                    <a:pt x="4835" y="190117"/>
                  </a:lnTo>
                  <a:lnTo>
                    <a:pt x="18704" y="145411"/>
                  </a:lnTo>
                  <a:lnTo>
                    <a:pt x="40652" y="104961"/>
                  </a:lnTo>
                  <a:lnTo>
                    <a:pt x="69722" y="69723"/>
                  </a:lnTo>
                  <a:lnTo>
                    <a:pt x="104961" y="40652"/>
                  </a:lnTo>
                  <a:lnTo>
                    <a:pt x="145411" y="18704"/>
                  </a:lnTo>
                  <a:lnTo>
                    <a:pt x="190117" y="4835"/>
                  </a:lnTo>
                  <a:lnTo>
                    <a:pt x="238125" y="0"/>
                  </a:lnTo>
                  <a:lnTo>
                    <a:pt x="286132" y="4835"/>
                  </a:lnTo>
                  <a:lnTo>
                    <a:pt x="330838" y="18704"/>
                  </a:lnTo>
                  <a:lnTo>
                    <a:pt x="371288" y="40652"/>
                  </a:lnTo>
                  <a:lnTo>
                    <a:pt x="406526" y="69723"/>
                  </a:lnTo>
                  <a:lnTo>
                    <a:pt x="435597" y="104961"/>
                  </a:lnTo>
                  <a:lnTo>
                    <a:pt x="457545" y="145411"/>
                  </a:lnTo>
                  <a:lnTo>
                    <a:pt x="471414" y="190117"/>
                  </a:lnTo>
                  <a:lnTo>
                    <a:pt x="476250" y="238125"/>
                  </a:lnTo>
                  <a:lnTo>
                    <a:pt x="471414" y="286132"/>
                  </a:lnTo>
                  <a:lnTo>
                    <a:pt x="457545" y="330838"/>
                  </a:lnTo>
                  <a:lnTo>
                    <a:pt x="435597" y="371288"/>
                  </a:lnTo>
                  <a:lnTo>
                    <a:pt x="406527" y="406526"/>
                  </a:lnTo>
                  <a:lnTo>
                    <a:pt x="371288" y="435597"/>
                  </a:lnTo>
                  <a:lnTo>
                    <a:pt x="330838" y="457545"/>
                  </a:lnTo>
                  <a:lnTo>
                    <a:pt x="286132" y="471414"/>
                  </a:lnTo>
                  <a:lnTo>
                    <a:pt x="238125" y="476250"/>
                  </a:lnTo>
                  <a:lnTo>
                    <a:pt x="190117" y="471414"/>
                  </a:lnTo>
                  <a:lnTo>
                    <a:pt x="145411" y="457545"/>
                  </a:lnTo>
                  <a:lnTo>
                    <a:pt x="104961" y="435597"/>
                  </a:lnTo>
                  <a:lnTo>
                    <a:pt x="69723" y="406526"/>
                  </a:lnTo>
                  <a:lnTo>
                    <a:pt x="40652" y="371288"/>
                  </a:lnTo>
                  <a:lnTo>
                    <a:pt x="18704" y="330838"/>
                  </a:lnTo>
                  <a:lnTo>
                    <a:pt x="4835" y="286132"/>
                  </a:lnTo>
                  <a:lnTo>
                    <a:pt x="0" y="2381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46933" y="4152265"/>
            <a:ext cx="14287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endParaRPr sz="1650">
              <a:latin typeface="Century Gothic"/>
              <a:cs typeface="Century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06751" y="6364351"/>
            <a:ext cx="4235450" cy="863600"/>
            <a:chOff x="2706751" y="6364351"/>
            <a:chExt cx="4235450" cy="863600"/>
          </a:xfrm>
        </p:grpSpPr>
        <p:sp>
          <p:nvSpPr>
            <p:cNvPr id="15" name="object 15"/>
            <p:cNvSpPr/>
            <p:nvPr/>
          </p:nvSpPr>
          <p:spPr>
            <a:xfrm>
              <a:off x="2719451" y="6377051"/>
              <a:ext cx="4210050" cy="838200"/>
            </a:xfrm>
            <a:custGeom>
              <a:avLst/>
              <a:gdLst/>
              <a:ahLst/>
              <a:cxnLst/>
              <a:rect l="l" t="t" r="r" b="b"/>
              <a:pathLst>
                <a:path w="4210050" h="838200">
                  <a:moveTo>
                    <a:pt x="4070223" y="0"/>
                  </a:moveTo>
                  <a:lnTo>
                    <a:pt x="139700" y="0"/>
                  </a:lnTo>
                  <a:lnTo>
                    <a:pt x="95520" y="7116"/>
                  </a:lnTo>
                  <a:lnTo>
                    <a:pt x="57168" y="26936"/>
                  </a:lnTo>
                  <a:lnTo>
                    <a:pt x="26936" y="57168"/>
                  </a:lnTo>
                  <a:lnTo>
                    <a:pt x="7116" y="95520"/>
                  </a:lnTo>
                  <a:lnTo>
                    <a:pt x="0" y="139700"/>
                  </a:lnTo>
                  <a:lnTo>
                    <a:pt x="0" y="698373"/>
                  </a:lnTo>
                  <a:lnTo>
                    <a:pt x="7116" y="742552"/>
                  </a:lnTo>
                  <a:lnTo>
                    <a:pt x="26936" y="780904"/>
                  </a:lnTo>
                  <a:lnTo>
                    <a:pt x="57168" y="811136"/>
                  </a:lnTo>
                  <a:lnTo>
                    <a:pt x="95520" y="830956"/>
                  </a:lnTo>
                  <a:lnTo>
                    <a:pt x="139700" y="838073"/>
                  </a:lnTo>
                  <a:lnTo>
                    <a:pt x="4070223" y="838073"/>
                  </a:lnTo>
                  <a:lnTo>
                    <a:pt x="4114415" y="830956"/>
                  </a:lnTo>
                  <a:lnTo>
                    <a:pt x="4152799" y="811136"/>
                  </a:lnTo>
                  <a:lnTo>
                    <a:pt x="4183069" y="780904"/>
                  </a:lnTo>
                  <a:lnTo>
                    <a:pt x="4202920" y="742552"/>
                  </a:lnTo>
                  <a:lnTo>
                    <a:pt x="4210050" y="698373"/>
                  </a:lnTo>
                  <a:lnTo>
                    <a:pt x="4210050" y="139700"/>
                  </a:lnTo>
                  <a:lnTo>
                    <a:pt x="4202920" y="95520"/>
                  </a:lnTo>
                  <a:lnTo>
                    <a:pt x="4183069" y="57168"/>
                  </a:lnTo>
                  <a:lnTo>
                    <a:pt x="4152799" y="26936"/>
                  </a:lnTo>
                  <a:lnTo>
                    <a:pt x="4114415" y="7116"/>
                  </a:lnTo>
                  <a:lnTo>
                    <a:pt x="40702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9451" y="6377051"/>
              <a:ext cx="4210050" cy="838200"/>
            </a:xfrm>
            <a:custGeom>
              <a:avLst/>
              <a:gdLst/>
              <a:ahLst/>
              <a:cxnLst/>
              <a:rect l="l" t="t" r="r" b="b"/>
              <a:pathLst>
                <a:path w="4210050" h="838200">
                  <a:moveTo>
                    <a:pt x="0" y="139700"/>
                  </a:moveTo>
                  <a:lnTo>
                    <a:pt x="7116" y="95520"/>
                  </a:lnTo>
                  <a:lnTo>
                    <a:pt x="26936" y="57168"/>
                  </a:lnTo>
                  <a:lnTo>
                    <a:pt x="57168" y="26936"/>
                  </a:lnTo>
                  <a:lnTo>
                    <a:pt x="95520" y="7116"/>
                  </a:lnTo>
                  <a:lnTo>
                    <a:pt x="139700" y="0"/>
                  </a:lnTo>
                  <a:lnTo>
                    <a:pt x="4070223" y="0"/>
                  </a:lnTo>
                  <a:lnTo>
                    <a:pt x="4114415" y="7116"/>
                  </a:lnTo>
                  <a:lnTo>
                    <a:pt x="4152799" y="26936"/>
                  </a:lnTo>
                  <a:lnTo>
                    <a:pt x="4183069" y="57168"/>
                  </a:lnTo>
                  <a:lnTo>
                    <a:pt x="4202920" y="95520"/>
                  </a:lnTo>
                  <a:lnTo>
                    <a:pt x="4210050" y="139700"/>
                  </a:lnTo>
                  <a:lnTo>
                    <a:pt x="4210050" y="698373"/>
                  </a:lnTo>
                  <a:lnTo>
                    <a:pt x="4202920" y="742552"/>
                  </a:lnTo>
                  <a:lnTo>
                    <a:pt x="4183069" y="780904"/>
                  </a:lnTo>
                  <a:lnTo>
                    <a:pt x="4152799" y="811136"/>
                  </a:lnTo>
                  <a:lnTo>
                    <a:pt x="4114415" y="830956"/>
                  </a:lnTo>
                  <a:lnTo>
                    <a:pt x="4070223" y="838073"/>
                  </a:lnTo>
                  <a:lnTo>
                    <a:pt x="139700" y="838073"/>
                  </a:lnTo>
                  <a:lnTo>
                    <a:pt x="95520" y="830956"/>
                  </a:lnTo>
                  <a:lnTo>
                    <a:pt x="57168" y="811136"/>
                  </a:lnTo>
                  <a:lnTo>
                    <a:pt x="26936" y="780904"/>
                  </a:lnTo>
                  <a:lnTo>
                    <a:pt x="7116" y="742552"/>
                  </a:lnTo>
                  <a:lnTo>
                    <a:pt x="0" y="698373"/>
                  </a:lnTo>
                  <a:lnTo>
                    <a:pt x="0" y="139700"/>
                  </a:lnTo>
                  <a:close/>
                </a:path>
              </a:pathLst>
            </a:custGeom>
            <a:ln w="25400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47796" y="6658990"/>
            <a:ext cx="275844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Can</a:t>
            </a:r>
            <a:r>
              <a:rPr sz="1650" b="1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the</a:t>
            </a:r>
            <a:r>
              <a:rPr sz="16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cost</a:t>
            </a:r>
            <a:r>
              <a:rPr sz="1650" b="1" spc="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be</a:t>
            </a:r>
            <a:r>
              <a:rPr sz="16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replaced?</a:t>
            </a:r>
            <a:endParaRPr sz="165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466975" y="6134100"/>
            <a:ext cx="495300" cy="495300"/>
            <a:chOff x="2466975" y="6134100"/>
            <a:chExt cx="495300" cy="495300"/>
          </a:xfrm>
        </p:grpSpPr>
        <p:sp>
          <p:nvSpPr>
            <p:cNvPr id="19" name="object 19"/>
            <p:cNvSpPr/>
            <p:nvPr/>
          </p:nvSpPr>
          <p:spPr>
            <a:xfrm>
              <a:off x="2476500" y="61436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38125" y="0"/>
                  </a:moveTo>
                  <a:lnTo>
                    <a:pt x="190117" y="4835"/>
                  </a:lnTo>
                  <a:lnTo>
                    <a:pt x="145411" y="18704"/>
                  </a:lnTo>
                  <a:lnTo>
                    <a:pt x="104961" y="40652"/>
                  </a:lnTo>
                  <a:lnTo>
                    <a:pt x="69722" y="69723"/>
                  </a:lnTo>
                  <a:lnTo>
                    <a:pt x="40652" y="104961"/>
                  </a:lnTo>
                  <a:lnTo>
                    <a:pt x="18704" y="145411"/>
                  </a:lnTo>
                  <a:lnTo>
                    <a:pt x="4835" y="190117"/>
                  </a:lnTo>
                  <a:lnTo>
                    <a:pt x="0" y="238125"/>
                  </a:lnTo>
                  <a:lnTo>
                    <a:pt x="4835" y="286132"/>
                  </a:lnTo>
                  <a:lnTo>
                    <a:pt x="18704" y="330838"/>
                  </a:lnTo>
                  <a:lnTo>
                    <a:pt x="40652" y="371288"/>
                  </a:lnTo>
                  <a:lnTo>
                    <a:pt x="69723" y="406526"/>
                  </a:lnTo>
                  <a:lnTo>
                    <a:pt x="104961" y="435597"/>
                  </a:lnTo>
                  <a:lnTo>
                    <a:pt x="145411" y="457545"/>
                  </a:lnTo>
                  <a:lnTo>
                    <a:pt x="190117" y="471414"/>
                  </a:lnTo>
                  <a:lnTo>
                    <a:pt x="238125" y="476250"/>
                  </a:lnTo>
                  <a:lnTo>
                    <a:pt x="286132" y="471414"/>
                  </a:lnTo>
                  <a:lnTo>
                    <a:pt x="330838" y="457545"/>
                  </a:lnTo>
                  <a:lnTo>
                    <a:pt x="371288" y="435597"/>
                  </a:lnTo>
                  <a:lnTo>
                    <a:pt x="406527" y="406526"/>
                  </a:lnTo>
                  <a:lnTo>
                    <a:pt x="435597" y="371288"/>
                  </a:lnTo>
                  <a:lnTo>
                    <a:pt x="457545" y="330838"/>
                  </a:lnTo>
                  <a:lnTo>
                    <a:pt x="471414" y="286132"/>
                  </a:lnTo>
                  <a:lnTo>
                    <a:pt x="476250" y="238125"/>
                  </a:lnTo>
                  <a:lnTo>
                    <a:pt x="471414" y="190117"/>
                  </a:lnTo>
                  <a:lnTo>
                    <a:pt x="457545" y="145411"/>
                  </a:lnTo>
                  <a:lnTo>
                    <a:pt x="435597" y="104961"/>
                  </a:lnTo>
                  <a:lnTo>
                    <a:pt x="406526" y="69723"/>
                  </a:lnTo>
                  <a:lnTo>
                    <a:pt x="371288" y="40652"/>
                  </a:lnTo>
                  <a:lnTo>
                    <a:pt x="330838" y="18704"/>
                  </a:lnTo>
                  <a:lnTo>
                    <a:pt x="286132" y="4835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76500" y="614362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238125"/>
                  </a:moveTo>
                  <a:lnTo>
                    <a:pt x="4835" y="190117"/>
                  </a:lnTo>
                  <a:lnTo>
                    <a:pt x="18704" y="145411"/>
                  </a:lnTo>
                  <a:lnTo>
                    <a:pt x="40652" y="104961"/>
                  </a:lnTo>
                  <a:lnTo>
                    <a:pt x="69722" y="69723"/>
                  </a:lnTo>
                  <a:lnTo>
                    <a:pt x="104961" y="40652"/>
                  </a:lnTo>
                  <a:lnTo>
                    <a:pt x="145411" y="18704"/>
                  </a:lnTo>
                  <a:lnTo>
                    <a:pt x="190117" y="4835"/>
                  </a:lnTo>
                  <a:lnTo>
                    <a:pt x="238125" y="0"/>
                  </a:lnTo>
                  <a:lnTo>
                    <a:pt x="286132" y="4835"/>
                  </a:lnTo>
                  <a:lnTo>
                    <a:pt x="330838" y="18704"/>
                  </a:lnTo>
                  <a:lnTo>
                    <a:pt x="371288" y="40652"/>
                  </a:lnTo>
                  <a:lnTo>
                    <a:pt x="406526" y="69723"/>
                  </a:lnTo>
                  <a:lnTo>
                    <a:pt x="435597" y="104961"/>
                  </a:lnTo>
                  <a:lnTo>
                    <a:pt x="457545" y="145411"/>
                  </a:lnTo>
                  <a:lnTo>
                    <a:pt x="471414" y="190117"/>
                  </a:lnTo>
                  <a:lnTo>
                    <a:pt x="476250" y="238125"/>
                  </a:lnTo>
                  <a:lnTo>
                    <a:pt x="471414" y="286132"/>
                  </a:lnTo>
                  <a:lnTo>
                    <a:pt x="457545" y="330838"/>
                  </a:lnTo>
                  <a:lnTo>
                    <a:pt x="435597" y="371288"/>
                  </a:lnTo>
                  <a:lnTo>
                    <a:pt x="406527" y="406526"/>
                  </a:lnTo>
                  <a:lnTo>
                    <a:pt x="371288" y="435597"/>
                  </a:lnTo>
                  <a:lnTo>
                    <a:pt x="330838" y="457545"/>
                  </a:lnTo>
                  <a:lnTo>
                    <a:pt x="286132" y="471414"/>
                  </a:lnTo>
                  <a:lnTo>
                    <a:pt x="238125" y="476250"/>
                  </a:lnTo>
                  <a:lnTo>
                    <a:pt x="190117" y="471414"/>
                  </a:lnTo>
                  <a:lnTo>
                    <a:pt x="145411" y="457545"/>
                  </a:lnTo>
                  <a:lnTo>
                    <a:pt x="104961" y="435597"/>
                  </a:lnTo>
                  <a:lnTo>
                    <a:pt x="69723" y="406526"/>
                  </a:lnTo>
                  <a:lnTo>
                    <a:pt x="40652" y="371288"/>
                  </a:lnTo>
                  <a:lnTo>
                    <a:pt x="18704" y="330838"/>
                  </a:lnTo>
                  <a:lnTo>
                    <a:pt x="4835" y="286132"/>
                  </a:lnTo>
                  <a:lnTo>
                    <a:pt x="0" y="2381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646933" y="6250622"/>
            <a:ext cx="14351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650">
              <a:latin typeface="Century Gothic"/>
              <a:cs typeface="Century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706751" y="8726551"/>
            <a:ext cx="4235450" cy="863600"/>
            <a:chOff x="2706751" y="8726551"/>
            <a:chExt cx="4235450" cy="863600"/>
          </a:xfrm>
        </p:grpSpPr>
        <p:sp>
          <p:nvSpPr>
            <p:cNvPr id="23" name="object 23"/>
            <p:cNvSpPr/>
            <p:nvPr/>
          </p:nvSpPr>
          <p:spPr>
            <a:xfrm>
              <a:off x="2719451" y="8739251"/>
              <a:ext cx="4210050" cy="838200"/>
            </a:xfrm>
            <a:custGeom>
              <a:avLst/>
              <a:gdLst/>
              <a:ahLst/>
              <a:cxnLst/>
              <a:rect l="l" t="t" r="r" b="b"/>
              <a:pathLst>
                <a:path w="4210050" h="838200">
                  <a:moveTo>
                    <a:pt x="4070223" y="0"/>
                  </a:moveTo>
                  <a:lnTo>
                    <a:pt x="139700" y="0"/>
                  </a:lnTo>
                  <a:lnTo>
                    <a:pt x="95520" y="7116"/>
                  </a:lnTo>
                  <a:lnTo>
                    <a:pt x="57168" y="26936"/>
                  </a:lnTo>
                  <a:lnTo>
                    <a:pt x="26936" y="57168"/>
                  </a:lnTo>
                  <a:lnTo>
                    <a:pt x="7116" y="95520"/>
                  </a:lnTo>
                  <a:lnTo>
                    <a:pt x="0" y="139700"/>
                  </a:lnTo>
                  <a:lnTo>
                    <a:pt x="0" y="698436"/>
                  </a:lnTo>
                  <a:lnTo>
                    <a:pt x="7116" y="742591"/>
                  </a:lnTo>
                  <a:lnTo>
                    <a:pt x="26936" y="780940"/>
                  </a:lnTo>
                  <a:lnTo>
                    <a:pt x="57168" y="811182"/>
                  </a:lnTo>
                  <a:lnTo>
                    <a:pt x="95520" y="831014"/>
                  </a:lnTo>
                  <a:lnTo>
                    <a:pt x="139700" y="838136"/>
                  </a:lnTo>
                  <a:lnTo>
                    <a:pt x="4070223" y="838136"/>
                  </a:lnTo>
                  <a:lnTo>
                    <a:pt x="4114415" y="831014"/>
                  </a:lnTo>
                  <a:lnTo>
                    <a:pt x="4152799" y="811182"/>
                  </a:lnTo>
                  <a:lnTo>
                    <a:pt x="4183069" y="780940"/>
                  </a:lnTo>
                  <a:lnTo>
                    <a:pt x="4202920" y="742591"/>
                  </a:lnTo>
                  <a:lnTo>
                    <a:pt x="4210050" y="698436"/>
                  </a:lnTo>
                  <a:lnTo>
                    <a:pt x="4210050" y="139700"/>
                  </a:lnTo>
                  <a:lnTo>
                    <a:pt x="4202920" y="95520"/>
                  </a:lnTo>
                  <a:lnTo>
                    <a:pt x="4183069" y="57168"/>
                  </a:lnTo>
                  <a:lnTo>
                    <a:pt x="4152799" y="26936"/>
                  </a:lnTo>
                  <a:lnTo>
                    <a:pt x="4114415" y="7116"/>
                  </a:lnTo>
                  <a:lnTo>
                    <a:pt x="407022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19451" y="8739251"/>
              <a:ext cx="4210050" cy="838200"/>
            </a:xfrm>
            <a:custGeom>
              <a:avLst/>
              <a:gdLst/>
              <a:ahLst/>
              <a:cxnLst/>
              <a:rect l="l" t="t" r="r" b="b"/>
              <a:pathLst>
                <a:path w="4210050" h="838200">
                  <a:moveTo>
                    <a:pt x="0" y="139700"/>
                  </a:moveTo>
                  <a:lnTo>
                    <a:pt x="7116" y="95520"/>
                  </a:lnTo>
                  <a:lnTo>
                    <a:pt x="26936" y="57168"/>
                  </a:lnTo>
                  <a:lnTo>
                    <a:pt x="57168" y="26936"/>
                  </a:lnTo>
                  <a:lnTo>
                    <a:pt x="95520" y="7116"/>
                  </a:lnTo>
                  <a:lnTo>
                    <a:pt x="139700" y="0"/>
                  </a:lnTo>
                  <a:lnTo>
                    <a:pt x="4070223" y="0"/>
                  </a:lnTo>
                  <a:lnTo>
                    <a:pt x="4114415" y="7116"/>
                  </a:lnTo>
                  <a:lnTo>
                    <a:pt x="4152799" y="26936"/>
                  </a:lnTo>
                  <a:lnTo>
                    <a:pt x="4183069" y="57168"/>
                  </a:lnTo>
                  <a:lnTo>
                    <a:pt x="4202920" y="95520"/>
                  </a:lnTo>
                  <a:lnTo>
                    <a:pt x="4210050" y="139700"/>
                  </a:lnTo>
                  <a:lnTo>
                    <a:pt x="4210050" y="698436"/>
                  </a:lnTo>
                  <a:lnTo>
                    <a:pt x="4202920" y="742591"/>
                  </a:lnTo>
                  <a:lnTo>
                    <a:pt x="4183069" y="780940"/>
                  </a:lnTo>
                  <a:lnTo>
                    <a:pt x="4152799" y="811182"/>
                  </a:lnTo>
                  <a:lnTo>
                    <a:pt x="4114415" y="831014"/>
                  </a:lnTo>
                  <a:lnTo>
                    <a:pt x="4070223" y="838136"/>
                  </a:lnTo>
                  <a:lnTo>
                    <a:pt x="139700" y="838136"/>
                  </a:lnTo>
                  <a:lnTo>
                    <a:pt x="95520" y="831014"/>
                  </a:lnTo>
                  <a:lnTo>
                    <a:pt x="57168" y="811182"/>
                  </a:lnTo>
                  <a:lnTo>
                    <a:pt x="26936" y="780940"/>
                  </a:lnTo>
                  <a:lnTo>
                    <a:pt x="7116" y="742591"/>
                  </a:lnTo>
                  <a:lnTo>
                    <a:pt x="0" y="698436"/>
                  </a:lnTo>
                  <a:lnTo>
                    <a:pt x="0" y="139700"/>
                  </a:lnTo>
                  <a:close/>
                </a:path>
              </a:pathLst>
            </a:custGeom>
            <a:ln w="25400">
              <a:solidFill>
                <a:srgbClr val="0091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47796" y="9025572"/>
            <a:ext cx="275971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Can</a:t>
            </a:r>
            <a:r>
              <a:rPr sz="1650" b="1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the</a:t>
            </a:r>
            <a:r>
              <a:rPr sz="16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cost</a:t>
            </a:r>
            <a:r>
              <a:rPr sz="1650" b="1" spc="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Century Gothic"/>
                <a:cs typeface="Century Gothic"/>
              </a:rPr>
              <a:t>be</a:t>
            </a:r>
            <a:r>
              <a:rPr sz="165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changed?</a:t>
            </a:r>
            <a:endParaRPr sz="1650">
              <a:latin typeface="Century Gothic"/>
              <a:cs typeface="Century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466975" y="8486775"/>
            <a:ext cx="495300" cy="495300"/>
            <a:chOff x="2466975" y="8486775"/>
            <a:chExt cx="495300" cy="495300"/>
          </a:xfrm>
        </p:grpSpPr>
        <p:sp>
          <p:nvSpPr>
            <p:cNvPr id="27" name="object 27"/>
            <p:cNvSpPr/>
            <p:nvPr/>
          </p:nvSpPr>
          <p:spPr>
            <a:xfrm>
              <a:off x="2476500" y="84963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38125" y="0"/>
                  </a:moveTo>
                  <a:lnTo>
                    <a:pt x="190117" y="4835"/>
                  </a:lnTo>
                  <a:lnTo>
                    <a:pt x="145411" y="18704"/>
                  </a:lnTo>
                  <a:lnTo>
                    <a:pt x="104961" y="40652"/>
                  </a:lnTo>
                  <a:lnTo>
                    <a:pt x="69722" y="69723"/>
                  </a:lnTo>
                  <a:lnTo>
                    <a:pt x="40652" y="104961"/>
                  </a:lnTo>
                  <a:lnTo>
                    <a:pt x="18704" y="145411"/>
                  </a:lnTo>
                  <a:lnTo>
                    <a:pt x="4835" y="190117"/>
                  </a:lnTo>
                  <a:lnTo>
                    <a:pt x="0" y="238125"/>
                  </a:lnTo>
                  <a:lnTo>
                    <a:pt x="4835" y="286132"/>
                  </a:lnTo>
                  <a:lnTo>
                    <a:pt x="18704" y="330838"/>
                  </a:lnTo>
                  <a:lnTo>
                    <a:pt x="40652" y="371288"/>
                  </a:lnTo>
                  <a:lnTo>
                    <a:pt x="69723" y="406526"/>
                  </a:lnTo>
                  <a:lnTo>
                    <a:pt x="104961" y="435597"/>
                  </a:lnTo>
                  <a:lnTo>
                    <a:pt x="145411" y="457545"/>
                  </a:lnTo>
                  <a:lnTo>
                    <a:pt x="190117" y="471414"/>
                  </a:lnTo>
                  <a:lnTo>
                    <a:pt x="238125" y="476250"/>
                  </a:lnTo>
                  <a:lnTo>
                    <a:pt x="286132" y="471414"/>
                  </a:lnTo>
                  <a:lnTo>
                    <a:pt x="330838" y="457545"/>
                  </a:lnTo>
                  <a:lnTo>
                    <a:pt x="371288" y="435597"/>
                  </a:lnTo>
                  <a:lnTo>
                    <a:pt x="406527" y="406526"/>
                  </a:lnTo>
                  <a:lnTo>
                    <a:pt x="435597" y="371288"/>
                  </a:lnTo>
                  <a:lnTo>
                    <a:pt x="457545" y="330838"/>
                  </a:lnTo>
                  <a:lnTo>
                    <a:pt x="471414" y="286132"/>
                  </a:lnTo>
                  <a:lnTo>
                    <a:pt x="476250" y="238125"/>
                  </a:lnTo>
                  <a:lnTo>
                    <a:pt x="471414" y="190117"/>
                  </a:lnTo>
                  <a:lnTo>
                    <a:pt x="457545" y="145411"/>
                  </a:lnTo>
                  <a:lnTo>
                    <a:pt x="435597" y="104961"/>
                  </a:lnTo>
                  <a:lnTo>
                    <a:pt x="406526" y="69722"/>
                  </a:lnTo>
                  <a:lnTo>
                    <a:pt x="371288" y="40652"/>
                  </a:lnTo>
                  <a:lnTo>
                    <a:pt x="330838" y="18704"/>
                  </a:lnTo>
                  <a:lnTo>
                    <a:pt x="286132" y="4835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76500" y="84963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238125"/>
                  </a:moveTo>
                  <a:lnTo>
                    <a:pt x="4835" y="190117"/>
                  </a:lnTo>
                  <a:lnTo>
                    <a:pt x="18704" y="145411"/>
                  </a:lnTo>
                  <a:lnTo>
                    <a:pt x="40652" y="104961"/>
                  </a:lnTo>
                  <a:lnTo>
                    <a:pt x="69722" y="69723"/>
                  </a:lnTo>
                  <a:lnTo>
                    <a:pt x="104961" y="40652"/>
                  </a:lnTo>
                  <a:lnTo>
                    <a:pt x="145411" y="18704"/>
                  </a:lnTo>
                  <a:lnTo>
                    <a:pt x="190117" y="4835"/>
                  </a:lnTo>
                  <a:lnTo>
                    <a:pt x="238125" y="0"/>
                  </a:lnTo>
                  <a:lnTo>
                    <a:pt x="286132" y="4835"/>
                  </a:lnTo>
                  <a:lnTo>
                    <a:pt x="330838" y="18704"/>
                  </a:lnTo>
                  <a:lnTo>
                    <a:pt x="371288" y="40652"/>
                  </a:lnTo>
                  <a:lnTo>
                    <a:pt x="406526" y="69722"/>
                  </a:lnTo>
                  <a:lnTo>
                    <a:pt x="435597" y="104961"/>
                  </a:lnTo>
                  <a:lnTo>
                    <a:pt x="457545" y="145411"/>
                  </a:lnTo>
                  <a:lnTo>
                    <a:pt x="471414" y="190117"/>
                  </a:lnTo>
                  <a:lnTo>
                    <a:pt x="476250" y="238125"/>
                  </a:lnTo>
                  <a:lnTo>
                    <a:pt x="471414" y="286132"/>
                  </a:lnTo>
                  <a:lnTo>
                    <a:pt x="457545" y="330838"/>
                  </a:lnTo>
                  <a:lnTo>
                    <a:pt x="435597" y="371288"/>
                  </a:lnTo>
                  <a:lnTo>
                    <a:pt x="406527" y="406526"/>
                  </a:lnTo>
                  <a:lnTo>
                    <a:pt x="371288" y="435597"/>
                  </a:lnTo>
                  <a:lnTo>
                    <a:pt x="330838" y="457545"/>
                  </a:lnTo>
                  <a:lnTo>
                    <a:pt x="286132" y="471414"/>
                  </a:lnTo>
                  <a:lnTo>
                    <a:pt x="238125" y="476250"/>
                  </a:lnTo>
                  <a:lnTo>
                    <a:pt x="190117" y="471414"/>
                  </a:lnTo>
                  <a:lnTo>
                    <a:pt x="145411" y="457545"/>
                  </a:lnTo>
                  <a:lnTo>
                    <a:pt x="104961" y="435597"/>
                  </a:lnTo>
                  <a:lnTo>
                    <a:pt x="69723" y="406526"/>
                  </a:lnTo>
                  <a:lnTo>
                    <a:pt x="40652" y="371288"/>
                  </a:lnTo>
                  <a:lnTo>
                    <a:pt x="18704" y="330838"/>
                  </a:lnTo>
                  <a:lnTo>
                    <a:pt x="4835" y="286132"/>
                  </a:lnTo>
                  <a:lnTo>
                    <a:pt x="0" y="2381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646933" y="8602916"/>
            <a:ext cx="14351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650">
              <a:latin typeface="Century Gothic"/>
              <a:cs typeface="Century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335526" y="5110226"/>
            <a:ext cx="977900" cy="3629660"/>
            <a:chOff x="4335526" y="5110226"/>
            <a:chExt cx="977900" cy="3629660"/>
          </a:xfrm>
        </p:grpSpPr>
        <p:sp>
          <p:nvSpPr>
            <p:cNvPr id="31" name="object 31"/>
            <p:cNvSpPr/>
            <p:nvPr/>
          </p:nvSpPr>
          <p:spPr>
            <a:xfrm>
              <a:off x="4786376" y="5110225"/>
              <a:ext cx="79375" cy="3629660"/>
            </a:xfrm>
            <a:custGeom>
              <a:avLst/>
              <a:gdLst/>
              <a:ahLst/>
              <a:cxnLst/>
              <a:rect l="l" t="t" r="r" b="b"/>
              <a:pathLst>
                <a:path w="79375" h="3629659">
                  <a:moveTo>
                    <a:pt x="76200" y="3553460"/>
                  </a:moveTo>
                  <a:lnTo>
                    <a:pt x="44437" y="3553460"/>
                  </a:lnTo>
                  <a:lnTo>
                    <a:pt x="44323" y="2104898"/>
                  </a:lnTo>
                  <a:lnTo>
                    <a:pt x="31623" y="2104898"/>
                  </a:lnTo>
                  <a:lnTo>
                    <a:pt x="31737" y="3553460"/>
                  </a:lnTo>
                  <a:lnTo>
                    <a:pt x="0" y="3553460"/>
                  </a:lnTo>
                  <a:lnTo>
                    <a:pt x="38100" y="3629660"/>
                  </a:lnTo>
                  <a:lnTo>
                    <a:pt x="69850" y="3566160"/>
                  </a:lnTo>
                  <a:lnTo>
                    <a:pt x="76200" y="3553460"/>
                  </a:lnTo>
                  <a:close/>
                </a:path>
                <a:path w="79375" h="3629659">
                  <a:moveTo>
                    <a:pt x="78930" y="1184656"/>
                  </a:moveTo>
                  <a:lnTo>
                    <a:pt x="47205" y="1184656"/>
                  </a:lnTo>
                  <a:lnTo>
                    <a:pt x="44323" y="0"/>
                  </a:lnTo>
                  <a:lnTo>
                    <a:pt x="31623" y="0"/>
                  </a:lnTo>
                  <a:lnTo>
                    <a:pt x="34505" y="1184656"/>
                  </a:lnTo>
                  <a:lnTo>
                    <a:pt x="2794" y="1184656"/>
                  </a:lnTo>
                  <a:lnTo>
                    <a:pt x="41021" y="1260856"/>
                  </a:lnTo>
                  <a:lnTo>
                    <a:pt x="72605" y="1197356"/>
                  </a:lnTo>
                  <a:lnTo>
                    <a:pt x="78930" y="1184656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48226" y="5195951"/>
              <a:ext cx="952500" cy="962025"/>
            </a:xfrm>
            <a:custGeom>
              <a:avLst/>
              <a:gdLst/>
              <a:ahLst/>
              <a:cxnLst/>
              <a:rect l="l" t="t" r="r" b="b"/>
              <a:pathLst>
                <a:path w="952500" h="962025">
                  <a:moveTo>
                    <a:pt x="476250" y="0"/>
                  </a:moveTo>
                  <a:lnTo>
                    <a:pt x="0" y="480949"/>
                  </a:lnTo>
                  <a:lnTo>
                    <a:pt x="476250" y="962025"/>
                  </a:lnTo>
                  <a:lnTo>
                    <a:pt x="952500" y="480949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48226" y="5195951"/>
              <a:ext cx="952500" cy="962025"/>
            </a:xfrm>
            <a:custGeom>
              <a:avLst/>
              <a:gdLst/>
              <a:ahLst/>
              <a:cxnLst/>
              <a:rect l="l" t="t" r="r" b="b"/>
              <a:pathLst>
                <a:path w="952500" h="962025">
                  <a:moveTo>
                    <a:pt x="0" y="480949"/>
                  </a:moveTo>
                  <a:lnTo>
                    <a:pt x="476250" y="0"/>
                  </a:lnTo>
                  <a:lnTo>
                    <a:pt x="952500" y="480949"/>
                  </a:lnTo>
                  <a:lnTo>
                    <a:pt x="476250" y="962025"/>
                  </a:lnTo>
                  <a:lnTo>
                    <a:pt x="0" y="480949"/>
                  </a:lnTo>
                  <a:close/>
                </a:path>
              </a:pathLst>
            </a:custGeom>
            <a:ln w="25400">
              <a:solidFill>
                <a:srgbClr val="4736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690745" y="5561012"/>
            <a:ext cx="2565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No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335526" y="7488173"/>
            <a:ext cx="977900" cy="977900"/>
            <a:chOff x="4335526" y="7488173"/>
            <a:chExt cx="977900" cy="977900"/>
          </a:xfrm>
        </p:grpSpPr>
        <p:sp>
          <p:nvSpPr>
            <p:cNvPr id="36" name="object 36"/>
            <p:cNvSpPr/>
            <p:nvPr/>
          </p:nvSpPr>
          <p:spPr>
            <a:xfrm>
              <a:off x="4348226" y="7500873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476250" y="0"/>
                  </a:moveTo>
                  <a:lnTo>
                    <a:pt x="0" y="476250"/>
                  </a:lnTo>
                  <a:lnTo>
                    <a:pt x="476250" y="952500"/>
                  </a:lnTo>
                  <a:lnTo>
                    <a:pt x="952500" y="47625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48226" y="7500873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lnTo>
                    <a:pt x="476250" y="0"/>
                  </a:lnTo>
                  <a:lnTo>
                    <a:pt x="952500" y="476250"/>
                  </a:lnTo>
                  <a:lnTo>
                    <a:pt x="476250" y="952500"/>
                  </a:lnTo>
                  <a:lnTo>
                    <a:pt x="0" y="476250"/>
                  </a:lnTo>
                  <a:close/>
                </a:path>
              </a:pathLst>
            </a:custGeom>
            <a:ln w="25400">
              <a:solidFill>
                <a:srgbClr val="4736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690745" y="7864792"/>
            <a:ext cx="2565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No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929373" y="4202176"/>
            <a:ext cx="1270635" cy="987425"/>
            <a:chOff x="6929373" y="4202176"/>
            <a:chExt cx="1270635" cy="987425"/>
          </a:xfrm>
        </p:grpSpPr>
        <p:sp>
          <p:nvSpPr>
            <p:cNvPr id="40" name="object 40"/>
            <p:cNvSpPr/>
            <p:nvPr/>
          </p:nvSpPr>
          <p:spPr>
            <a:xfrm>
              <a:off x="6929373" y="4652899"/>
              <a:ext cx="300355" cy="76200"/>
            </a:xfrm>
            <a:custGeom>
              <a:avLst/>
              <a:gdLst/>
              <a:ahLst/>
              <a:cxnLst/>
              <a:rect l="l" t="t" r="r" b="b"/>
              <a:pathLst>
                <a:path w="300354" h="76200">
                  <a:moveTo>
                    <a:pt x="224027" y="0"/>
                  </a:moveTo>
                  <a:lnTo>
                    <a:pt x="224027" y="76200"/>
                  </a:lnTo>
                  <a:lnTo>
                    <a:pt x="287485" y="44576"/>
                  </a:lnTo>
                  <a:lnTo>
                    <a:pt x="236727" y="44576"/>
                  </a:lnTo>
                  <a:lnTo>
                    <a:pt x="236727" y="31876"/>
                  </a:lnTo>
                  <a:lnTo>
                    <a:pt x="287570" y="31876"/>
                  </a:lnTo>
                  <a:lnTo>
                    <a:pt x="224027" y="0"/>
                  </a:lnTo>
                  <a:close/>
                </a:path>
                <a:path w="300354" h="76200">
                  <a:moveTo>
                    <a:pt x="224027" y="31876"/>
                  </a:moveTo>
                  <a:lnTo>
                    <a:pt x="0" y="31876"/>
                  </a:lnTo>
                  <a:lnTo>
                    <a:pt x="0" y="44576"/>
                  </a:lnTo>
                  <a:lnTo>
                    <a:pt x="224027" y="44576"/>
                  </a:lnTo>
                  <a:lnTo>
                    <a:pt x="224027" y="31876"/>
                  </a:lnTo>
                  <a:close/>
                </a:path>
                <a:path w="300354" h="76200">
                  <a:moveTo>
                    <a:pt x="287570" y="31876"/>
                  </a:moveTo>
                  <a:lnTo>
                    <a:pt x="236727" y="31876"/>
                  </a:lnTo>
                  <a:lnTo>
                    <a:pt x="236727" y="44576"/>
                  </a:lnTo>
                  <a:lnTo>
                    <a:pt x="287485" y="44576"/>
                  </a:lnTo>
                  <a:lnTo>
                    <a:pt x="300227" y="38226"/>
                  </a:lnTo>
                  <a:lnTo>
                    <a:pt x="287570" y="31876"/>
                  </a:lnTo>
                  <a:close/>
                </a:path>
              </a:pathLst>
            </a:custGeom>
            <a:solidFill>
              <a:srgbClr val="5253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224775" y="4214876"/>
              <a:ext cx="962025" cy="962025"/>
            </a:xfrm>
            <a:custGeom>
              <a:avLst/>
              <a:gdLst/>
              <a:ahLst/>
              <a:cxnLst/>
              <a:rect l="l" t="t" r="r" b="b"/>
              <a:pathLst>
                <a:path w="962025" h="962025">
                  <a:moveTo>
                    <a:pt x="480949" y="0"/>
                  </a:moveTo>
                  <a:lnTo>
                    <a:pt x="0" y="480949"/>
                  </a:lnTo>
                  <a:lnTo>
                    <a:pt x="480949" y="962025"/>
                  </a:lnTo>
                  <a:lnTo>
                    <a:pt x="962025" y="480949"/>
                  </a:lnTo>
                  <a:lnTo>
                    <a:pt x="480949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24775" y="4214876"/>
              <a:ext cx="962025" cy="962025"/>
            </a:xfrm>
            <a:custGeom>
              <a:avLst/>
              <a:gdLst/>
              <a:ahLst/>
              <a:cxnLst/>
              <a:rect l="l" t="t" r="r" b="b"/>
              <a:pathLst>
                <a:path w="962025" h="962025">
                  <a:moveTo>
                    <a:pt x="0" y="480949"/>
                  </a:moveTo>
                  <a:lnTo>
                    <a:pt x="480949" y="0"/>
                  </a:lnTo>
                  <a:lnTo>
                    <a:pt x="962025" y="480949"/>
                  </a:lnTo>
                  <a:lnTo>
                    <a:pt x="480949" y="962025"/>
                  </a:lnTo>
                  <a:lnTo>
                    <a:pt x="0" y="480949"/>
                  </a:lnTo>
                  <a:close/>
                </a:path>
              </a:pathLst>
            </a:custGeom>
            <a:ln w="25400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545705" y="4578603"/>
            <a:ext cx="3200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Yes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929373" y="6307201"/>
            <a:ext cx="1270635" cy="977900"/>
            <a:chOff x="6929373" y="6307201"/>
            <a:chExt cx="1270635" cy="977900"/>
          </a:xfrm>
        </p:grpSpPr>
        <p:sp>
          <p:nvSpPr>
            <p:cNvPr id="45" name="object 45"/>
            <p:cNvSpPr/>
            <p:nvPr/>
          </p:nvSpPr>
          <p:spPr>
            <a:xfrm>
              <a:off x="6929373" y="6757924"/>
              <a:ext cx="294640" cy="76200"/>
            </a:xfrm>
            <a:custGeom>
              <a:avLst/>
              <a:gdLst/>
              <a:ahLst/>
              <a:cxnLst/>
              <a:rect l="l" t="t" r="r" b="b"/>
              <a:pathLst>
                <a:path w="294640" h="76200">
                  <a:moveTo>
                    <a:pt x="218058" y="0"/>
                  </a:moveTo>
                  <a:lnTo>
                    <a:pt x="218058" y="76200"/>
                  </a:lnTo>
                  <a:lnTo>
                    <a:pt x="281558" y="44450"/>
                  </a:lnTo>
                  <a:lnTo>
                    <a:pt x="230758" y="44450"/>
                  </a:lnTo>
                  <a:lnTo>
                    <a:pt x="230758" y="31750"/>
                  </a:lnTo>
                  <a:lnTo>
                    <a:pt x="281558" y="31750"/>
                  </a:lnTo>
                  <a:lnTo>
                    <a:pt x="218058" y="0"/>
                  </a:lnTo>
                  <a:close/>
                </a:path>
                <a:path w="294640" h="76200">
                  <a:moveTo>
                    <a:pt x="218058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18058" y="44450"/>
                  </a:lnTo>
                  <a:lnTo>
                    <a:pt x="218058" y="31750"/>
                  </a:lnTo>
                  <a:close/>
                </a:path>
                <a:path w="294640" h="76200">
                  <a:moveTo>
                    <a:pt x="281558" y="31750"/>
                  </a:moveTo>
                  <a:lnTo>
                    <a:pt x="230758" y="31750"/>
                  </a:lnTo>
                  <a:lnTo>
                    <a:pt x="230758" y="44450"/>
                  </a:lnTo>
                  <a:lnTo>
                    <a:pt x="281558" y="44450"/>
                  </a:lnTo>
                  <a:lnTo>
                    <a:pt x="294258" y="38100"/>
                  </a:lnTo>
                  <a:lnTo>
                    <a:pt x="281558" y="317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24775" y="6319901"/>
              <a:ext cx="962025" cy="952500"/>
            </a:xfrm>
            <a:custGeom>
              <a:avLst/>
              <a:gdLst/>
              <a:ahLst/>
              <a:cxnLst/>
              <a:rect l="l" t="t" r="r" b="b"/>
              <a:pathLst>
                <a:path w="962025" h="952500">
                  <a:moveTo>
                    <a:pt x="480949" y="0"/>
                  </a:moveTo>
                  <a:lnTo>
                    <a:pt x="0" y="476123"/>
                  </a:lnTo>
                  <a:lnTo>
                    <a:pt x="480949" y="952373"/>
                  </a:lnTo>
                  <a:lnTo>
                    <a:pt x="962025" y="476123"/>
                  </a:lnTo>
                  <a:lnTo>
                    <a:pt x="480949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224775" y="6319901"/>
              <a:ext cx="962025" cy="952500"/>
            </a:xfrm>
            <a:custGeom>
              <a:avLst/>
              <a:gdLst/>
              <a:ahLst/>
              <a:cxnLst/>
              <a:rect l="l" t="t" r="r" b="b"/>
              <a:pathLst>
                <a:path w="962025" h="952500">
                  <a:moveTo>
                    <a:pt x="0" y="476123"/>
                  </a:moveTo>
                  <a:lnTo>
                    <a:pt x="480949" y="0"/>
                  </a:lnTo>
                  <a:lnTo>
                    <a:pt x="962025" y="476123"/>
                  </a:lnTo>
                  <a:lnTo>
                    <a:pt x="480949" y="952373"/>
                  </a:lnTo>
                  <a:lnTo>
                    <a:pt x="0" y="476123"/>
                  </a:lnTo>
                  <a:close/>
                </a:path>
              </a:pathLst>
            </a:custGeom>
            <a:ln w="25400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545705" y="6681723"/>
            <a:ext cx="3200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Yes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65704" y="3295015"/>
            <a:ext cx="40970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Approaching</a:t>
            </a:r>
            <a:r>
              <a:rPr sz="1650" b="1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the</a:t>
            </a:r>
            <a:r>
              <a:rPr sz="1650" b="1" spc="-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budget</a:t>
            </a:r>
            <a:r>
              <a:rPr sz="1650" b="1" spc="-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from</a:t>
            </a:r>
            <a:r>
              <a:rPr sz="16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all</a:t>
            </a:r>
            <a:r>
              <a:rPr sz="1650" b="1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angles</a:t>
            </a:r>
            <a:endParaRPr sz="1650">
              <a:latin typeface="Century Gothic"/>
              <a:cs typeface="Century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861043" y="2743962"/>
            <a:ext cx="5776595" cy="120142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Example</a:t>
            </a:r>
            <a:r>
              <a:rPr sz="1650" b="1" spc="-6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Technology</a:t>
            </a:r>
            <a:r>
              <a:rPr sz="1650" b="1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cost</a:t>
            </a:r>
            <a:r>
              <a:rPr sz="1650" b="1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case</a:t>
            </a:r>
            <a:r>
              <a:rPr sz="1650" b="1" spc="-6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study</a:t>
            </a:r>
            <a:endParaRPr sz="1650">
              <a:latin typeface="Century Gothic"/>
              <a:cs typeface="Century Gothic"/>
            </a:endParaRPr>
          </a:p>
          <a:p>
            <a:pPr marL="12700" marR="5080">
              <a:lnSpc>
                <a:spcPct val="98500"/>
              </a:lnSpc>
              <a:spcBef>
                <a:spcPts val="725"/>
              </a:spcBef>
            </a:pP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Problem</a:t>
            </a:r>
            <a:r>
              <a:rPr sz="1650" b="1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statement:</a:t>
            </a:r>
            <a:r>
              <a:rPr sz="1650" b="1" spc="-2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1650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bank</a:t>
            </a:r>
            <a:r>
              <a:rPr sz="1650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incurs</a:t>
            </a:r>
            <a:r>
              <a:rPr sz="165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significant</a:t>
            </a:r>
            <a:r>
              <a:rPr sz="165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costs</a:t>
            </a:r>
            <a:r>
              <a:rPr sz="165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20" dirty="0">
                <a:solidFill>
                  <a:srgbClr val="00338D"/>
                </a:solidFill>
                <a:latin typeface="Century Gothic"/>
                <a:cs typeface="Century Gothic"/>
              </a:rPr>
              <a:t>from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vendor</a:t>
            </a:r>
            <a:r>
              <a:rPr sz="165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contracts,</a:t>
            </a:r>
            <a:r>
              <a:rPr sz="1650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particularly</a:t>
            </a:r>
            <a:r>
              <a:rPr sz="165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in</a:t>
            </a:r>
            <a:r>
              <a:rPr sz="1650" spc="-8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65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services</a:t>
            </a:r>
            <a:r>
              <a:rPr sz="165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1650" spc="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software licensing.</a:t>
            </a:r>
            <a:endParaRPr sz="1650">
              <a:latin typeface="Century Gothic"/>
              <a:cs typeface="Century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897239" y="4401820"/>
            <a:ext cx="6102985" cy="103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0"/>
              </a:spcBef>
            </a:pP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Hypothesis</a:t>
            </a:r>
            <a:r>
              <a:rPr sz="1650" b="1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1: </a:t>
            </a:r>
            <a:r>
              <a:rPr sz="1650" dirty="0">
                <a:solidFill>
                  <a:srgbClr val="52535B"/>
                </a:solidFill>
                <a:latin typeface="Century Gothic"/>
                <a:cs typeface="Century Gothic"/>
              </a:rPr>
              <a:t>T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here</a:t>
            </a:r>
            <a:r>
              <a:rPr sz="1650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is</a:t>
            </a:r>
            <a:r>
              <a:rPr sz="165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an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opportunity</a:t>
            </a:r>
            <a:r>
              <a:rPr sz="165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1650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evaluate</a:t>
            </a:r>
            <a:r>
              <a:rPr sz="1650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alternative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vendors</a:t>
            </a:r>
            <a:r>
              <a:rPr sz="165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or</a:t>
            </a:r>
            <a:r>
              <a:rPr sz="165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open-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source</a:t>
            </a:r>
            <a:r>
              <a:rPr sz="1650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solutions</a:t>
            </a:r>
            <a:r>
              <a:rPr sz="1650" spc="-9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that</a:t>
            </a:r>
            <a:r>
              <a:rPr sz="165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offer</a:t>
            </a:r>
            <a:r>
              <a:rPr sz="165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similar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functionality</a:t>
            </a:r>
            <a:r>
              <a:rPr sz="1650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at</a:t>
            </a:r>
            <a:r>
              <a:rPr sz="1650" spc="-10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1650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lower</a:t>
            </a:r>
            <a:r>
              <a:rPr sz="1650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cost,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reducing</a:t>
            </a:r>
            <a:r>
              <a:rPr sz="1650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reliance</a:t>
            </a:r>
            <a:r>
              <a:rPr sz="165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25" dirty="0">
                <a:solidFill>
                  <a:srgbClr val="00338D"/>
                </a:solidFill>
                <a:latin typeface="Century Gothic"/>
                <a:cs typeface="Century Gothic"/>
              </a:rPr>
              <a:t>on</a:t>
            </a:r>
            <a:r>
              <a:rPr sz="1650" spc="50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expensive</a:t>
            </a:r>
            <a:r>
              <a:rPr sz="1650" spc="-8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proprietary</a:t>
            </a:r>
            <a:r>
              <a:rPr sz="1650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software.</a:t>
            </a:r>
            <a:endParaRPr sz="1650">
              <a:latin typeface="Century Gothic"/>
              <a:cs typeface="Century Gothic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929246" y="8659876"/>
            <a:ext cx="1270635" cy="987425"/>
            <a:chOff x="6929246" y="8659876"/>
            <a:chExt cx="1270635" cy="987425"/>
          </a:xfrm>
        </p:grpSpPr>
        <p:sp>
          <p:nvSpPr>
            <p:cNvPr id="53" name="object 53"/>
            <p:cNvSpPr/>
            <p:nvPr/>
          </p:nvSpPr>
          <p:spPr>
            <a:xfrm>
              <a:off x="6929246" y="9112999"/>
              <a:ext cx="294640" cy="76200"/>
            </a:xfrm>
            <a:custGeom>
              <a:avLst/>
              <a:gdLst/>
              <a:ahLst/>
              <a:cxnLst/>
              <a:rect l="l" t="t" r="r" b="b"/>
              <a:pathLst>
                <a:path w="294640" h="76200">
                  <a:moveTo>
                    <a:pt x="284827" y="31343"/>
                  </a:moveTo>
                  <a:lnTo>
                    <a:pt x="230631" y="31343"/>
                  </a:lnTo>
                  <a:lnTo>
                    <a:pt x="231012" y="44043"/>
                  </a:lnTo>
                  <a:lnTo>
                    <a:pt x="218376" y="44428"/>
                  </a:lnTo>
                  <a:lnTo>
                    <a:pt x="219328" y="76161"/>
                  </a:lnTo>
                  <a:lnTo>
                    <a:pt x="294385" y="35763"/>
                  </a:lnTo>
                  <a:lnTo>
                    <a:pt x="284827" y="31343"/>
                  </a:lnTo>
                  <a:close/>
                </a:path>
                <a:path w="294640" h="76200">
                  <a:moveTo>
                    <a:pt x="217995" y="31728"/>
                  </a:moveTo>
                  <a:lnTo>
                    <a:pt x="0" y="38366"/>
                  </a:lnTo>
                  <a:lnTo>
                    <a:pt x="380" y="51066"/>
                  </a:lnTo>
                  <a:lnTo>
                    <a:pt x="218376" y="44428"/>
                  </a:lnTo>
                  <a:lnTo>
                    <a:pt x="218194" y="38366"/>
                  </a:lnTo>
                  <a:lnTo>
                    <a:pt x="218116" y="35763"/>
                  </a:lnTo>
                  <a:lnTo>
                    <a:pt x="217995" y="31728"/>
                  </a:lnTo>
                  <a:close/>
                </a:path>
                <a:path w="294640" h="76200">
                  <a:moveTo>
                    <a:pt x="230631" y="31343"/>
                  </a:moveTo>
                  <a:lnTo>
                    <a:pt x="217995" y="31728"/>
                  </a:lnTo>
                  <a:lnTo>
                    <a:pt x="218364" y="44043"/>
                  </a:lnTo>
                  <a:lnTo>
                    <a:pt x="218376" y="44428"/>
                  </a:lnTo>
                  <a:lnTo>
                    <a:pt x="231012" y="44043"/>
                  </a:lnTo>
                  <a:lnTo>
                    <a:pt x="230842" y="38366"/>
                  </a:lnTo>
                  <a:lnTo>
                    <a:pt x="230764" y="35763"/>
                  </a:lnTo>
                  <a:lnTo>
                    <a:pt x="230643" y="31728"/>
                  </a:lnTo>
                  <a:lnTo>
                    <a:pt x="230631" y="31343"/>
                  </a:lnTo>
                  <a:close/>
                </a:path>
                <a:path w="294640" h="76200">
                  <a:moveTo>
                    <a:pt x="217043" y="0"/>
                  </a:moveTo>
                  <a:lnTo>
                    <a:pt x="217983" y="31343"/>
                  </a:lnTo>
                  <a:lnTo>
                    <a:pt x="217995" y="31728"/>
                  </a:lnTo>
                  <a:lnTo>
                    <a:pt x="230631" y="31343"/>
                  </a:lnTo>
                  <a:lnTo>
                    <a:pt x="284827" y="31343"/>
                  </a:lnTo>
                  <a:lnTo>
                    <a:pt x="21704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24775" y="8672576"/>
              <a:ext cx="962025" cy="962025"/>
            </a:xfrm>
            <a:custGeom>
              <a:avLst/>
              <a:gdLst/>
              <a:ahLst/>
              <a:cxnLst/>
              <a:rect l="l" t="t" r="r" b="b"/>
              <a:pathLst>
                <a:path w="962025" h="962025">
                  <a:moveTo>
                    <a:pt x="480949" y="0"/>
                  </a:moveTo>
                  <a:lnTo>
                    <a:pt x="0" y="480949"/>
                  </a:lnTo>
                  <a:lnTo>
                    <a:pt x="480949" y="961961"/>
                  </a:lnTo>
                  <a:lnTo>
                    <a:pt x="962025" y="480949"/>
                  </a:lnTo>
                  <a:lnTo>
                    <a:pt x="480949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224775" y="8672576"/>
              <a:ext cx="962025" cy="962025"/>
            </a:xfrm>
            <a:custGeom>
              <a:avLst/>
              <a:gdLst/>
              <a:ahLst/>
              <a:cxnLst/>
              <a:rect l="l" t="t" r="r" b="b"/>
              <a:pathLst>
                <a:path w="962025" h="962025">
                  <a:moveTo>
                    <a:pt x="0" y="480949"/>
                  </a:moveTo>
                  <a:lnTo>
                    <a:pt x="480949" y="0"/>
                  </a:lnTo>
                  <a:lnTo>
                    <a:pt x="962025" y="480949"/>
                  </a:lnTo>
                  <a:lnTo>
                    <a:pt x="480949" y="961961"/>
                  </a:lnTo>
                  <a:lnTo>
                    <a:pt x="0" y="480949"/>
                  </a:lnTo>
                  <a:close/>
                </a:path>
              </a:pathLst>
            </a:custGeom>
            <a:ln w="25399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545705" y="9039859"/>
            <a:ext cx="3200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Yes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186673" y="9110662"/>
            <a:ext cx="620395" cy="76200"/>
          </a:xfrm>
          <a:custGeom>
            <a:avLst/>
            <a:gdLst/>
            <a:ahLst/>
            <a:cxnLst/>
            <a:rect l="l" t="t" r="r" b="b"/>
            <a:pathLst>
              <a:path w="620395" h="76200">
                <a:moveTo>
                  <a:pt x="543686" y="0"/>
                </a:moveTo>
                <a:lnTo>
                  <a:pt x="543686" y="76200"/>
                </a:lnTo>
                <a:lnTo>
                  <a:pt x="607186" y="44450"/>
                </a:lnTo>
                <a:lnTo>
                  <a:pt x="556386" y="44450"/>
                </a:lnTo>
                <a:lnTo>
                  <a:pt x="556386" y="31750"/>
                </a:lnTo>
                <a:lnTo>
                  <a:pt x="607186" y="31750"/>
                </a:lnTo>
                <a:lnTo>
                  <a:pt x="543686" y="0"/>
                </a:lnTo>
                <a:close/>
              </a:path>
              <a:path w="620395" h="76200">
                <a:moveTo>
                  <a:pt x="54368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43686" y="44450"/>
                </a:lnTo>
                <a:lnTo>
                  <a:pt x="543686" y="31750"/>
                </a:lnTo>
                <a:close/>
              </a:path>
              <a:path w="620395" h="76200">
                <a:moveTo>
                  <a:pt x="607186" y="31750"/>
                </a:moveTo>
                <a:lnTo>
                  <a:pt x="556386" y="31750"/>
                </a:lnTo>
                <a:lnTo>
                  <a:pt x="556386" y="44450"/>
                </a:lnTo>
                <a:lnTo>
                  <a:pt x="607186" y="44450"/>
                </a:lnTo>
                <a:lnTo>
                  <a:pt x="619886" y="38100"/>
                </a:lnTo>
                <a:lnTo>
                  <a:pt x="607186" y="317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897239" y="6459791"/>
            <a:ext cx="6090285" cy="1030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Hypothesis</a:t>
            </a:r>
            <a:r>
              <a:rPr sz="1650" b="1" spc="-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2:</a:t>
            </a:r>
            <a:r>
              <a:rPr sz="1650" b="1" spc="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There</a:t>
            </a:r>
            <a:r>
              <a:rPr sz="1650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is</a:t>
            </a:r>
            <a:r>
              <a:rPr sz="1650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an opportunity</a:t>
            </a:r>
            <a:r>
              <a:rPr sz="165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1650" spc="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consolidate</a:t>
            </a:r>
            <a:r>
              <a:rPr sz="1650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multiple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software</a:t>
            </a:r>
            <a:r>
              <a:rPr sz="1650" spc="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licenses across</a:t>
            </a:r>
            <a:r>
              <a:rPr sz="1650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departments</a:t>
            </a:r>
            <a:r>
              <a:rPr sz="1650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into</a:t>
            </a:r>
            <a:r>
              <a:rPr sz="1650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enterprise-</a:t>
            </a:r>
            <a:r>
              <a:rPr sz="1650" spc="-20" dirty="0">
                <a:solidFill>
                  <a:srgbClr val="00338D"/>
                </a:solidFill>
                <a:latin typeface="Century Gothic"/>
                <a:cs typeface="Century Gothic"/>
              </a:rPr>
              <a:t>wide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agreements,</a:t>
            </a:r>
            <a:r>
              <a:rPr sz="1650" spc="-8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reducing</a:t>
            </a:r>
            <a:r>
              <a:rPr sz="1650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redundancy</a:t>
            </a:r>
            <a:r>
              <a:rPr sz="1650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165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negotiating</a:t>
            </a:r>
            <a:r>
              <a:rPr sz="1650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better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bulk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 rates.</a:t>
            </a:r>
            <a:endParaRPr sz="165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897239" y="8873490"/>
            <a:ext cx="6038215" cy="7727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8500"/>
              </a:lnSpc>
              <a:spcBef>
                <a:spcPts val="130"/>
              </a:spcBef>
            </a:pP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Hypothesis</a:t>
            </a:r>
            <a:r>
              <a:rPr sz="1650" b="1" spc="-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b="1" dirty="0">
                <a:solidFill>
                  <a:srgbClr val="52535B"/>
                </a:solidFill>
                <a:latin typeface="Century Gothic"/>
                <a:cs typeface="Century Gothic"/>
              </a:rPr>
              <a:t>3:</a:t>
            </a:r>
            <a:r>
              <a:rPr sz="1650" b="1" spc="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There</a:t>
            </a:r>
            <a:r>
              <a:rPr sz="1650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is</a:t>
            </a:r>
            <a:r>
              <a:rPr sz="1650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an opportunity</a:t>
            </a:r>
            <a:r>
              <a:rPr sz="165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1650" spc="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renegotiate</a:t>
            </a:r>
            <a:r>
              <a:rPr sz="1650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existing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contracts</a:t>
            </a:r>
            <a:r>
              <a:rPr sz="1650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with</a:t>
            </a:r>
            <a:r>
              <a:rPr sz="1650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key</a:t>
            </a:r>
            <a:r>
              <a:rPr sz="165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650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vendors to</a:t>
            </a:r>
            <a:r>
              <a:rPr sz="1650" spc="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secure</a:t>
            </a:r>
            <a:r>
              <a:rPr sz="1650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better</a:t>
            </a:r>
            <a:r>
              <a:rPr sz="1650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pricing,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discounts</a:t>
            </a:r>
            <a:r>
              <a:rPr sz="1650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for</a:t>
            </a:r>
            <a:r>
              <a:rPr sz="1650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volume,</a:t>
            </a:r>
            <a:r>
              <a:rPr sz="165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00338D"/>
                </a:solidFill>
                <a:latin typeface="Century Gothic"/>
                <a:cs typeface="Century Gothic"/>
              </a:rPr>
              <a:t>or improved</a:t>
            </a:r>
            <a:r>
              <a:rPr sz="165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00338D"/>
                </a:solidFill>
                <a:latin typeface="Century Gothic"/>
                <a:cs typeface="Century Gothic"/>
              </a:rPr>
              <a:t>terms.</a:t>
            </a:r>
            <a:endParaRPr sz="16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2117" y="1010920"/>
            <a:ext cx="9585960" cy="1297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850" dirty="0">
                <a:solidFill>
                  <a:srgbClr val="FF0000"/>
                </a:solidFill>
                <a:latin typeface="Century Gothic"/>
                <a:cs typeface="Century Gothic"/>
              </a:rPr>
              <a:t>Tech</a:t>
            </a:r>
            <a:r>
              <a:rPr sz="4850" spc="6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4850" dirty="0">
                <a:solidFill>
                  <a:srgbClr val="FF0000"/>
                </a:solidFill>
                <a:latin typeface="Century Gothic"/>
                <a:cs typeface="Century Gothic"/>
              </a:rPr>
              <a:t>Cost</a:t>
            </a:r>
            <a:r>
              <a:rPr sz="4850" spc="9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4850" dirty="0">
                <a:solidFill>
                  <a:srgbClr val="FF0000"/>
                </a:solidFill>
                <a:latin typeface="Century Gothic"/>
                <a:cs typeface="Century Gothic"/>
              </a:rPr>
              <a:t>Optimisation</a:t>
            </a:r>
            <a:r>
              <a:rPr sz="4850" spc="9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4850" spc="-10" dirty="0">
                <a:solidFill>
                  <a:srgbClr val="FF0000"/>
                </a:solidFill>
                <a:latin typeface="Century Gothic"/>
                <a:cs typeface="Century Gothic"/>
              </a:rPr>
              <a:t>levers</a:t>
            </a:r>
            <a:endParaRPr sz="48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We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have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1800" b="1" spc="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library</a:t>
            </a:r>
            <a:r>
              <a:rPr sz="18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1800" b="1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levers</a:t>
            </a:r>
            <a:r>
              <a:rPr sz="18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provide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18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bespoke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800" b="1" spc="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optimisation</a:t>
            </a:r>
            <a:r>
              <a:rPr sz="1800" b="1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programme</a:t>
            </a:r>
            <a:r>
              <a:rPr sz="1800" b="1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for</a:t>
            </a:r>
            <a:r>
              <a:rPr sz="180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UBA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69780" y="290512"/>
            <a:ext cx="53968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A9A8AD"/>
                </a:solidFill>
              </a:rPr>
              <a:t>Methodology</a:t>
            </a:r>
            <a:r>
              <a:rPr sz="3000" spc="-40" dirty="0">
                <a:solidFill>
                  <a:srgbClr val="A9A8AD"/>
                </a:solidFill>
              </a:rPr>
              <a:t> </a:t>
            </a:r>
            <a:r>
              <a:rPr sz="3000" dirty="0">
                <a:solidFill>
                  <a:srgbClr val="A9A8AD"/>
                </a:solidFill>
              </a:rPr>
              <a:t>and</a:t>
            </a:r>
            <a:r>
              <a:rPr sz="3000" spc="-100" dirty="0">
                <a:solidFill>
                  <a:srgbClr val="A9A8AD"/>
                </a:solidFill>
              </a:rPr>
              <a:t> </a:t>
            </a:r>
            <a:r>
              <a:rPr sz="3000" spc="-10" dirty="0">
                <a:solidFill>
                  <a:srgbClr val="A9A8AD"/>
                </a:solidFill>
              </a:rPr>
              <a:t>Approach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512762" y="3778250"/>
            <a:ext cx="17473930" cy="4427220"/>
            <a:chOff x="512762" y="3778250"/>
            <a:chExt cx="17473930" cy="4427220"/>
          </a:xfrm>
        </p:grpSpPr>
        <p:sp>
          <p:nvSpPr>
            <p:cNvPr id="5" name="object 5"/>
            <p:cNvSpPr/>
            <p:nvPr/>
          </p:nvSpPr>
          <p:spPr>
            <a:xfrm>
              <a:off x="519112" y="6015101"/>
              <a:ext cx="17461230" cy="0"/>
            </a:xfrm>
            <a:custGeom>
              <a:avLst/>
              <a:gdLst/>
              <a:ahLst/>
              <a:cxnLst/>
              <a:rect l="l" t="t" r="r" b="b"/>
              <a:pathLst>
                <a:path w="17461230">
                  <a:moveTo>
                    <a:pt x="0" y="0"/>
                  </a:moveTo>
                  <a:lnTo>
                    <a:pt x="17460912" y="0"/>
                  </a:lnTo>
                </a:path>
              </a:pathLst>
            </a:custGeom>
            <a:ln w="12700">
              <a:solidFill>
                <a:srgbClr val="52535B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05701" y="4405376"/>
              <a:ext cx="2209800" cy="1466850"/>
            </a:xfrm>
            <a:custGeom>
              <a:avLst/>
              <a:gdLst/>
              <a:ahLst/>
              <a:cxnLst/>
              <a:rect l="l" t="t" r="r" b="b"/>
              <a:pathLst>
                <a:path w="2209800" h="1466850">
                  <a:moveTo>
                    <a:pt x="646938" y="0"/>
                  </a:moveTo>
                  <a:lnTo>
                    <a:pt x="609789" y="35784"/>
                  </a:lnTo>
                  <a:lnTo>
                    <a:pt x="573648" y="72307"/>
                  </a:lnTo>
                  <a:lnTo>
                    <a:pt x="538523" y="109548"/>
                  </a:lnTo>
                  <a:lnTo>
                    <a:pt x="504424" y="147488"/>
                  </a:lnTo>
                  <a:lnTo>
                    <a:pt x="471358" y="186109"/>
                  </a:lnTo>
                  <a:lnTo>
                    <a:pt x="439334" y="225392"/>
                  </a:lnTo>
                  <a:lnTo>
                    <a:pt x="408361" y="265317"/>
                  </a:lnTo>
                  <a:lnTo>
                    <a:pt x="378447" y="305866"/>
                  </a:lnTo>
                  <a:lnTo>
                    <a:pt x="349601" y="347020"/>
                  </a:lnTo>
                  <a:lnTo>
                    <a:pt x="321832" y="388759"/>
                  </a:lnTo>
                  <a:lnTo>
                    <a:pt x="295148" y="431066"/>
                  </a:lnTo>
                  <a:lnTo>
                    <a:pt x="269557" y="473920"/>
                  </a:lnTo>
                  <a:lnTo>
                    <a:pt x="245068" y="517303"/>
                  </a:lnTo>
                  <a:lnTo>
                    <a:pt x="221691" y="561196"/>
                  </a:lnTo>
                  <a:lnTo>
                    <a:pt x="199433" y="605581"/>
                  </a:lnTo>
                  <a:lnTo>
                    <a:pt x="178303" y="650437"/>
                  </a:lnTo>
                  <a:lnTo>
                    <a:pt x="158309" y="695746"/>
                  </a:lnTo>
                  <a:lnTo>
                    <a:pt x="139461" y="741490"/>
                  </a:lnTo>
                  <a:lnTo>
                    <a:pt x="121766" y="787648"/>
                  </a:lnTo>
                  <a:lnTo>
                    <a:pt x="105234" y="834203"/>
                  </a:lnTo>
                  <a:lnTo>
                    <a:pt x="89873" y="881135"/>
                  </a:lnTo>
                  <a:lnTo>
                    <a:pt x="75692" y="928426"/>
                  </a:lnTo>
                  <a:lnTo>
                    <a:pt x="62698" y="976056"/>
                  </a:lnTo>
                  <a:lnTo>
                    <a:pt x="50901" y="1024006"/>
                  </a:lnTo>
                  <a:lnTo>
                    <a:pt x="40310" y="1072258"/>
                  </a:lnTo>
                  <a:lnTo>
                    <a:pt x="30932" y="1120792"/>
                  </a:lnTo>
                  <a:lnTo>
                    <a:pt x="22777" y="1169590"/>
                  </a:lnTo>
                  <a:lnTo>
                    <a:pt x="15853" y="1218632"/>
                  </a:lnTo>
                  <a:lnTo>
                    <a:pt x="10169" y="1267900"/>
                  </a:lnTo>
                  <a:lnTo>
                    <a:pt x="5733" y="1317375"/>
                  </a:lnTo>
                  <a:lnTo>
                    <a:pt x="2553" y="1367037"/>
                  </a:lnTo>
                  <a:lnTo>
                    <a:pt x="639" y="1416869"/>
                  </a:lnTo>
                  <a:lnTo>
                    <a:pt x="0" y="1466850"/>
                  </a:lnTo>
                  <a:lnTo>
                    <a:pt x="2209800" y="1466850"/>
                  </a:lnTo>
                  <a:lnTo>
                    <a:pt x="646938" y="0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42479" y="3781425"/>
              <a:ext cx="1571625" cy="2078989"/>
            </a:xfrm>
            <a:custGeom>
              <a:avLst/>
              <a:gdLst/>
              <a:ahLst/>
              <a:cxnLst/>
              <a:rect l="l" t="t" r="r" b="b"/>
              <a:pathLst>
                <a:path w="1571625" h="2078989">
                  <a:moveTo>
                    <a:pt x="1557147" y="0"/>
                  </a:moveTo>
                  <a:lnTo>
                    <a:pt x="1506988" y="883"/>
                  </a:lnTo>
                  <a:lnTo>
                    <a:pt x="1456978" y="2832"/>
                  </a:lnTo>
                  <a:lnTo>
                    <a:pt x="1407133" y="5839"/>
                  </a:lnTo>
                  <a:lnTo>
                    <a:pt x="1357469" y="9898"/>
                  </a:lnTo>
                  <a:lnTo>
                    <a:pt x="1308005" y="15002"/>
                  </a:lnTo>
                  <a:lnTo>
                    <a:pt x="1258755" y="21143"/>
                  </a:lnTo>
                  <a:lnTo>
                    <a:pt x="1209739" y="28315"/>
                  </a:lnTo>
                  <a:lnTo>
                    <a:pt x="1160971" y="36512"/>
                  </a:lnTo>
                  <a:lnTo>
                    <a:pt x="1112469" y="45725"/>
                  </a:lnTo>
                  <a:lnTo>
                    <a:pt x="1064250" y="55948"/>
                  </a:lnTo>
                  <a:lnTo>
                    <a:pt x="1016331" y="67174"/>
                  </a:lnTo>
                  <a:lnTo>
                    <a:pt x="968729" y="79396"/>
                  </a:lnTo>
                  <a:lnTo>
                    <a:pt x="921460" y="92608"/>
                  </a:lnTo>
                  <a:lnTo>
                    <a:pt x="874541" y="106801"/>
                  </a:lnTo>
                  <a:lnTo>
                    <a:pt x="827989" y="121971"/>
                  </a:lnTo>
                  <a:lnTo>
                    <a:pt x="781821" y="138108"/>
                  </a:lnTo>
                  <a:lnTo>
                    <a:pt x="736055" y="155207"/>
                  </a:lnTo>
                  <a:lnTo>
                    <a:pt x="690705" y="173261"/>
                  </a:lnTo>
                  <a:lnTo>
                    <a:pt x="645791" y="192262"/>
                  </a:lnTo>
                  <a:lnTo>
                    <a:pt x="601327" y="212204"/>
                  </a:lnTo>
                  <a:lnTo>
                    <a:pt x="557332" y="233080"/>
                  </a:lnTo>
                  <a:lnTo>
                    <a:pt x="513822" y="254883"/>
                  </a:lnTo>
                  <a:lnTo>
                    <a:pt x="470814" y="277605"/>
                  </a:lnTo>
                  <a:lnTo>
                    <a:pt x="428325" y="301241"/>
                  </a:lnTo>
                  <a:lnTo>
                    <a:pt x="386371" y="325782"/>
                  </a:lnTo>
                  <a:lnTo>
                    <a:pt x="344970" y="351223"/>
                  </a:lnTo>
                  <a:lnTo>
                    <a:pt x="304138" y="377556"/>
                  </a:lnTo>
                  <a:lnTo>
                    <a:pt x="263892" y="404774"/>
                  </a:lnTo>
                  <a:lnTo>
                    <a:pt x="224250" y="432870"/>
                  </a:lnTo>
                  <a:lnTo>
                    <a:pt x="185227" y="461838"/>
                  </a:lnTo>
                  <a:lnTo>
                    <a:pt x="146840" y="491670"/>
                  </a:lnTo>
                  <a:lnTo>
                    <a:pt x="109108" y="522360"/>
                  </a:lnTo>
                  <a:lnTo>
                    <a:pt x="72045" y="553901"/>
                  </a:lnTo>
                  <a:lnTo>
                    <a:pt x="35670" y="586285"/>
                  </a:lnTo>
                  <a:lnTo>
                    <a:pt x="0" y="619505"/>
                  </a:lnTo>
                  <a:lnTo>
                    <a:pt x="1571625" y="2078863"/>
                  </a:lnTo>
                  <a:lnTo>
                    <a:pt x="1557147" y="0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42479" y="3781425"/>
              <a:ext cx="1571625" cy="2078989"/>
            </a:xfrm>
            <a:custGeom>
              <a:avLst/>
              <a:gdLst/>
              <a:ahLst/>
              <a:cxnLst/>
              <a:rect l="l" t="t" r="r" b="b"/>
              <a:pathLst>
                <a:path w="1571625" h="2078989">
                  <a:moveTo>
                    <a:pt x="1571625" y="2078863"/>
                  </a:moveTo>
                  <a:lnTo>
                    <a:pt x="0" y="619505"/>
                  </a:lnTo>
                  <a:lnTo>
                    <a:pt x="35670" y="586285"/>
                  </a:lnTo>
                  <a:lnTo>
                    <a:pt x="72045" y="553901"/>
                  </a:lnTo>
                  <a:lnTo>
                    <a:pt x="109108" y="522360"/>
                  </a:lnTo>
                  <a:lnTo>
                    <a:pt x="146840" y="491670"/>
                  </a:lnTo>
                  <a:lnTo>
                    <a:pt x="185227" y="461838"/>
                  </a:lnTo>
                  <a:lnTo>
                    <a:pt x="224250" y="432870"/>
                  </a:lnTo>
                  <a:lnTo>
                    <a:pt x="263892" y="404774"/>
                  </a:lnTo>
                  <a:lnTo>
                    <a:pt x="304138" y="377556"/>
                  </a:lnTo>
                  <a:lnTo>
                    <a:pt x="344970" y="351223"/>
                  </a:lnTo>
                  <a:lnTo>
                    <a:pt x="386371" y="325782"/>
                  </a:lnTo>
                  <a:lnTo>
                    <a:pt x="428325" y="301241"/>
                  </a:lnTo>
                  <a:lnTo>
                    <a:pt x="470814" y="277605"/>
                  </a:lnTo>
                  <a:lnTo>
                    <a:pt x="513822" y="254883"/>
                  </a:lnTo>
                  <a:lnTo>
                    <a:pt x="557332" y="233080"/>
                  </a:lnTo>
                  <a:lnTo>
                    <a:pt x="601327" y="212204"/>
                  </a:lnTo>
                  <a:lnTo>
                    <a:pt x="645791" y="192262"/>
                  </a:lnTo>
                  <a:lnTo>
                    <a:pt x="690705" y="173261"/>
                  </a:lnTo>
                  <a:lnTo>
                    <a:pt x="736055" y="155207"/>
                  </a:lnTo>
                  <a:lnTo>
                    <a:pt x="781821" y="138108"/>
                  </a:lnTo>
                  <a:lnTo>
                    <a:pt x="827989" y="121971"/>
                  </a:lnTo>
                  <a:lnTo>
                    <a:pt x="874541" y="106801"/>
                  </a:lnTo>
                  <a:lnTo>
                    <a:pt x="921460" y="92608"/>
                  </a:lnTo>
                  <a:lnTo>
                    <a:pt x="968729" y="79396"/>
                  </a:lnTo>
                  <a:lnTo>
                    <a:pt x="1016331" y="67174"/>
                  </a:lnTo>
                  <a:lnTo>
                    <a:pt x="1064250" y="55948"/>
                  </a:lnTo>
                  <a:lnTo>
                    <a:pt x="1112469" y="45725"/>
                  </a:lnTo>
                  <a:lnTo>
                    <a:pt x="1160971" y="36512"/>
                  </a:lnTo>
                  <a:lnTo>
                    <a:pt x="1209739" y="28315"/>
                  </a:lnTo>
                  <a:lnTo>
                    <a:pt x="1258755" y="21143"/>
                  </a:lnTo>
                  <a:lnTo>
                    <a:pt x="1308005" y="15002"/>
                  </a:lnTo>
                  <a:lnTo>
                    <a:pt x="1357469" y="9898"/>
                  </a:lnTo>
                  <a:lnTo>
                    <a:pt x="1407133" y="5839"/>
                  </a:lnTo>
                  <a:lnTo>
                    <a:pt x="1456978" y="2832"/>
                  </a:lnTo>
                  <a:lnTo>
                    <a:pt x="1506988" y="883"/>
                  </a:lnTo>
                  <a:lnTo>
                    <a:pt x="1557147" y="0"/>
                  </a:lnTo>
                  <a:lnTo>
                    <a:pt x="1571625" y="2078863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203308" y="3783456"/>
              <a:ext cx="1563370" cy="2110105"/>
            </a:xfrm>
            <a:custGeom>
              <a:avLst/>
              <a:gdLst/>
              <a:ahLst/>
              <a:cxnLst/>
              <a:rect l="l" t="t" r="r" b="b"/>
              <a:pathLst>
                <a:path w="1563370" h="2110104">
                  <a:moveTo>
                    <a:pt x="0" y="0"/>
                  </a:moveTo>
                  <a:lnTo>
                    <a:pt x="14605" y="2110105"/>
                  </a:lnTo>
                  <a:lnTo>
                    <a:pt x="1563116" y="606933"/>
                  </a:lnTo>
                  <a:lnTo>
                    <a:pt x="1527098" y="573712"/>
                  </a:lnTo>
                  <a:lnTo>
                    <a:pt x="1490380" y="541352"/>
                  </a:lnTo>
                  <a:lnTo>
                    <a:pt x="1452979" y="509857"/>
                  </a:lnTo>
                  <a:lnTo>
                    <a:pt x="1414913" y="479236"/>
                  </a:lnTo>
                  <a:lnTo>
                    <a:pt x="1376198" y="449495"/>
                  </a:lnTo>
                  <a:lnTo>
                    <a:pt x="1336853" y="420641"/>
                  </a:lnTo>
                  <a:lnTo>
                    <a:pt x="1296895" y="392679"/>
                  </a:lnTo>
                  <a:lnTo>
                    <a:pt x="1256341" y="365619"/>
                  </a:lnTo>
                  <a:lnTo>
                    <a:pt x="1215209" y="339465"/>
                  </a:lnTo>
                  <a:lnTo>
                    <a:pt x="1173517" y="314225"/>
                  </a:lnTo>
                  <a:lnTo>
                    <a:pt x="1131280" y="289905"/>
                  </a:lnTo>
                  <a:lnTo>
                    <a:pt x="1088519" y="266513"/>
                  </a:lnTo>
                  <a:lnTo>
                    <a:pt x="1045248" y="244054"/>
                  </a:lnTo>
                  <a:lnTo>
                    <a:pt x="1001487" y="222537"/>
                  </a:lnTo>
                  <a:lnTo>
                    <a:pt x="957252" y="201967"/>
                  </a:lnTo>
                  <a:lnTo>
                    <a:pt x="912561" y="182352"/>
                  </a:lnTo>
                  <a:lnTo>
                    <a:pt x="867432" y="163698"/>
                  </a:lnTo>
                  <a:lnTo>
                    <a:pt x="821881" y="146011"/>
                  </a:lnTo>
                  <a:lnTo>
                    <a:pt x="775927" y="129300"/>
                  </a:lnTo>
                  <a:lnTo>
                    <a:pt x="729587" y="113570"/>
                  </a:lnTo>
                  <a:lnTo>
                    <a:pt x="682877" y="98828"/>
                  </a:lnTo>
                  <a:lnTo>
                    <a:pt x="635817" y="85081"/>
                  </a:lnTo>
                  <a:lnTo>
                    <a:pt x="588422" y="72336"/>
                  </a:lnTo>
                  <a:lnTo>
                    <a:pt x="540712" y="60599"/>
                  </a:lnTo>
                  <a:lnTo>
                    <a:pt x="492702" y="49878"/>
                  </a:lnTo>
                  <a:lnTo>
                    <a:pt x="444410" y="40179"/>
                  </a:lnTo>
                  <a:lnTo>
                    <a:pt x="395855" y="31509"/>
                  </a:lnTo>
                  <a:lnTo>
                    <a:pt x="347053" y="23874"/>
                  </a:lnTo>
                  <a:lnTo>
                    <a:pt x="298022" y="17282"/>
                  </a:lnTo>
                  <a:lnTo>
                    <a:pt x="248779" y="11739"/>
                  </a:lnTo>
                  <a:lnTo>
                    <a:pt x="199342" y="7252"/>
                  </a:lnTo>
                  <a:lnTo>
                    <a:pt x="149728" y="3828"/>
                  </a:lnTo>
                  <a:lnTo>
                    <a:pt x="99954" y="1473"/>
                  </a:lnTo>
                  <a:lnTo>
                    <a:pt x="50039" y="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203308" y="3783456"/>
              <a:ext cx="1563370" cy="2110105"/>
            </a:xfrm>
            <a:custGeom>
              <a:avLst/>
              <a:gdLst/>
              <a:ahLst/>
              <a:cxnLst/>
              <a:rect l="l" t="t" r="r" b="b"/>
              <a:pathLst>
                <a:path w="1563370" h="2110104">
                  <a:moveTo>
                    <a:pt x="14605" y="2110105"/>
                  </a:moveTo>
                  <a:lnTo>
                    <a:pt x="0" y="0"/>
                  </a:lnTo>
                  <a:lnTo>
                    <a:pt x="50039" y="195"/>
                  </a:lnTo>
                  <a:lnTo>
                    <a:pt x="99954" y="1473"/>
                  </a:lnTo>
                  <a:lnTo>
                    <a:pt x="149728" y="3828"/>
                  </a:lnTo>
                  <a:lnTo>
                    <a:pt x="199342" y="7252"/>
                  </a:lnTo>
                  <a:lnTo>
                    <a:pt x="248779" y="11739"/>
                  </a:lnTo>
                  <a:lnTo>
                    <a:pt x="298022" y="17282"/>
                  </a:lnTo>
                  <a:lnTo>
                    <a:pt x="347053" y="23874"/>
                  </a:lnTo>
                  <a:lnTo>
                    <a:pt x="395855" y="31509"/>
                  </a:lnTo>
                  <a:lnTo>
                    <a:pt x="444410" y="40179"/>
                  </a:lnTo>
                  <a:lnTo>
                    <a:pt x="492702" y="49878"/>
                  </a:lnTo>
                  <a:lnTo>
                    <a:pt x="540712" y="60599"/>
                  </a:lnTo>
                  <a:lnTo>
                    <a:pt x="588422" y="72336"/>
                  </a:lnTo>
                  <a:lnTo>
                    <a:pt x="635817" y="85081"/>
                  </a:lnTo>
                  <a:lnTo>
                    <a:pt x="682877" y="98828"/>
                  </a:lnTo>
                  <a:lnTo>
                    <a:pt x="729587" y="113570"/>
                  </a:lnTo>
                  <a:lnTo>
                    <a:pt x="775927" y="129300"/>
                  </a:lnTo>
                  <a:lnTo>
                    <a:pt x="821881" y="146011"/>
                  </a:lnTo>
                  <a:lnTo>
                    <a:pt x="867432" y="163698"/>
                  </a:lnTo>
                  <a:lnTo>
                    <a:pt x="912561" y="182352"/>
                  </a:lnTo>
                  <a:lnTo>
                    <a:pt x="957252" y="201967"/>
                  </a:lnTo>
                  <a:lnTo>
                    <a:pt x="1001487" y="222537"/>
                  </a:lnTo>
                  <a:lnTo>
                    <a:pt x="1045248" y="244054"/>
                  </a:lnTo>
                  <a:lnTo>
                    <a:pt x="1088519" y="266513"/>
                  </a:lnTo>
                  <a:lnTo>
                    <a:pt x="1131280" y="289905"/>
                  </a:lnTo>
                  <a:lnTo>
                    <a:pt x="1173517" y="314225"/>
                  </a:lnTo>
                  <a:lnTo>
                    <a:pt x="1215209" y="339465"/>
                  </a:lnTo>
                  <a:lnTo>
                    <a:pt x="1256341" y="365619"/>
                  </a:lnTo>
                  <a:lnTo>
                    <a:pt x="1296895" y="392679"/>
                  </a:lnTo>
                  <a:lnTo>
                    <a:pt x="1336853" y="420641"/>
                  </a:lnTo>
                  <a:lnTo>
                    <a:pt x="1376198" y="449495"/>
                  </a:lnTo>
                  <a:lnTo>
                    <a:pt x="1414913" y="479236"/>
                  </a:lnTo>
                  <a:lnTo>
                    <a:pt x="1452979" y="509857"/>
                  </a:lnTo>
                  <a:lnTo>
                    <a:pt x="1490380" y="541352"/>
                  </a:lnTo>
                  <a:lnTo>
                    <a:pt x="1527098" y="573712"/>
                  </a:lnTo>
                  <a:lnTo>
                    <a:pt x="1563116" y="606933"/>
                  </a:lnTo>
                  <a:lnTo>
                    <a:pt x="14605" y="2110105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676" y="4396105"/>
              <a:ext cx="2204720" cy="1481455"/>
            </a:xfrm>
            <a:custGeom>
              <a:avLst/>
              <a:gdLst/>
              <a:ahLst/>
              <a:cxnLst/>
              <a:rect l="l" t="t" r="r" b="b"/>
              <a:pathLst>
                <a:path w="2204720" h="1481454">
                  <a:moveTo>
                    <a:pt x="1548002" y="0"/>
                  </a:moveTo>
                  <a:lnTo>
                    <a:pt x="0" y="1481455"/>
                  </a:lnTo>
                  <a:lnTo>
                    <a:pt x="2204720" y="1466088"/>
                  </a:lnTo>
                  <a:lnTo>
                    <a:pt x="2203735" y="1415984"/>
                  </a:lnTo>
                  <a:lnTo>
                    <a:pt x="2201479" y="1366041"/>
                  </a:lnTo>
                  <a:lnTo>
                    <a:pt x="2197960" y="1316276"/>
                  </a:lnTo>
                  <a:lnTo>
                    <a:pt x="2193188" y="1266708"/>
                  </a:lnTo>
                  <a:lnTo>
                    <a:pt x="2187170" y="1217356"/>
                  </a:lnTo>
                  <a:lnTo>
                    <a:pt x="2179915" y="1168240"/>
                  </a:lnTo>
                  <a:lnTo>
                    <a:pt x="2171432" y="1119378"/>
                  </a:lnTo>
                  <a:lnTo>
                    <a:pt x="2161730" y="1070788"/>
                  </a:lnTo>
                  <a:lnTo>
                    <a:pt x="2150816" y="1022490"/>
                  </a:lnTo>
                  <a:lnTo>
                    <a:pt x="2138701" y="974503"/>
                  </a:lnTo>
                  <a:lnTo>
                    <a:pt x="2125392" y="926846"/>
                  </a:lnTo>
                  <a:lnTo>
                    <a:pt x="2110897" y="879536"/>
                  </a:lnTo>
                  <a:lnTo>
                    <a:pt x="2095226" y="832595"/>
                  </a:lnTo>
                  <a:lnTo>
                    <a:pt x="2078387" y="786039"/>
                  </a:lnTo>
                  <a:lnTo>
                    <a:pt x="2060389" y="739889"/>
                  </a:lnTo>
                  <a:lnTo>
                    <a:pt x="2041241" y="694163"/>
                  </a:lnTo>
                  <a:lnTo>
                    <a:pt x="2020950" y="648879"/>
                  </a:lnTo>
                  <a:lnTo>
                    <a:pt x="1999526" y="604058"/>
                  </a:lnTo>
                  <a:lnTo>
                    <a:pt x="1976977" y="559717"/>
                  </a:lnTo>
                  <a:lnTo>
                    <a:pt x="1953311" y="515876"/>
                  </a:lnTo>
                  <a:lnTo>
                    <a:pt x="1928538" y="472553"/>
                  </a:lnTo>
                  <a:lnTo>
                    <a:pt x="1902666" y="429768"/>
                  </a:lnTo>
                  <a:lnTo>
                    <a:pt x="1875704" y="387538"/>
                  </a:lnTo>
                  <a:lnTo>
                    <a:pt x="1847660" y="345885"/>
                  </a:lnTo>
                  <a:lnTo>
                    <a:pt x="1818543" y="304825"/>
                  </a:lnTo>
                  <a:lnTo>
                    <a:pt x="1788361" y="264378"/>
                  </a:lnTo>
                  <a:lnTo>
                    <a:pt x="1757123" y="224563"/>
                  </a:lnTo>
                  <a:lnTo>
                    <a:pt x="1724838" y="185399"/>
                  </a:lnTo>
                  <a:lnTo>
                    <a:pt x="1691514" y="146904"/>
                  </a:lnTo>
                  <a:lnTo>
                    <a:pt x="1657160" y="109098"/>
                  </a:lnTo>
                  <a:lnTo>
                    <a:pt x="1621784" y="71999"/>
                  </a:lnTo>
                  <a:lnTo>
                    <a:pt x="1585395" y="35627"/>
                  </a:lnTo>
                  <a:lnTo>
                    <a:pt x="1548002" y="0"/>
                  </a:lnTo>
                  <a:close/>
                </a:path>
              </a:pathLst>
            </a:custGeom>
            <a:solidFill>
              <a:srgbClr val="1636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676" y="4396105"/>
              <a:ext cx="2204720" cy="1481455"/>
            </a:xfrm>
            <a:custGeom>
              <a:avLst/>
              <a:gdLst/>
              <a:ahLst/>
              <a:cxnLst/>
              <a:rect l="l" t="t" r="r" b="b"/>
              <a:pathLst>
                <a:path w="2204720" h="1481454">
                  <a:moveTo>
                    <a:pt x="0" y="1481455"/>
                  </a:moveTo>
                  <a:lnTo>
                    <a:pt x="1548002" y="0"/>
                  </a:lnTo>
                  <a:lnTo>
                    <a:pt x="1585395" y="35627"/>
                  </a:lnTo>
                  <a:lnTo>
                    <a:pt x="1621784" y="71999"/>
                  </a:lnTo>
                  <a:lnTo>
                    <a:pt x="1657160" y="109098"/>
                  </a:lnTo>
                  <a:lnTo>
                    <a:pt x="1691514" y="146904"/>
                  </a:lnTo>
                  <a:lnTo>
                    <a:pt x="1724838" y="185399"/>
                  </a:lnTo>
                  <a:lnTo>
                    <a:pt x="1757123" y="224563"/>
                  </a:lnTo>
                  <a:lnTo>
                    <a:pt x="1788361" y="264378"/>
                  </a:lnTo>
                  <a:lnTo>
                    <a:pt x="1818543" y="304825"/>
                  </a:lnTo>
                  <a:lnTo>
                    <a:pt x="1847660" y="345885"/>
                  </a:lnTo>
                  <a:lnTo>
                    <a:pt x="1875704" y="387538"/>
                  </a:lnTo>
                  <a:lnTo>
                    <a:pt x="1902666" y="429768"/>
                  </a:lnTo>
                  <a:lnTo>
                    <a:pt x="1928538" y="472553"/>
                  </a:lnTo>
                  <a:lnTo>
                    <a:pt x="1953311" y="515876"/>
                  </a:lnTo>
                  <a:lnTo>
                    <a:pt x="1976977" y="559717"/>
                  </a:lnTo>
                  <a:lnTo>
                    <a:pt x="1999526" y="604058"/>
                  </a:lnTo>
                  <a:lnTo>
                    <a:pt x="2020950" y="648879"/>
                  </a:lnTo>
                  <a:lnTo>
                    <a:pt x="2041241" y="694163"/>
                  </a:lnTo>
                  <a:lnTo>
                    <a:pt x="2060389" y="739889"/>
                  </a:lnTo>
                  <a:lnTo>
                    <a:pt x="2078387" y="786039"/>
                  </a:lnTo>
                  <a:lnTo>
                    <a:pt x="2095226" y="832595"/>
                  </a:lnTo>
                  <a:lnTo>
                    <a:pt x="2110897" y="879536"/>
                  </a:lnTo>
                  <a:lnTo>
                    <a:pt x="2125392" y="926846"/>
                  </a:lnTo>
                  <a:lnTo>
                    <a:pt x="2138701" y="974503"/>
                  </a:lnTo>
                  <a:lnTo>
                    <a:pt x="2150816" y="1022490"/>
                  </a:lnTo>
                  <a:lnTo>
                    <a:pt x="2161730" y="1070788"/>
                  </a:lnTo>
                  <a:lnTo>
                    <a:pt x="2171432" y="1119378"/>
                  </a:lnTo>
                  <a:lnTo>
                    <a:pt x="2179915" y="1168240"/>
                  </a:lnTo>
                  <a:lnTo>
                    <a:pt x="2187170" y="1217356"/>
                  </a:lnTo>
                  <a:lnTo>
                    <a:pt x="2193188" y="1266708"/>
                  </a:lnTo>
                  <a:lnTo>
                    <a:pt x="2197960" y="1316276"/>
                  </a:lnTo>
                  <a:lnTo>
                    <a:pt x="2201479" y="1366041"/>
                  </a:lnTo>
                  <a:lnTo>
                    <a:pt x="2203735" y="1415984"/>
                  </a:lnTo>
                  <a:lnTo>
                    <a:pt x="2204720" y="1466088"/>
                  </a:lnTo>
                  <a:lnTo>
                    <a:pt x="0" y="1481455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01255" y="6109716"/>
              <a:ext cx="2207260" cy="1479550"/>
            </a:xfrm>
            <a:custGeom>
              <a:avLst/>
              <a:gdLst/>
              <a:ahLst/>
              <a:cxnLst/>
              <a:rect l="l" t="t" r="r" b="b"/>
              <a:pathLst>
                <a:path w="2207259" h="1479550">
                  <a:moveTo>
                    <a:pt x="2207260" y="0"/>
                  </a:moveTo>
                  <a:lnTo>
                    <a:pt x="0" y="15367"/>
                  </a:lnTo>
                  <a:lnTo>
                    <a:pt x="985" y="65336"/>
                  </a:lnTo>
                  <a:lnTo>
                    <a:pt x="3242" y="115156"/>
                  </a:lnTo>
                  <a:lnTo>
                    <a:pt x="6762" y="164807"/>
                  </a:lnTo>
                  <a:lnTo>
                    <a:pt x="11536" y="214269"/>
                  </a:lnTo>
                  <a:lnTo>
                    <a:pt x="17556" y="263524"/>
                  </a:lnTo>
                  <a:lnTo>
                    <a:pt x="24813" y="312550"/>
                  </a:lnTo>
                  <a:lnTo>
                    <a:pt x="33298" y="361330"/>
                  </a:lnTo>
                  <a:lnTo>
                    <a:pt x="43003" y="409843"/>
                  </a:lnTo>
                  <a:lnTo>
                    <a:pt x="53918" y="458070"/>
                  </a:lnTo>
                  <a:lnTo>
                    <a:pt x="66035" y="505991"/>
                  </a:lnTo>
                  <a:lnTo>
                    <a:pt x="79346" y="553588"/>
                  </a:lnTo>
                  <a:lnTo>
                    <a:pt x="93842" y="600840"/>
                  </a:lnTo>
                  <a:lnTo>
                    <a:pt x="109513" y="647728"/>
                  </a:lnTo>
                  <a:lnTo>
                    <a:pt x="126352" y="694232"/>
                  </a:lnTo>
                  <a:lnTo>
                    <a:pt x="144349" y="740334"/>
                  </a:lnTo>
                  <a:lnTo>
                    <a:pt x="163496" y="786013"/>
                  </a:lnTo>
                  <a:lnTo>
                    <a:pt x="183783" y="831250"/>
                  </a:lnTo>
                  <a:lnTo>
                    <a:pt x="205204" y="876026"/>
                  </a:lnTo>
                  <a:lnTo>
                    <a:pt x="227748" y="920321"/>
                  </a:lnTo>
                  <a:lnTo>
                    <a:pt x="251406" y="964115"/>
                  </a:lnTo>
                  <a:lnTo>
                    <a:pt x="276171" y="1007390"/>
                  </a:lnTo>
                  <a:lnTo>
                    <a:pt x="302034" y="1050125"/>
                  </a:lnTo>
                  <a:lnTo>
                    <a:pt x="328985" y="1092301"/>
                  </a:lnTo>
                  <a:lnTo>
                    <a:pt x="357016" y="1133899"/>
                  </a:lnTo>
                  <a:lnTo>
                    <a:pt x="386119" y="1174900"/>
                  </a:lnTo>
                  <a:lnTo>
                    <a:pt x="416284" y="1215282"/>
                  </a:lnTo>
                  <a:lnTo>
                    <a:pt x="447503" y="1255029"/>
                  </a:lnTo>
                  <a:lnTo>
                    <a:pt x="479768" y="1294118"/>
                  </a:lnTo>
                  <a:lnTo>
                    <a:pt x="513069" y="1332533"/>
                  </a:lnTo>
                  <a:lnTo>
                    <a:pt x="547397" y="1370251"/>
                  </a:lnTo>
                  <a:lnTo>
                    <a:pt x="582745" y="1407255"/>
                  </a:lnTo>
                  <a:lnTo>
                    <a:pt x="619103" y="1443525"/>
                  </a:lnTo>
                  <a:lnTo>
                    <a:pt x="656463" y="1479042"/>
                  </a:lnTo>
                  <a:lnTo>
                    <a:pt x="2207260" y="0"/>
                  </a:lnTo>
                  <a:close/>
                </a:path>
              </a:pathLst>
            </a:custGeom>
            <a:solidFill>
              <a:srgbClr val="00C0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55941" y="6122161"/>
              <a:ext cx="1565910" cy="2076450"/>
            </a:xfrm>
            <a:custGeom>
              <a:avLst/>
              <a:gdLst/>
              <a:ahLst/>
              <a:cxnLst/>
              <a:rect l="l" t="t" r="r" b="b"/>
              <a:pathLst>
                <a:path w="1565909" h="2076450">
                  <a:moveTo>
                    <a:pt x="1551304" y="0"/>
                  </a:moveTo>
                  <a:lnTo>
                    <a:pt x="0" y="1478407"/>
                  </a:lnTo>
                  <a:lnTo>
                    <a:pt x="36133" y="1511174"/>
                  </a:lnTo>
                  <a:lnTo>
                    <a:pt x="72958" y="1543091"/>
                  </a:lnTo>
                  <a:lnTo>
                    <a:pt x="110458" y="1574150"/>
                  </a:lnTo>
                  <a:lnTo>
                    <a:pt x="148617" y="1604346"/>
                  </a:lnTo>
                  <a:lnTo>
                    <a:pt x="187417" y="1633672"/>
                  </a:lnTo>
                  <a:lnTo>
                    <a:pt x="226842" y="1662121"/>
                  </a:lnTo>
                  <a:lnTo>
                    <a:pt x="266874" y="1689687"/>
                  </a:lnTo>
                  <a:lnTo>
                    <a:pt x="307497" y="1716363"/>
                  </a:lnTo>
                  <a:lnTo>
                    <a:pt x="348693" y="1742142"/>
                  </a:lnTo>
                  <a:lnTo>
                    <a:pt x="390446" y="1767019"/>
                  </a:lnTo>
                  <a:lnTo>
                    <a:pt x="432739" y="1790987"/>
                  </a:lnTo>
                  <a:lnTo>
                    <a:pt x="475555" y="1814039"/>
                  </a:lnTo>
                  <a:lnTo>
                    <a:pt x="518876" y="1836168"/>
                  </a:lnTo>
                  <a:lnTo>
                    <a:pt x="562687" y="1857368"/>
                  </a:lnTo>
                  <a:lnTo>
                    <a:pt x="606969" y="1877633"/>
                  </a:lnTo>
                  <a:lnTo>
                    <a:pt x="651707" y="1896956"/>
                  </a:lnTo>
                  <a:lnTo>
                    <a:pt x="696882" y="1915331"/>
                  </a:lnTo>
                  <a:lnTo>
                    <a:pt x="742479" y="1932751"/>
                  </a:lnTo>
                  <a:lnTo>
                    <a:pt x="788480" y="1949209"/>
                  </a:lnTo>
                  <a:lnTo>
                    <a:pt x="834869" y="1964699"/>
                  </a:lnTo>
                  <a:lnTo>
                    <a:pt x="881627" y="1979214"/>
                  </a:lnTo>
                  <a:lnTo>
                    <a:pt x="928740" y="1992749"/>
                  </a:lnTo>
                  <a:lnTo>
                    <a:pt x="976188" y="2005295"/>
                  </a:lnTo>
                  <a:lnTo>
                    <a:pt x="1023957" y="2016848"/>
                  </a:lnTo>
                  <a:lnTo>
                    <a:pt x="1072028" y="2027400"/>
                  </a:lnTo>
                  <a:lnTo>
                    <a:pt x="1120384" y="2036945"/>
                  </a:lnTo>
                  <a:lnTo>
                    <a:pt x="1169010" y="2045476"/>
                  </a:lnTo>
                  <a:lnTo>
                    <a:pt x="1217887" y="2052987"/>
                  </a:lnTo>
                  <a:lnTo>
                    <a:pt x="1266999" y="2059471"/>
                  </a:lnTo>
                  <a:lnTo>
                    <a:pt x="1316329" y="2064922"/>
                  </a:lnTo>
                  <a:lnTo>
                    <a:pt x="1365860" y="2069333"/>
                  </a:lnTo>
                  <a:lnTo>
                    <a:pt x="1415575" y="2072698"/>
                  </a:lnTo>
                  <a:lnTo>
                    <a:pt x="1465457" y="2075010"/>
                  </a:lnTo>
                  <a:lnTo>
                    <a:pt x="1515490" y="2076263"/>
                  </a:lnTo>
                  <a:lnTo>
                    <a:pt x="1565655" y="2076450"/>
                  </a:lnTo>
                  <a:lnTo>
                    <a:pt x="1551304" y="0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55941" y="6122161"/>
              <a:ext cx="1565910" cy="2076450"/>
            </a:xfrm>
            <a:custGeom>
              <a:avLst/>
              <a:gdLst/>
              <a:ahLst/>
              <a:cxnLst/>
              <a:rect l="l" t="t" r="r" b="b"/>
              <a:pathLst>
                <a:path w="1565909" h="2076450">
                  <a:moveTo>
                    <a:pt x="1551304" y="0"/>
                  </a:moveTo>
                  <a:lnTo>
                    <a:pt x="1565655" y="2076450"/>
                  </a:lnTo>
                  <a:lnTo>
                    <a:pt x="1515490" y="2076263"/>
                  </a:lnTo>
                  <a:lnTo>
                    <a:pt x="1465457" y="2075010"/>
                  </a:lnTo>
                  <a:lnTo>
                    <a:pt x="1415575" y="2072698"/>
                  </a:lnTo>
                  <a:lnTo>
                    <a:pt x="1365860" y="2069333"/>
                  </a:lnTo>
                  <a:lnTo>
                    <a:pt x="1316329" y="2064922"/>
                  </a:lnTo>
                  <a:lnTo>
                    <a:pt x="1266999" y="2059471"/>
                  </a:lnTo>
                  <a:lnTo>
                    <a:pt x="1217887" y="2052987"/>
                  </a:lnTo>
                  <a:lnTo>
                    <a:pt x="1169010" y="2045476"/>
                  </a:lnTo>
                  <a:lnTo>
                    <a:pt x="1120384" y="2036945"/>
                  </a:lnTo>
                  <a:lnTo>
                    <a:pt x="1072028" y="2027400"/>
                  </a:lnTo>
                  <a:lnTo>
                    <a:pt x="1023957" y="2016848"/>
                  </a:lnTo>
                  <a:lnTo>
                    <a:pt x="976188" y="2005295"/>
                  </a:lnTo>
                  <a:lnTo>
                    <a:pt x="928740" y="1992749"/>
                  </a:lnTo>
                  <a:lnTo>
                    <a:pt x="881627" y="1979214"/>
                  </a:lnTo>
                  <a:lnTo>
                    <a:pt x="834869" y="1964699"/>
                  </a:lnTo>
                  <a:lnTo>
                    <a:pt x="788480" y="1949209"/>
                  </a:lnTo>
                  <a:lnTo>
                    <a:pt x="742479" y="1932751"/>
                  </a:lnTo>
                  <a:lnTo>
                    <a:pt x="696882" y="1915331"/>
                  </a:lnTo>
                  <a:lnTo>
                    <a:pt x="651707" y="1896956"/>
                  </a:lnTo>
                  <a:lnTo>
                    <a:pt x="606969" y="1877633"/>
                  </a:lnTo>
                  <a:lnTo>
                    <a:pt x="562687" y="1857368"/>
                  </a:lnTo>
                  <a:lnTo>
                    <a:pt x="518876" y="1836168"/>
                  </a:lnTo>
                  <a:lnTo>
                    <a:pt x="475555" y="1814039"/>
                  </a:lnTo>
                  <a:lnTo>
                    <a:pt x="432739" y="1790987"/>
                  </a:lnTo>
                  <a:lnTo>
                    <a:pt x="390446" y="1767019"/>
                  </a:lnTo>
                  <a:lnTo>
                    <a:pt x="348693" y="1742142"/>
                  </a:lnTo>
                  <a:lnTo>
                    <a:pt x="307497" y="1716363"/>
                  </a:lnTo>
                  <a:lnTo>
                    <a:pt x="266874" y="1689687"/>
                  </a:lnTo>
                  <a:lnTo>
                    <a:pt x="226842" y="1662121"/>
                  </a:lnTo>
                  <a:lnTo>
                    <a:pt x="187417" y="1633672"/>
                  </a:lnTo>
                  <a:lnTo>
                    <a:pt x="148617" y="1604346"/>
                  </a:lnTo>
                  <a:lnTo>
                    <a:pt x="110458" y="1574150"/>
                  </a:lnTo>
                  <a:lnTo>
                    <a:pt x="72958" y="1543091"/>
                  </a:lnTo>
                  <a:lnTo>
                    <a:pt x="36133" y="1511174"/>
                  </a:lnTo>
                  <a:lnTo>
                    <a:pt x="0" y="1478407"/>
                  </a:lnTo>
                  <a:lnTo>
                    <a:pt x="1551304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209023" y="6092570"/>
              <a:ext cx="1567180" cy="2109470"/>
            </a:xfrm>
            <a:custGeom>
              <a:avLst/>
              <a:gdLst/>
              <a:ahLst/>
              <a:cxnLst/>
              <a:rect l="l" t="t" r="r" b="b"/>
              <a:pathLst>
                <a:path w="1567179" h="2109470">
                  <a:moveTo>
                    <a:pt x="0" y="0"/>
                  </a:moveTo>
                  <a:lnTo>
                    <a:pt x="14604" y="2109470"/>
                  </a:lnTo>
                  <a:lnTo>
                    <a:pt x="64561" y="2108589"/>
                  </a:lnTo>
                  <a:lnTo>
                    <a:pt x="114377" y="2106627"/>
                  </a:lnTo>
                  <a:lnTo>
                    <a:pt x="164037" y="2103590"/>
                  </a:lnTo>
                  <a:lnTo>
                    <a:pt x="213524" y="2099485"/>
                  </a:lnTo>
                  <a:lnTo>
                    <a:pt x="262819" y="2094319"/>
                  </a:lnTo>
                  <a:lnTo>
                    <a:pt x="311905" y="2088099"/>
                  </a:lnTo>
                  <a:lnTo>
                    <a:pt x="360766" y="2080832"/>
                  </a:lnTo>
                  <a:lnTo>
                    <a:pt x="409383" y="2072524"/>
                  </a:lnTo>
                  <a:lnTo>
                    <a:pt x="457740" y="2063183"/>
                  </a:lnTo>
                  <a:lnTo>
                    <a:pt x="505819" y="2052816"/>
                  </a:lnTo>
                  <a:lnTo>
                    <a:pt x="553603" y="2041429"/>
                  </a:lnTo>
                  <a:lnTo>
                    <a:pt x="601074" y="2029029"/>
                  </a:lnTo>
                  <a:lnTo>
                    <a:pt x="648215" y="2015623"/>
                  </a:lnTo>
                  <a:lnTo>
                    <a:pt x="695010" y="2001219"/>
                  </a:lnTo>
                  <a:lnTo>
                    <a:pt x="741439" y="1985822"/>
                  </a:lnTo>
                  <a:lnTo>
                    <a:pt x="787487" y="1969441"/>
                  </a:lnTo>
                  <a:lnTo>
                    <a:pt x="833136" y="1952081"/>
                  </a:lnTo>
                  <a:lnTo>
                    <a:pt x="878368" y="1933749"/>
                  </a:lnTo>
                  <a:lnTo>
                    <a:pt x="923166" y="1914454"/>
                  </a:lnTo>
                  <a:lnTo>
                    <a:pt x="967513" y="1894200"/>
                  </a:lnTo>
                  <a:lnTo>
                    <a:pt x="1011392" y="1872997"/>
                  </a:lnTo>
                  <a:lnTo>
                    <a:pt x="1054785" y="1850849"/>
                  </a:lnTo>
                  <a:lnTo>
                    <a:pt x="1097675" y="1827764"/>
                  </a:lnTo>
                  <a:lnTo>
                    <a:pt x="1140044" y="1803750"/>
                  </a:lnTo>
                  <a:lnTo>
                    <a:pt x="1181875" y="1778812"/>
                  </a:lnTo>
                  <a:lnTo>
                    <a:pt x="1223152" y="1752958"/>
                  </a:lnTo>
                  <a:lnTo>
                    <a:pt x="1263855" y="1726195"/>
                  </a:lnTo>
                  <a:lnTo>
                    <a:pt x="1303969" y="1698530"/>
                  </a:lnTo>
                  <a:lnTo>
                    <a:pt x="1343476" y="1669969"/>
                  </a:lnTo>
                  <a:lnTo>
                    <a:pt x="1382359" y="1640520"/>
                  </a:lnTo>
                  <a:lnTo>
                    <a:pt x="1420600" y="1610188"/>
                  </a:lnTo>
                  <a:lnTo>
                    <a:pt x="1458181" y="1578982"/>
                  </a:lnTo>
                  <a:lnTo>
                    <a:pt x="1495087" y="1546908"/>
                  </a:lnTo>
                  <a:lnTo>
                    <a:pt x="1531298" y="1513974"/>
                  </a:lnTo>
                  <a:lnTo>
                    <a:pt x="1566799" y="1480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209023" y="6092570"/>
              <a:ext cx="1567180" cy="2109470"/>
            </a:xfrm>
            <a:custGeom>
              <a:avLst/>
              <a:gdLst/>
              <a:ahLst/>
              <a:cxnLst/>
              <a:rect l="l" t="t" r="r" b="b"/>
              <a:pathLst>
                <a:path w="1567179" h="2109470">
                  <a:moveTo>
                    <a:pt x="0" y="0"/>
                  </a:moveTo>
                  <a:lnTo>
                    <a:pt x="1566799" y="1480184"/>
                  </a:lnTo>
                  <a:lnTo>
                    <a:pt x="1531298" y="1513974"/>
                  </a:lnTo>
                  <a:lnTo>
                    <a:pt x="1495087" y="1546908"/>
                  </a:lnTo>
                  <a:lnTo>
                    <a:pt x="1458181" y="1578982"/>
                  </a:lnTo>
                  <a:lnTo>
                    <a:pt x="1420600" y="1610188"/>
                  </a:lnTo>
                  <a:lnTo>
                    <a:pt x="1382359" y="1640520"/>
                  </a:lnTo>
                  <a:lnTo>
                    <a:pt x="1343476" y="1669969"/>
                  </a:lnTo>
                  <a:lnTo>
                    <a:pt x="1303969" y="1698530"/>
                  </a:lnTo>
                  <a:lnTo>
                    <a:pt x="1263855" y="1726195"/>
                  </a:lnTo>
                  <a:lnTo>
                    <a:pt x="1223152" y="1752958"/>
                  </a:lnTo>
                  <a:lnTo>
                    <a:pt x="1181875" y="1778812"/>
                  </a:lnTo>
                  <a:lnTo>
                    <a:pt x="1140044" y="1803750"/>
                  </a:lnTo>
                  <a:lnTo>
                    <a:pt x="1097675" y="1827764"/>
                  </a:lnTo>
                  <a:lnTo>
                    <a:pt x="1054785" y="1850849"/>
                  </a:lnTo>
                  <a:lnTo>
                    <a:pt x="1011392" y="1872997"/>
                  </a:lnTo>
                  <a:lnTo>
                    <a:pt x="967513" y="1894200"/>
                  </a:lnTo>
                  <a:lnTo>
                    <a:pt x="923166" y="1914454"/>
                  </a:lnTo>
                  <a:lnTo>
                    <a:pt x="878368" y="1933749"/>
                  </a:lnTo>
                  <a:lnTo>
                    <a:pt x="833136" y="1952081"/>
                  </a:lnTo>
                  <a:lnTo>
                    <a:pt x="787487" y="1969441"/>
                  </a:lnTo>
                  <a:lnTo>
                    <a:pt x="741439" y="1985822"/>
                  </a:lnTo>
                  <a:lnTo>
                    <a:pt x="695010" y="2001219"/>
                  </a:lnTo>
                  <a:lnTo>
                    <a:pt x="648215" y="2015623"/>
                  </a:lnTo>
                  <a:lnTo>
                    <a:pt x="601074" y="2029029"/>
                  </a:lnTo>
                  <a:lnTo>
                    <a:pt x="553603" y="2041429"/>
                  </a:lnTo>
                  <a:lnTo>
                    <a:pt x="505819" y="2052816"/>
                  </a:lnTo>
                  <a:lnTo>
                    <a:pt x="457740" y="2063183"/>
                  </a:lnTo>
                  <a:lnTo>
                    <a:pt x="409383" y="2072524"/>
                  </a:lnTo>
                  <a:lnTo>
                    <a:pt x="360766" y="2080832"/>
                  </a:lnTo>
                  <a:lnTo>
                    <a:pt x="311905" y="2088099"/>
                  </a:lnTo>
                  <a:lnTo>
                    <a:pt x="262819" y="2094319"/>
                  </a:lnTo>
                  <a:lnTo>
                    <a:pt x="213524" y="2099485"/>
                  </a:lnTo>
                  <a:lnTo>
                    <a:pt x="164037" y="2103590"/>
                  </a:lnTo>
                  <a:lnTo>
                    <a:pt x="114377" y="2106627"/>
                  </a:lnTo>
                  <a:lnTo>
                    <a:pt x="64561" y="2108589"/>
                  </a:lnTo>
                  <a:lnTo>
                    <a:pt x="14604" y="210947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11944" y="6116701"/>
              <a:ext cx="2216530" cy="147345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305800" y="5191125"/>
              <a:ext cx="1762125" cy="1628775"/>
            </a:xfrm>
            <a:custGeom>
              <a:avLst/>
              <a:gdLst/>
              <a:ahLst/>
              <a:cxnLst/>
              <a:rect l="l" t="t" r="r" b="b"/>
              <a:pathLst>
                <a:path w="1762125" h="1628775">
                  <a:moveTo>
                    <a:pt x="881126" y="0"/>
                  </a:moveTo>
                  <a:lnTo>
                    <a:pt x="831122" y="1289"/>
                  </a:lnTo>
                  <a:lnTo>
                    <a:pt x="781851" y="5110"/>
                  </a:lnTo>
                  <a:lnTo>
                    <a:pt x="733387" y="11396"/>
                  </a:lnTo>
                  <a:lnTo>
                    <a:pt x="685803" y="20076"/>
                  </a:lnTo>
                  <a:lnTo>
                    <a:pt x="639174" y="31083"/>
                  </a:lnTo>
                  <a:lnTo>
                    <a:pt x="593576" y="44347"/>
                  </a:lnTo>
                  <a:lnTo>
                    <a:pt x="549081" y="59800"/>
                  </a:lnTo>
                  <a:lnTo>
                    <a:pt x="505764" y="77373"/>
                  </a:lnTo>
                  <a:lnTo>
                    <a:pt x="463700" y="96997"/>
                  </a:lnTo>
                  <a:lnTo>
                    <a:pt x="422963" y="118604"/>
                  </a:lnTo>
                  <a:lnTo>
                    <a:pt x="383628" y="142124"/>
                  </a:lnTo>
                  <a:lnTo>
                    <a:pt x="345768" y="167489"/>
                  </a:lnTo>
                  <a:lnTo>
                    <a:pt x="309459" y="194630"/>
                  </a:lnTo>
                  <a:lnTo>
                    <a:pt x="274774" y="223478"/>
                  </a:lnTo>
                  <a:lnTo>
                    <a:pt x="241787" y="253965"/>
                  </a:lnTo>
                  <a:lnTo>
                    <a:pt x="210574" y="286022"/>
                  </a:lnTo>
                  <a:lnTo>
                    <a:pt x="181209" y="319580"/>
                  </a:lnTo>
                  <a:lnTo>
                    <a:pt x="153765" y="354570"/>
                  </a:lnTo>
                  <a:lnTo>
                    <a:pt x="128318" y="390924"/>
                  </a:lnTo>
                  <a:lnTo>
                    <a:pt x="104941" y="428572"/>
                  </a:lnTo>
                  <a:lnTo>
                    <a:pt x="83710" y="467446"/>
                  </a:lnTo>
                  <a:lnTo>
                    <a:pt x="64697" y="507478"/>
                  </a:lnTo>
                  <a:lnTo>
                    <a:pt x="47979" y="548598"/>
                  </a:lnTo>
                  <a:lnTo>
                    <a:pt x="33628" y="590737"/>
                  </a:lnTo>
                  <a:lnTo>
                    <a:pt x="21720" y="633828"/>
                  </a:lnTo>
                  <a:lnTo>
                    <a:pt x="12329" y="677800"/>
                  </a:lnTo>
                  <a:lnTo>
                    <a:pt x="5529" y="722586"/>
                  </a:lnTo>
                  <a:lnTo>
                    <a:pt x="1394" y="768117"/>
                  </a:lnTo>
                  <a:lnTo>
                    <a:pt x="0" y="814324"/>
                  </a:lnTo>
                  <a:lnTo>
                    <a:pt x="1394" y="860543"/>
                  </a:lnTo>
                  <a:lnTo>
                    <a:pt x="5529" y="906085"/>
                  </a:lnTo>
                  <a:lnTo>
                    <a:pt x="12329" y="950882"/>
                  </a:lnTo>
                  <a:lnTo>
                    <a:pt x="21720" y="994865"/>
                  </a:lnTo>
                  <a:lnTo>
                    <a:pt x="33628" y="1037965"/>
                  </a:lnTo>
                  <a:lnTo>
                    <a:pt x="47979" y="1080113"/>
                  </a:lnTo>
                  <a:lnTo>
                    <a:pt x="64697" y="1121241"/>
                  </a:lnTo>
                  <a:lnTo>
                    <a:pt x="83710" y="1161279"/>
                  </a:lnTo>
                  <a:lnTo>
                    <a:pt x="104941" y="1200160"/>
                  </a:lnTo>
                  <a:lnTo>
                    <a:pt x="128318" y="1237815"/>
                  </a:lnTo>
                  <a:lnTo>
                    <a:pt x="153765" y="1274174"/>
                  </a:lnTo>
                  <a:lnTo>
                    <a:pt x="181209" y="1309168"/>
                  </a:lnTo>
                  <a:lnTo>
                    <a:pt x="210574" y="1342730"/>
                  </a:lnTo>
                  <a:lnTo>
                    <a:pt x="241787" y="1374791"/>
                  </a:lnTo>
                  <a:lnTo>
                    <a:pt x="274774" y="1405281"/>
                  </a:lnTo>
                  <a:lnTo>
                    <a:pt x="309459" y="1434133"/>
                  </a:lnTo>
                  <a:lnTo>
                    <a:pt x="345768" y="1461276"/>
                  </a:lnTo>
                  <a:lnTo>
                    <a:pt x="383628" y="1486643"/>
                  </a:lnTo>
                  <a:lnTo>
                    <a:pt x="422963" y="1510165"/>
                  </a:lnTo>
                  <a:lnTo>
                    <a:pt x="463700" y="1531773"/>
                  </a:lnTo>
                  <a:lnTo>
                    <a:pt x="505764" y="1551398"/>
                  </a:lnTo>
                  <a:lnTo>
                    <a:pt x="549081" y="1568972"/>
                  </a:lnTo>
                  <a:lnTo>
                    <a:pt x="593576" y="1584425"/>
                  </a:lnTo>
                  <a:lnTo>
                    <a:pt x="639174" y="1597690"/>
                  </a:lnTo>
                  <a:lnTo>
                    <a:pt x="685803" y="1608697"/>
                  </a:lnTo>
                  <a:lnTo>
                    <a:pt x="733387" y="1617378"/>
                  </a:lnTo>
                  <a:lnTo>
                    <a:pt x="781851" y="1623664"/>
                  </a:lnTo>
                  <a:lnTo>
                    <a:pt x="831122" y="1627485"/>
                  </a:lnTo>
                  <a:lnTo>
                    <a:pt x="881126" y="1628775"/>
                  </a:lnTo>
                  <a:lnTo>
                    <a:pt x="931116" y="1627485"/>
                  </a:lnTo>
                  <a:lnTo>
                    <a:pt x="980375" y="1623664"/>
                  </a:lnTo>
                  <a:lnTo>
                    <a:pt x="1028829" y="1617378"/>
                  </a:lnTo>
                  <a:lnTo>
                    <a:pt x="1076402" y="1608697"/>
                  </a:lnTo>
                  <a:lnTo>
                    <a:pt x="1123022" y="1597690"/>
                  </a:lnTo>
                  <a:lnTo>
                    <a:pt x="1168612" y="1584425"/>
                  </a:lnTo>
                  <a:lnTo>
                    <a:pt x="1213099" y="1568972"/>
                  </a:lnTo>
                  <a:lnTo>
                    <a:pt x="1256408" y="1551398"/>
                  </a:lnTo>
                  <a:lnTo>
                    <a:pt x="1298465" y="1531773"/>
                  </a:lnTo>
                  <a:lnTo>
                    <a:pt x="1339196" y="1510165"/>
                  </a:lnTo>
                  <a:lnTo>
                    <a:pt x="1378526" y="1486643"/>
                  </a:lnTo>
                  <a:lnTo>
                    <a:pt x="1416381" y="1461276"/>
                  </a:lnTo>
                  <a:lnTo>
                    <a:pt x="1452687" y="1434133"/>
                  </a:lnTo>
                  <a:lnTo>
                    <a:pt x="1487368" y="1405281"/>
                  </a:lnTo>
                  <a:lnTo>
                    <a:pt x="1520351" y="1374791"/>
                  </a:lnTo>
                  <a:lnTo>
                    <a:pt x="1551561" y="1342730"/>
                  </a:lnTo>
                  <a:lnTo>
                    <a:pt x="1580924" y="1309168"/>
                  </a:lnTo>
                  <a:lnTo>
                    <a:pt x="1608366" y="1274174"/>
                  </a:lnTo>
                  <a:lnTo>
                    <a:pt x="1633811" y="1237815"/>
                  </a:lnTo>
                  <a:lnTo>
                    <a:pt x="1657186" y="1200160"/>
                  </a:lnTo>
                  <a:lnTo>
                    <a:pt x="1678417" y="1161279"/>
                  </a:lnTo>
                  <a:lnTo>
                    <a:pt x="1697428" y="1121241"/>
                  </a:lnTo>
                  <a:lnTo>
                    <a:pt x="1714146" y="1080113"/>
                  </a:lnTo>
                  <a:lnTo>
                    <a:pt x="1728496" y="1037965"/>
                  </a:lnTo>
                  <a:lnTo>
                    <a:pt x="1740404" y="994865"/>
                  </a:lnTo>
                  <a:lnTo>
                    <a:pt x="1749795" y="950882"/>
                  </a:lnTo>
                  <a:lnTo>
                    <a:pt x="1756595" y="906085"/>
                  </a:lnTo>
                  <a:lnTo>
                    <a:pt x="1760730" y="860543"/>
                  </a:lnTo>
                  <a:lnTo>
                    <a:pt x="1762125" y="814324"/>
                  </a:lnTo>
                  <a:lnTo>
                    <a:pt x="1760730" y="768117"/>
                  </a:lnTo>
                  <a:lnTo>
                    <a:pt x="1756595" y="722586"/>
                  </a:lnTo>
                  <a:lnTo>
                    <a:pt x="1749795" y="677800"/>
                  </a:lnTo>
                  <a:lnTo>
                    <a:pt x="1740404" y="633828"/>
                  </a:lnTo>
                  <a:lnTo>
                    <a:pt x="1728496" y="590737"/>
                  </a:lnTo>
                  <a:lnTo>
                    <a:pt x="1714146" y="548598"/>
                  </a:lnTo>
                  <a:lnTo>
                    <a:pt x="1697428" y="507478"/>
                  </a:lnTo>
                  <a:lnTo>
                    <a:pt x="1678417" y="467446"/>
                  </a:lnTo>
                  <a:lnTo>
                    <a:pt x="1657186" y="428572"/>
                  </a:lnTo>
                  <a:lnTo>
                    <a:pt x="1633811" y="390924"/>
                  </a:lnTo>
                  <a:lnTo>
                    <a:pt x="1608366" y="354570"/>
                  </a:lnTo>
                  <a:lnTo>
                    <a:pt x="1580924" y="319580"/>
                  </a:lnTo>
                  <a:lnTo>
                    <a:pt x="1551561" y="286022"/>
                  </a:lnTo>
                  <a:lnTo>
                    <a:pt x="1520351" y="253965"/>
                  </a:lnTo>
                  <a:lnTo>
                    <a:pt x="1487368" y="223478"/>
                  </a:lnTo>
                  <a:lnTo>
                    <a:pt x="1452687" y="194630"/>
                  </a:lnTo>
                  <a:lnTo>
                    <a:pt x="1416381" y="167489"/>
                  </a:lnTo>
                  <a:lnTo>
                    <a:pt x="1378526" y="142124"/>
                  </a:lnTo>
                  <a:lnTo>
                    <a:pt x="1339196" y="118604"/>
                  </a:lnTo>
                  <a:lnTo>
                    <a:pt x="1298465" y="96997"/>
                  </a:lnTo>
                  <a:lnTo>
                    <a:pt x="1256408" y="77373"/>
                  </a:lnTo>
                  <a:lnTo>
                    <a:pt x="1213099" y="59800"/>
                  </a:lnTo>
                  <a:lnTo>
                    <a:pt x="1168612" y="44347"/>
                  </a:lnTo>
                  <a:lnTo>
                    <a:pt x="1123022" y="31083"/>
                  </a:lnTo>
                  <a:lnTo>
                    <a:pt x="1076402" y="20076"/>
                  </a:lnTo>
                  <a:lnTo>
                    <a:pt x="1028829" y="11396"/>
                  </a:lnTo>
                  <a:lnTo>
                    <a:pt x="980375" y="5110"/>
                  </a:lnTo>
                  <a:lnTo>
                    <a:pt x="931116" y="1289"/>
                  </a:lnTo>
                  <a:lnTo>
                    <a:pt x="881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05800" y="5191125"/>
              <a:ext cx="1762125" cy="1628775"/>
            </a:xfrm>
            <a:custGeom>
              <a:avLst/>
              <a:gdLst/>
              <a:ahLst/>
              <a:cxnLst/>
              <a:rect l="l" t="t" r="r" b="b"/>
              <a:pathLst>
                <a:path w="1762125" h="1628775">
                  <a:moveTo>
                    <a:pt x="0" y="814324"/>
                  </a:moveTo>
                  <a:lnTo>
                    <a:pt x="1394" y="768117"/>
                  </a:lnTo>
                  <a:lnTo>
                    <a:pt x="5529" y="722586"/>
                  </a:lnTo>
                  <a:lnTo>
                    <a:pt x="12329" y="677800"/>
                  </a:lnTo>
                  <a:lnTo>
                    <a:pt x="21720" y="633828"/>
                  </a:lnTo>
                  <a:lnTo>
                    <a:pt x="33628" y="590737"/>
                  </a:lnTo>
                  <a:lnTo>
                    <a:pt x="47979" y="548598"/>
                  </a:lnTo>
                  <a:lnTo>
                    <a:pt x="64697" y="507478"/>
                  </a:lnTo>
                  <a:lnTo>
                    <a:pt x="83710" y="467446"/>
                  </a:lnTo>
                  <a:lnTo>
                    <a:pt x="104941" y="428572"/>
                  </a:lnTo>
                  <a:lnTo>
                    <a:pt x="128318" y="390924"/>
                  </a:lnTo>
                  <a:lnTo>
                    <a:pt x="153765" y="354570"/>
                  </a:lnTo>
                  <a:lnTo>
                    <a:pt x="181209" y="319580"/>
                  </a:lnTo>
                  <a:lnTo>
                    <a:pt x="210574" y="286022"/>
                  </a:lnTo>
                  <a:lnTo>
                    <a:pt x="241787" y="253965"/>
                  </a:lnTo>
                  <a:lnTo>
                    <a:pt x="274774" y="223478"/>
                  </a:lnTo>
                  <a:lnTo>
                    <a:pt x="309459" y="194630"/>
                  </a:lnTo>
                  <a:lnTo>
                    <a:pt x="345768" y="167489"/>
                  </a:lnTo>
                  <a:lnTo>
                    <a:pt x="383628" y="142124"/>
                  </a:lnTo>
                  <a:lnTo>
                    <a:pt x="422963" y="118604"/>
                  </a:lnTo>
                  <a:lnTo>
                    <a:pt x="463700" y="96997"/>
                  </a:lnTo>
                  <a:lnTo>
                    <a:pt x="505764" y="77373"/>
                  </a:lnTo>
                  <a:lnTo>
                    <a:pt x="549081" y="59800"/>
                  </a:lnTo>
                  <a:lnTo>
                    <a:pt x="593576" y="44347"/>
                  </a:lnTo>
                  <a:lnTo>
                    <a:pt x="639174" y="31083"/>
                  </a:lnTo>
                  <a:lnTo>
                    <a:pt x="685803" y="20076"/>
                  </a:lnTo>
                  <a:lnTo>
                    <a:pt x="733387" y="11396"/>
                  </a:lnTo>
                  <a:lnTo>
                    <a:pt x="781851" y="5110"/>
                  </a:lnTo>
                  <a:lnTo>
                    <a:pt x="831122" y="1289"/>
                  </a:lnTo>
                  <a:lnTo>
                    <a:pt x="881126" y="0"/>
                  </a:lnTo>
                  <a:lnTo>
                    <a:pt x="931116" y="1289"/>
                  </a:lnTo>
                  <a:lnTo>
                    <a:pt x="980375" y="5110"/>
                  </a:lnTo>
                  <a:lnTo>
                    <a:pt x="1028829" y="11396"/>
                  </a:lnTo>
                  <a:lnTo>
                    <a:pt x="1076402" y="20076"/>
                  </a:lnTo>
                  <a:lnTo>
                    <a:pt x="1123022" y="31083"/>
                  </a:lnTo>
                  <a:lnTo>
                    <a:pt x="1168612" y="44347"/>
                  </a:lnTo>
                  <a:lnTo>
                    <a:pt x="1213099" y="59800"/>
                  </a:lnTo>
                  <a:lnTo>
                    <a:pt x="1256408" y="77373"/>
                  </a:lnTo>
                  <a:lnTo>
                    <a:pt x="1298465" y="96997"/>
                  </a:lnTo>
                  <a:lnTo>
                    <a:pt x="1339196" y="118604"/>
                  </a:lnTo>
                  <a:lnTo>
                    <a:pt x="1378526" y="142124"/>
                  </a:lnTo>
                  <a:lnTo>
                    <a:pt x="1416381" y="167489"/>
                  </a:lnTo>
                  <a:lnTo>
                    <a:pt x="1452687" y="194630"/>
                  </a:lnTo>
                  <a:lnTo>
                    <a:pt x="1487368" y="223478"/>
                  </a:lnTo>
                  <a:lnTo>
                    <a:pt x="1520351" y="253965"/>
                  </a:lnTo>
                  <a:lnTo>
                    <a:pt x="1551561" y="286022"/>
                  </a:lnTo>
                  <a:lnTo>
                    <a:pt x="1580924" y="319580"/>
                  </a:lnTo>
                  <a:lnTo>
                    <a:pt x="1608366" y="354570"/>
                  </a:lnTo>
                  <a:lnTo>
                    <a:pt x="1633811" y="390924"/>
                  </a:lnTo>
                  <a:lnTo>
                    <a:pt x="1657186" y="428572"/>
                  </a:lnTo>
                  <a:lnTo>
                    <a:pt x="1678417" y="467446"/>
                  </a:lnTo>
                  <a:lnTo>
                    <a:pt x="1697428" y="507478"/>
                  </a:lnTo>
                  <a:lnTo>
                    <a:pt x="1714146" y="548598"/>
                  </a:lnTo>
                  <a:lnTo>
                    <a:pt x="1728496" y="590737"/>
                  </a:lnTo>
                  <a:lnTo>
                    <a:pt x="1740404" y="633828"/>
                  </a:lnTo>
                  <a:lnTo>
                    <a:pt x="1749795" y="677800"/>
                  </a:lnTo>
                  <a:lnTo>
                    <a:pt x="1756595" y="722586"/>
                  </a:lnTo>
                  <a:lnTo>
                    <a:pt x="1760730" y="768117"/>
                  </a:lnTo>
                  <a:lnTo>
                    <a:pt x="1762125" y="814324"/>
                  </a:lnTo>
                  <a:lnTo>
                    <a:pt x="1760730" y="860543"/>
                  </a:lnTo>
                  <a:lnTo>
                    <a:pt x="1756595" y="906085"/>
                  </a:lnTo>
                  <a:lnTo>
                    <a:pt x="1749795" y="950882"/>
                  </a:lnTo>
                  <a:lnTo>
                    <a:pt x="1740404" y="994865"/>
                  </a:lnTo>
                  <a:lnTo>
                    <a:pt x="1728496" y="1037965"/>
                  </a:lnTo>
                  <a:lnTo>
                    <a:pt x="1714146" y="1080113"/>
                  </a:lnTo>
                  <a:lnTo>
                    <a:pt x="1697428" y="1121241"/>
                  </a:lnTo>
                  <a:lnTo>
                    <a:pt x="1678417" y="1161279"/>
                  </a:lnTo>
                  <a:lnTo>
                    <a:pt x="1657186" y="1200160"/>
                  </a:lnTo>
                  <a:lnTo>
                    <a:pt x="1633811" y="1237815"/>
                  </a:lnTo>
                  <a:lnTo>
                    <a:pt x="1608366" y="1274174"/>
                  </a:lnTo>
                  <a:lnTo>
                    <a:pt x="1580924" y="1309168"/>
                  </a:lnTo>
                  <a:lnTo>
                    <a:pt x="1551561" y="1342730"/>
                  </a:lnTo>
                  <a:lnTo>
                    <a:pt x="1520351" y="1374791"/>
                  </a:lnTo>
                  <a:lnTo>
                    <a:pt x="1487368" y="1405281"/>
                  </a:lnTo>
                  <a:lnTo>
                    <a:pt x="1452687" y="1434133"/>
                  </a:lnTo>
                  <a:lnTo>
                    <a:pt x="1416381" y="1461276"/>
                  </a:lnTo>
                  <a:lnTo>
                    <a:pt x="1378526" y="1486643"/>
                  </a:lnTo>
                  <a:lnTo>
                    <a:pt x="1339196" y="1510165"/>
                  </a:lnTo>
                  <a:lnTo>
                    <a:pt x="1298465" y="1531773"/>
                  </a:lnTo>
                  <a:lnTo>
                    <a:pt x="1256408" y="1551398"/>
                  </a:lnTo>
                  <a:lnTo>
                    <a:pt x="1213099" y="1568972"/>
                  </a:lnTo>
                  <a:lnTo>
                    <a:pt x="1168612" y="1584425"/>
                  </a:lnTo>
                  <a:lnTo>
                    <a:pt x="1123022" y="1597690"/>
                  </a:lnTo>
                  <a:lnTo>
                    <a:pt x="1076402" y="1608697"/>
                  </a:lnTo>
                  <a:lnTo>
                    <a:pt x="1028829" y="1617378"/>
                  </a:lnTo>
                  <a:lnTo>
                    <a:pt x="980375" y="1623664"/>
                  </a:lnTo>
                  <a:lnTo>
                    <a:pt x="931116" y="1627485"/>
                  </a:lnTo>
                  <a:lnTo>
                    <a:pt x="881126" y="1628775"/>
                  </a:lnTo>
                  <a:lnTo>
                    <a:pt x="831122" y="1627485"/>
                  </a:lnTo>
                  <a:lnTo>
                    <a:pt x="781851" y="1623664"/>
                  </a:lnTo>
                  <a:lnTo>
                    <a:pt x="733387" y="1617378"/>
                  </a:lnTo>
                  <a:lnTo>
                    <a:pt x="685803" y="1608697"/>
                  </a:lnTo>
                  <a:lnTo>
                    <a:pt x="639174" y="1597690"/>
                  </a:lnTo>
                  <a:lnTo>
                    <a:pt x="593576" y="1584425"/>
                  </a:lnTo>
                  <a:lnTo>
                    <a:pt x="549081" y="1568972"/>
                  </a:lnTo>
                  <a:lnTo>
                    <a:pt x="505764" y="1551398"/>
                  </a:lnTo>
                  <a:lnTo>
                    <a:pt x="463700" y="1531773"/>
                  </a:lnTo>
                  <a:lnTo>
                    <a:pt x="422963" y="1510165"/>
                  </a:lnTo>
                  <a:lnTo>
                    <a:pt x="383628" y="1486643"/>
                  </a:lnTo>
                  <a:lnTo>
                    <a:pt x="345768" y="1461276"/>
                  </a:lnTo>
                  <a:lnTo>
                    <a:pt x="309459" y="1434133"/>
                  </a:lnTo>
                  <a:lnTo>
                    <a:pt x="274774" y="1405281"/>
                  </a:lnTo>
                  <a:lnTo>
                    <a:pt x="241787" y="1374791"/>
                  </a:lnTo>
                  <a:lnTo>
                    <a:pt x="210574" y="1342730"/>
                  </a:lnTo>
                  <a:lnTo>
                    <a:pt x="181209" y="1309168"/>
                  </a:lnTo>
                  <a:lnTo>
                    <a:pt x="153765" y="1274174"/>
                  </a:lnTo>
                  <a:lnTo>
                    <a:pt x="128318" y="1237815"/>
                  </a:lnTo>
                  <a:lnTo>
                    <a:pt x="104941" y="1200160"/>
                  </a:lnTo>
                  <a:lnTo>
                    <a:pt x="83710" y="1161279"/>
                  </a:lnTo>
                  <a:lnTo>
                    <a:pt x="64697" y="1121241"/>
                  </a:lnTo>
                  <a:lnTo>
                    <a:pt x="47979" y="1080113"/>
                  </a:lnTo>
                  <a:lnTo>
                    <a:pt x="33628" y="1037965"/>
                  </a:lnTo>
                  <a:lnTo>
                    <a:pt x="21720" y="994865"/>
                  </a:lnTo>
                  <a:lnTo>
                    <a:pt x="12329" y="950882"/>
                  </a:lnTo>
                  <a:lnTo>
                    <a:pt x="5529" y="906085"/>
                  </a:lnTo>
                  <a:lnTo>
                    <a:pt x="1394" y="860543"/>
                  </a:lnTo>
                  <a:lnTo>
                    <a:pt x="0" y="814324"/>
                  </a:lnTo>
                  <a:close/>
                </a:path>
              </a:pathLst>
            </a:custGeom>
            <a:ln w="15875">
              <a:solidFill>
                <a:srgbClr val="B1B1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807704" y="5432361"/>
            <a:ext cx="76644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20" dirty="0">
                <a:solidFill>
                  <a:srgbClr val="0C223B"/>
                </a:solidFill>
                <a:latin typeface="Century Gothic"/>
                <a:cs typeface="Century Gothic"/>
              </a:rPr>
              <a:t>Cost</a:t>
            </a:r>
            <a:endParaRPr sz="27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82533" y="5737542"/>
            <a:ext cx="211709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solidFill>
                  <a:srgbClr val="0C223B"/>
                </a:solidFill>
                <a:latin typeface="Century Gothic"/>
                <a:cs typeface="Century Gothic"/>
              </a:rPr>
              <a:t>Optimisation</a:t>
            </a:r>
            <a:endParaRPr sz="27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56701" y="6042723"/>
            <a:ext cx="10731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solidFill>
                  <a:srgbClr val="0C223B"/>
                </a:solidFill>
                <a:latin typeface="Century Gothic"/>
                <a:cs typeface="Century Gothic"/>
              </a:rPr>
              <a:t>Levers</a:t>
            </a:r>
            <a:endParaRPr sz="27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31706" y="4244975"/>
            <a:ext cx="864869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Cloud (Hosting/ SaaS)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38516" y="4309427"/>
            <a:ext cx="1167130" cy="43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Software/App</a:t>
            </a:r>
            <a:endParaRPr sz="1350">
              <a:latin typeface="Century Gothic"/>
              <a:cs typeface="Century Gothic"/>
            </a:endParaRPr>
          </a:p>
          <a:p>
            <a:pPr marL="60960">
              <a:lnSpc>
                <a:spcPts val="1600"/>
              </a:lnSpc>
            </a:pPr>
            <a:r>
              <a:rPr sz="13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Optimisation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59416" y="6462331"/>
            <a:ext cx="8305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Sourcing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53730" y="7052881"/>
            <a:ext cx="77406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87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Modern Delivery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94880" y="6414770"/>
            <a:ext cx="11010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Digital</a:t>
            </a:r>
            <a:endParaRPr sz="15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Automation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53909" y="5000942"/>
            <a:ext cx="118681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"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Infra</a:t>
            </a:r>
            <a:r>
              <a:rPr sz="1500" b="1" spc="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/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Hardware Optimisation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998075" y="5078412"/>
            <a:ext cx="118681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Contract</a:t>
            </a:r>
            <a:endParaRPr sz="15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Optimisation</a:t>
            </a:r>
            <a:endParaRPr sz="15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678676" y="3459098"/>
            <a:ext cx="5053965" cy="4890135"/>
            <a:chOff x="6678676" y="3459098"/>
            <a:chExt cx="5053965" cy="4890135"/>
          </a:xfrm>
        </p:grpSpPr>
        <p:sp>
          <p:nvSpPr>
            <p:cNvPr id="32" name="object 32"/>
            <p:cNvSpPr/>
            <p:nvPr/>
          </p:nvSpPr>
          <p:spPr>
            <a:xfrm>
              <a:off x="9780004" y="3533191"/>
              <a:ext cx="704215" cy="684530"/>
            </a:xfrm>
            <a:custGeom>
              <a:avLst/>
              <a:gdLst/>
              <a:ahLst/>
              <a:cxnLst/>
              <a:rect l="l" t="t" r="r" b="b"/>
              <a:pathLst>
                <a:path w="704215" h="684529">
                  <a:moveTo>
                    <a:pt x="351649" y="0"/>
                  </a:moveTo>
                  <a:lnTo>
                    <a:pt x="306298" y="1604"/>
                  </a:lnTo>
                  <a:lnTo>
                    <a:pt x="262007" y="8829"/>
                  </a:lnTo>
                  <a:lnTo>
                    <a:pt x="219325" y="21474"/>
                  </a:lnTo>
                  <a:lnTo>
                    <a:pt x="178798" y="39337"/>
                  </a:lnTo>
                  <a:lnTo>
                    <a:pt x="140977" y="62216"/>
                  </a:lnTo>
                  <a:lnTo>
                    <a:pt x="106408" y="89908"/>
                  </a:lnTo>
                  <a:lnTo>
                    <a:pt x="75639" y="122211"/>
                  </a:lnTo>
                  <a:lnTo>
                    <a:pt x="49220" y="158925"/>
                  </a:lnTo>
                  <a:lnTo>
                    <a:pt x="27697" y="199846"/>
                  </a:lnTo>
                  <a:lnTo>
                    <a:pt x="12121" y="243394"/>
                  </a:lnTo>
                  <a:lnTo>
                    <a:pt x="2963" y="287697"/>
                  </a:lnTo>
                  <a:lnTo>
                    <a:pt x="0" y="332216"/>
                  </a:lnTo>
                  <a:lnTo>
                    <a:pt x="3008" y="376409"/>
                  </a:lnTo>
                  <a:lnTo>
                    <a:pt x="11764" y="419736"/>
                  </a:lnTo>
                  <a:lnTo>
                    <a:pt x="26046" y="461656"/>
                  </a:lnTo>
                  <a:lnTo>
                    <a:pt x="45631" y="501630"/>
                  </a:lnTo>
                  <a:lnTo>
                    <a:pt x="70294" y="539115"/>
                  </a:lnTo>
                  <a:lnTo>
                    <a:pt x="99814" y="573571"/>
                  </a:lnTo>
                  <a:lnTo>
                    <a:pt x="133966" y="604458"/>
                  </a:lnTo>
                  <a:lnTo>
                    <a:pt x="172528" y="631236"/>
                  </a:lnTo>
                  <a:lnTo>
                    <a:pt x="215276" y="653363"/>
                  </a:lnTo>
                  <a:lnTo>
                    <a:pt x="260492" y="669838"/>
                  </a:lnTo>
                  <a:lnTo>
                    <a:pt x="306301" y="680089"/>
                  </a:lnTo>
                  <a:lnTo>
                    <a:pt x="352153" y="684317"/>
                  </a:lnTo>
                  <a:lnTo>
                    <a:pt x="397498" y="682723"/>
                  </a:lnTo>
                  <a:lnTo>
                    <a:pt x="441787" y="675508"/>
                  </a:lnTo>
                  <a:lnTo>
                    <a:pt x="484469" y="662872"/>
                  </a:lnTo>
                  <a:lnTo>
                    <a:pt x="524995" y="645016"/>
                  </a:lnTo>
                  <a:lnTo>
                    <a:pt x="562814" y="622140"/>
                  </a:lnTo>
                  <a:lnTo>
                    <a:pt x="597378" y="594445"/>
                  </a:lnTo>
                  <a:lnTo>
                    <a:pt x="628135" y="562132"/>
                  </a:lnTo>
                  <a:lnTo>
                    <a:pt x="654537" y="525401"/>
                  </a:lnTo>
                  <a:lnTo>
                    <a:pt x="676032" y="484453"/>
                  </a:lnTo>
                  <a:lnTo>
                    <a:pt x="691609" y="440934"/>
                  </a:lnTo>
                  <a:lnTo>
                    <a:pt x="700767" y="396655"/>
                  </a:lnTo>
                  <a:lnTo>
                    <a:pt x="703732" y="352155"/>
                  </a:lnTo>
                  <a:lnTo>
                    <a:pt x="700727" y="307975"/>
                  </a:lnTo>
                  <a:lnTo>
                    <a:pt x="691975" y="264655"/>
                  </a:lnTo>
                  <a:lnTo>
                    <a:pt x="677699" y="222738"/>
                  </a:lnTo>
                  <a:lnTo>
                    <a:pt x="658124" y="182762"/>
                  </a:lnTo>
                  <a:lnTo>
                    <a:pt x="633473" y="145269"/>
                  </a:lnTo>
                  <a:lnTo>
                    <a:pt x="603970" y="110799"/>
                  </a:lnTo>
                  <a:lnTo>
                    <a:pt x="569837" y="79893"/>
                  </a:lnTo>
                  <a:lnTo>
                    <a:pt x="531300" y="53092"/>
                  </a:lnTo>
                  <a:lnTo>
                    <a:pt x="488580" y="30936"/>
                  </a:lnTo>
                  <a:lnTo>
                    <a:pt x="443338" y="14464"/>
                  </a:lnTo>
                  <a:lnTo>
                    <a:pt x="397511" y="4219"/>
                  </a:lnTo>
                  <a:lnTo>
                    <a:pt x="351649" y="0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80004" y="3533191"/>
              <a:ext cx="704215" cy="684530"/>
            </a:xfrm>
            <a:custGeom>
              <a:avLst/>
              <a:gdLst/>
              <a:ahLst/>
              <a:cxnLst/>
              <a:rect l="l" t="t" r="r" b="b"/>
              <a:pathLst>
                <a:path w="704215" h="684529">
                  <a:moveTo>
                    <a:pt x="27697" y="199846"/>
                  </a:moveTo>
                  <a:lnTo>
                    <a:pt x="49220" y="158925"/>
                  </a:lnTo>
                  <a:lnTo>
                    <a:pt x="75639" y="122211"/>
                  </a:lnTo>
                  <a:lnTo>
                    <a:pt x="106408" y="89908"/>
                  </a:lnTo>
                  <a:lnTo>
                    <a:pt x="140977" y="62216"/>
                  </a:lnTo>
                  <a:lnTo>
                    <a:pt x="178798" y="39337"/>
                  </a:lnTo>
                  <a:lnTo>
                    <a:pt x="219325" y="21474"/>
                  </a:lnTo>
                  <a:lnTo>
                    <a:pt x="262007" y="8829"/>
                  </a:lnTo>
                  <a:lnTo>
                    <a:pt x="306298" y="1604"/>
                  </a:lnTo>
                  <a:lnTo>
                    <a:pt x="351649" y="0"/>
                  </a:lnTo>
                  <a:lnTo>
                    <a:pt x="397511" y="4219"/>
                  </a:lnTo>
                  <a:lnTo>
                    <a:pt x="443338" y="14464"/>
                  </a:lnTo>
                  <a:lnTo>
                    <a:pt x="488580" y="30936"/>
                  </a:lnTo>
                  <a:lnTo>
                    <a:pt x="531300" y="53092"/>
                  </a:lnTo>
                  <a:lnTo>
                    <a:pt x="569837" y="79893"/>
                  </a:lnTo>
                  <a:lnTo>
                    <a:pt x="603970" y="110799"/>
                  </a:lnTo>
                  <a:lnTo>
                    <a:pt x="633473" y="145269"/>
                  </a:lnTo>
                  <a:lnTo>
                    <a:pt x="658124" y="182762"/>
                  </a:lnTo>
                  <a:lnTo>
                    <a:pt x="677699" y="222738"/>
                  </a:lnTo>
                  <a:lnTo>
                    <a:pt x="691975" y="264655"/>
                  </a:lnTo>
                  <a:lnTo>
                    <a:pt x="700727" y="307975"/>
                  </a:lnTo>
                  <a:lnTo>
                    <a:pt x="703732" y="352155"/>
                  </a:lnTo>
                  <a:lnTo>
                    <a:pt x="700767" y="396655"/>
                  </a:lnTo>
                  <a:lnTo>
                    <a:pt x="691609" y="440934"/>
                  </a:lnTo>
                  <a:lnTo>
                    <a:pt x="676032" y="484453"/>
                  </a:lnTo>
                  <a:lnTo>
                    <a:pt x="654537" y="525401"/>
                  </a:lnTo>
                  <a:lnTo>
                    <a:pt x="628135" y="562132"/>
                  </a:lnTo>
                  <a:lnTo>
                    <a:pt x="597378" y="594445"/>
                  </a:lnTo>
                  <a:lnTo>
                    <a:pt x="562814" y="622140"/>
                  </a:lnTo>
                  <a:lnTo>
                    <a:pt x="524995" y="645016"/>
                  </a:lnTo>
                  <a:lnTo>
                    <a:pt x="484469" y="662872"/>
                  </a:lnTo>
                  <a:lnTo>
                    <a:pt x="441787" y="675508"/>
                  </a:lnTo>
                  <a:lnTo>
                    <a:pt x="397498" y="682723"/>
                  </a:lnTo>
                  <a:lnTo>
                    <a:pt x="352153" y="684317"/>
                  </a:lnTo>
                  <a:lnTo>
                    <a:pt x="306301" y="680089"/>
                  </a:lnTo>
                  <a:lnTo>
                    <a:pt x="260492" y="669838"/>
                  </a:lnTo>
                  <a:lnTo>
                    <a:pt x="215276" y="653363"/>
                  </a:lnTo>
                  <a:lnTo>
                    <a:pt x="172528" y="631236"/>
                  </a:lnTo>
                  <a:lnTo>
                    <a:pt x="133966" y="604458"/>
                  </a:lnTo>
                  <a:lnTo>
                    <a:pt x="99814" y="573571"/>
                  </a:lnTo>
                  <a:lnTo>
                    <a:pt x="70294" y="539115"/>
                  </a:lnTo>
                  <a:lnTo>
                    <a:pt x="45631" y="501630"/>
                  </a:lnTo>
                  <a:lnTo>
                    <a:pt x="26046" y="461656"/>
                  </a:lnTo>
                  <a:lnTo>
                    <a:pt x="11764" y="419736"/>
                  </a:lnTo>
                  <a:lnTo>
                    <a:pt x="3008" y="376409"/>
                  </a:lnTo>
                  <a:lnTo>
                    <a:pt x="0" y="332216"/>
                  </a:lnTo>
                  <a:lnTo>
                    <a:pt x="2963" y="287697"/>
                  </a:lnTo>
                  <a:lnTo>
                    <a:pt x="12121" y="243394"/>
                  </a:lnTo>
                  <a:lnTo>
                    <a:pt x="27697" y="199846"/>
                  </a:lnTo>
                  <a:close/>
                </a:path>
              </a:pathLst>
            </a:custGeom>
            <a:ln w="63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025364" y="6467127"/>
              <a:ext cx="704215" cy="684530"/>
            </a:xfrm>
            <a:custGeom>
              <a:avLst/>
              <a:gdLst/>
              <a:ahLst/>
              <a:cxnLst/>
              <a:rect l="l" t="t" r="r" b="b"/>
              <a:pathLst>
                <a:path w="704215" h="684529">
                  <a:moveTo>
                    <a:pt x="351526" y="0"/>
                  </a:moveTo>
                  <a:lnTo>
                    <a:pt x="306177" y="1593"/>
                  </a:lnTo>
                  <a:lnTo>
                    <a:pt x="261891" y="8809"/>
                  </a:lnTo>
                  <a:lnTo>
                    <a:pt x="219215" y="21445"/>
                  </a:lnTo>
                  <a:lnTo>
                    <a:pt x="178699" y="39301"/>
                  </a:lnTo>
                  <a:lnTo>
                    <a:pt x="140889" y="62177"/>
                  </a:lnTo>
                  <a:lnTo>
                    <a:pt x="106336" y="89872"/>
                  </a:lnTo>
                  <a:lnTo>
                    <a:pt x="75588" y="122185"/>
                  </a:lnTo>
                  <a:lnTo>
                    <a:pt x="49193" y="158916"/>
                  </a:lnTo>
                  <a:lnTo>
                    <a:pt x="27699" y="199864"/>
                  </a:lnTo>
                  <a:lnTo>
                    <a:pt x="12123" y="243382"/>
                  </a:lnTo>
                  <a:lnTo>
                    <a:pt x="2964" y="287662"/>
                  </a:lnTo>
                  <a:lnTo>
                    <a:pt x="0" y="332162"/>
                  </a:lnTo>
                  <a:lnTo>
                    <a:pt x="3005" y="376342"/>
                  </a:lnTo>
                  <a:lnTo>
                    <a:pt x="11757" y="419661"/>
                  </a:lnTo>
                  <a:lnTo>
                    <a:pt x="26033" y="461579"/>
                  </a:lnTo>
                  <a:lnTo>
                    <a:pt x="45607" y="501555"/>
                  </a:lnTo>
                  <a:lnTo>
                    <a:pt x="70259" y="539048"/>
                  </a:lnTo>
                  <a:lnTo>
                    <a:pt x="99762" y="573518"/>
                  </a:lnTo>
                  <a:lnTo>
                    <a:pt x="133894" y="604423"/>
                  </a:lnTo>
                  <a:lnTo>
                    <a:pt x="172432" y="631225"/>
                  </a:lnTo>
                  <a:lnTo>
                    <a:pt x="215151" y="653381"/>
                  </a:lnTo>
                  <a:lnTo>
                    <a:pt x="260394" y="669853"/>
                  </a:lnTo>
                  <a:lnTo>
                    <a:pt x="306220" y="680098"/>
                  </a:lnTo>
                  <a:lnTo>
                    <a:pt x="352081" y="684317"/>
                  </a:lnTo>
                  <a:lnTo>
                    <a:pt x="397429" y="682713"/>
                  </a:lnTo>
                  <a:lnTo>
                    <a:pt x="441716" y="675487"/>
                  </a:lnTo>
                  <a:lnTo>
                    <a:pt x="484391" y="662842"/>
                  </a:lnTo>
                  <a:lnTo>
                    <a:pt x="524908" y="644980"/>
                  </a:lnTo>
                  <a:lnTo>
                    <a:pt x="562717" y="622101"/>
                  </a:lnTo>
                  <a:lnTo>
                    <a:pt x="597271" y="594409"/>
                  </a:lnTo>
                  <a:lnTo>
                    <a:pt x="628019" y="562105"/>
                  </a:lnTo>
                  <a:lnTo>
                    <a:pt x="654414" y="525392"/>
                  </a:lnTo>
                  <a:lnTo>
                    <a:pt x="675907" y="484471"/>
                  </a:lnTo>
                  <a:lnTo>
                    <a:pt x="691484" y="440923"/>
                  </a:lnTo>
                  <a:lnTo>
                    <a:pt x="700642" y="396620"/>
                  </a:lnTo>
                  <a:lnTo>
                    <a:pt x="703607" y="352101"/>
                  </a:lnTo>
                  <a:lnTo>
                    <a:pt x="700602" y="307908"/>
                  </a:lnTo>
                  <a:lnTo>
                    <a:pt x="691850" y="264581"/>
                  </a:lnTo>
                  <a:lnTo>
                    <a:pt x="677574" y="222660"/>
                  </a:lnTo>
                  <a:lnTo>
                    <a:pt x="657999" y="182687"/>
                  </a:lnTo>
                  <a:lnTo>
                    <a:pt x="633348" y="145202"/>
                  </a:lnTo>
                  <a:lnTo>
                    <a:pt x="603845" y="110745"/>
                  </a:lnTo>
                  <a:lnTo>
                    <a:pt x="569712" y="79858"/>
                  </a:lnTo>
                  <a:lnTo>
                    <a:pt x="531175" y="53081"/>
                  </a:lnTo>
                  <a:lnTo>
                    <a:pt x="488455" y="30954"/>
                  </a:lnTo>
                  <a:lnTo>
                    <a:pt x="443213" y="14479"/>
                  </a:lnTo>
                  <a:lnTo>
                    <a:pt x="397387" y="4228"/>
                  </a:lnTo>
                  <a:lnTo>
                    <a:pt x="351526" y="0"/>
                  </a:lnTo>
                  <a:close/>
                </a:path>
              </a:pathLst>
            </a:custGeom>
            <a:solidFill>
              <a:srgbClr val="AA6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025364" y="6467127"/>
              <a:ext cx="704215" cy="684530"/>
            </a:xfrm>
            <a:custGeom>
              <a:avLst/>
              <a:gdLst/>
              <a:ahLst/>
              <a:cxnLst/>
              <a:rect l="l" t="t" r="r" b="b"/>
              <a:pathLst>
                <a:path w="704215" h="684529">
                  <a:moveTo>
                    <a:pt x="27699" y="199864"/>
                  </a:moveTo>
                  <a:lnTo>
                    <a:pt x="49193" y="158916"/>
                  </a:lnTo>
                  <a:lnTo>
                    <a:pt x="75588" y="122185"/>
                  </a:lnTo>
                  <a:lnTo>
                    <a:pt x="106336" y="89872"/>
                  </a:lnTo>
                  <a:lnTo>
                    <a:pt x="140889" y="62177"/>
                  </a:lnTo>
                  <a:lnTo>
                    <a:pt x="178699" y="39301"/>
                  </a:lnTo>
                  <a:lnTo>
                    <a:pt x="219215" y="21445"/>
                  </a:lnTo>
                  <a:lnTo>
                    <a:pt x="261891" y="8809"/>
                  </a:lnTo>
                  <a:lnTo>
                    <a:pt x="306177" y="1593"/>
                  </a:lnTo>
                  <a:lnTo>
                    <a:pt x="351526" y="0"/>
                  </a:lnTo>
                  <a:lnTo>
                    <a:pt x="397387" y="4228"/>
                  </a:lnTo>
                  <a:lnTo>
                    <a:pt x="443213" y="14479"/>
                  </a:lnTo>
                  <a:lnTo>
                    <a:pt x="488455" y="30954"/>
                  </a:lnTo>
                  <a:lnTo>
                    <a:pt x="531175" y="53081"/>
                  </a:lnTo>
                  <a:lnTo>
                    <a:pt x="569712" y="79858"/>
                  </a:lnTo>
                  <a:lnTo>
                    <a:pt x="603845" y="110745"/>
                  </a:lnTo>
                  <a:lnTo>
                    <a:pt x="633348" y="145202"/>
                  </a:lnTo>
                  <a:lnTo>
                    <a:pt x="657999" y="182687"/>
                  </a:lnTo>
                  <a:lnTo>
                    <a:pt x="677574" y="222660"/>
                  </a:lnTo>
                  <a:lnTo>
                    <a:pt x="691850" y="264581"/>
                  </a:lnTo>
                  <a:lnTo>
                    <a:pt x="700602" y="307908"/>
                  </a:lnTo>
                  <a:lnTo>
                    <a:pt x="703607" y="352101"/>
                  </a:lnTo>
                  <a:lnTo>
                    <a:pt x="700642" y="396620"/>
                  </a:lnTo>
                  <a:lnTo>
                    <a:pt x="691484" y="440923"/>
                  </a:lnTo>
                  <a:lnTo>
                    <a:pt x="675907" y="484471"/>
                  </a:lnTo>
                  <a:lnTo>
                    <a:pt x="654414" y="525392"/>
                  </a:lnTo>
                  <a:lnTo>
                    <a:pt x="628019" y="562105"/>
                  </a:lnTo>
                  <a:lnTo>
                    <a:pt x="597271" y="594409"/>
                  </a:lnTo>
                  <a:lnTo>
                    <a:pt x="562717" y="622101"/>
                  </a:lnTo>
                  <a:lnTo>
                    <a:pt x="524908" y="644980"/>
                  </a:lnTo>
                  <a:lnTo>
                    <a:pt x="484391" y="662842"/>
                  </a:lnTo>
                  <a:lnTo>
                    <a:pt x="441716" y="675487"/>
                  </a:lnTo>
                  <a:lnTo>
                    <a:pt x="397429" y="682713"/>
                  </a:lnTo>
                  <a:lnTo>
                    <a:pt x="352081" y="684317"/>
                  </a:lnTo>
                  <a:lnTo>
                    <a:pt x="306220" y="680098"/>
                  </a:lnTo>
                  <a:lnTo>
                    <a:pt x="260394" y="669853"/>
                  </a:lnTo>
                  <a:lnTo>
                    <a:pt x="215151" y="653381"/>
                  </a:lnTo>
                  <a:lnTo>
                    <a:pt x="172432" y="631225"/>
                  </a:lnTo>
                  <a:lnTo>
                    <a:pt x="133894" y="604423"/>
                  </a:lnTo>
                  <a:lnTo>
                    <a:pt x="99762" y="573518"/>
                  </a:lnTo>
                  <a:lnTo>
                    <a:pt x="70259" y="539048"/>
                  </a:lnTo>
                  <a:lnTo>
                    <a:pt x="45607" y="501555"/>
                  </a:lnTo>
                  <a:lnTo>
                    <a:pt x="26033" y="461579"/>
                  </a:lnTo>
                  <a:lnTo>
                    <a:pt x="11757" y="419661"/>
                  </a:lnTo>
                  <a:lnTo>
                    <a:pt x="3005" y="376342"/>
                  </a:lnTo>
                  <a:lnTo>
                    <a:pt x="0" y="332162"/>
                  </a:lnTo>
                  <a:lnTo>
                    <a:pt x="2964" y="287662"/>
                  </a:lnTo>
                  <a:lnTo>
                    <a:pt x="12123" y="243382"/>
                  </a:lnTo>
                  <a:lnTo>
                    <a:pt x="27699" y="19986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15351" y="7567548"/>
              <a:ext cx="714375" cy="676275"/>
            </a:xfrm>
            <a:custGeom>
              <a:avLst/>
              <a:gdLst/>
              <a:ahLst/>
              <a:cxnLst/>
              <a:rect l="l" t="t" r="r" b="b"/>
              <a:pathLst>
                <a:path w="714375" h="676275">
                  <a:moveTo>
                    <a:pt x="357124" y="0"/>
                  </a:moveTo>
                  <a:lnTo>
                    <a:pt x="308665" y="3089"/>
                  </a:lnTo>
                  <a:lnTo>
                    <a:pt x="262187" y="12087"/>
                  </a:lnTo>
                  <a:lnTo>
                    <a:pt x="218116" y="26590"/>
                  </a:lnTo>
                  <a:lnTo>
                    <a:pt x="176878" y="46195"/>
                  </a:lnTo>
                  <a:lnTo>
                    <a:pt x="138897" y="70496"/>
                  </a:lnTo>
                  <a:lnTo>
                    <a:pt x="104600" y="99091"/>
                  </a:lnTo>
                  <a:lnTo>
                    <a:pt x="74412" y="131576"/>
                  </a:lnTo>
                  <a:lnTo>
                    <a:pt x="48758" y="167545"/>
                  </a:lnTo>
                  <a:lnTo>
                    <a:pt x="28065" y="206597"/>
                  </a:lnTo>
                  <a:lnTo>
                    <a:pt x="12757" y="248326"/>
                  </a:lnTo>
                  <a:lnTo>
                    <a:pt x="3260" y="292328"/>
                  </a:lnTo>
                  <a:lnTo>
                    <a:pt x="0" y="338200"/>
                  </a:lnTo>
                  <a:lnTo>
                    <a:pt x="3260" y="384070"/>
                  </a:lnTo>
                  <a:lnTo>
                    <a:pt x="12757" y="428066"/>
                  </a:lnTo>
                  <a:lnTo>
                    <a:pt x="28065" y="469784"/>
                  </a:lnTo>
                  <a:lnTo>
                    <a:pt x="48758" y="508823"/>
                  </a:lnTo>
                  <a:lnTo>
                    <a:pt x="74412" y="544778"/>
                  </a:lnTo>
                  <a:lnTo>
                    <a:pt x="104600" y="577246"/>
                  </a:lnTo>
                  <a:lnTo>
                    <a:pt x="138897" y="605826"/>
                  </a:lnTo>
                  <a:lnTo>
                    <a:pt x="176878" y="630112"/>
                  </a:lnTo>
                  <a:lnTo>
                    <a:pt x="218116" y="649704"/>
                  </a:lnTo>
                  <a:lnTo>
                    <a:pt x="262187" y="664197"/>
                  </a:lnTo>
                  <a:lnTo>
                    <a:pt x="308665" y="673188"/>
                  </a:lnTo>
                  <a:lnTo>
                    <a:pt x="357124" y="676275"/>
                  </a:lnTo>
                  <a:lnTo>
                    <a:pt x="405585" y="673188"/>
                  </a:lnTo>
                  <a:lnTo>
                    <a:pt x="452070" y="664197"/>
                  </a:lnTo>
                  <a:lnTo>
                    <a:pt x="496151" y="649704"/>
                  </a:lnTo>
                  <a:lnTo>
                    <a:pt x="537402" y="630112"/>
                  </a:lnTo>
                  <a:lnTo>
                    <a:pt x="575398" y="605826"/>
                  </a:lnTo>
                  <a:lnTo>
                    <a:pt x="609711" y="577246"/>
                  </a:lnTo>
                  <a:lnTo>
                    <a:pt x="639915" y="544778"/>
                  </a:lnTo>
                  <a:lnTo>
                    <a:pt x="665583" y="508823"/>
                  </a:lnTo>
                  <a:lnTo>
                    <a:pt x="686290" y="469784"/>
                  </a:lnTo>
                  <a:lnTo>
                    <a:pt x="701608" y="428066"/>
                  </a:lnTo>
                  <a:lnTo>
                    <a:pt x="711112" y="384070"/>
                  </a:lnTo>
                  <a:lnTo>
                    <a:pt x="714375" y="338200"/>
                  </a:lnTo>
                  <a:lnTo>
                    <a:pt x="711112" y="292328"/>
                  </a:lnTo>
                  <a:lnTo>
                    <a:pt x="701608" y="248326"/>
                  </a:lnTo>
                  <a:lnTo>
                    <a:pt x="686290" y="206597"/>
                  </a:lnTo>
                  <a:lnTo>
                    <a:pt x="665583" y="167545"/>
                  </a:lnTo>
                  <a:lnTo>
                    <a:pt x="639915" y="131576"/>
                  </a:lnTo>
                  <a:lnTo>
                    <a:pt x="609711" y="99091"/>
                  </a:lnTo>
                  <a:lnTo>
                    <a:pt x="575398" y="70496"/>
                  </a:lnTo>
                  <a:lnTo>
                    <a:pt x="537402" y="46195"/>
                  </a:lnTo>
                  <a:lnTo>
                    <a:pt x="496151" y="26590"/>
                  </a:lnTo>
                  <a:lnTo>
                    <a:pt x="452070" y="12087"/>
                  </a:lnTo>
                  <a:lnTo>
                    <a:pt x="405585" y="3089"/>
                  </a:lnTo>
                  <a:lnTo>
                    <a:pt x="357124" y="0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15351" y="7567548"/>
              <a:ext cx="714375" cy="676275"/>
            </a:xfrm>
            <a:custGeom>
              <a:avLst/>
              <a:gdLst/>
              <a:ahLst/>
              <a:cxnLst/>
              <a:rect l="l" t="t" r="r" b="b"/>
              <a:pathLst>
                <a:path w="714375" h="676275">
                  <a:moveTo>
                    <a:pt x="0" y="338200"/>
                  </a:moveTo>
                  <a:lnTo>
                    <a:pt x="3260" y="292328"/>
                  </a:lnTo>
                  <a:lnTo>
                    <a:pt x="12757" y="248326"/>
                  </a:lnTo>
                  <a:lnTo>
                    <a:pt x="28065" y="206597"/>
                  </a:lnTo>
                  <a:lnTo>
                    <a:pt x="48758" y="167545"/>
                  </a:lnTo>
                  <a:lnTo>
                    <a:pt x="74412" y="131576"/>
                  </a:lnTo>
                  <a:lnTo>
                    <a:pt x="104600" y="99091"/>
                  </a:lnTo>
                  <a:lnTo>
                    <a:pt x="138897" y="70496"/>
                  </a:lnTo>
                  <a:lnTo>
                    <a:pt x="176878" y="46195"/>
                  </a:lnTo>
                  <a:lnTo>
                    <a:pt x="218116" y="26590"/>
                  </a:lnTo>
                  <a:lnTo>
                    <a:pt x="262187" y="12087"/>
                  </a:lnTo>
                  <a:lnTo>
                    <a:pt x="308665" y="3089"/>
                  </a:lnTo>
                  <a:lnTo>
                    <a:pt x="357124" y="0"/>
                  </a:lnTo>
                  <a:lnTo>
                    <a:pt x="405585" y="3089"/>
                  </a:lnTo>
                  <a:lnTo>
                    <a:pt x="452070" y="12087"/>
                  </a:lnTo>
                  <a:lnTo>
                    <a:pt x="496151" y="26590"/>
                  </a:lnTo>
                  <a:lnTo>
                    <a:pt x="537402" y="46195"/>
                  </a:lnTo>
                  <a:lnTo>
                    <a:pt x="575398" y="70496"/>
                  </a:lnTo>
                  <a:lnTo>
                    <a:pt x="609711" y="99091"/>
                  </a:lnTo>
                  <a:lnTo>
                    <a:pt x="639915" y="131576"/>
                  </a:lnTo>
                  <a:lnTo>
                    <a:pt x="665583" y="167545"/>
                  </a:lnTo>
                  <a:lnTo>
                    <a:pt x="686290" y="206597"/>
                  </a:lnTo>
                  <a:lnTo>
                    <a:pt x="701608" y="248326"/>
                  </a:lnTo>
                  <a:lnTo>
                    <a:pt x="711112" y="292328"/>
                  </a:lnTo>
                  <a:lnTo>
                    <a:pt x="714375" y="338200"/>
                  </a:lnTo>
                  <a:lnTo>
                    <a:pt x="711112" y="384070"/>
                  </a:lnTo>
                  <a:lnTo>
                    <a:pt x="701608" y="428066"/>
                  </a:lnTo>
                  <a:lnTo>
                    <a:pt x="686290" y="469784"/>
                  </a:lnTo>
                  <a:lnTo>
                    <a:pt x="665583" y="508823"/>
                  </a:lnTo>
                  <a:lnTo>
                    <a:pt x="639915" y="544778"/>
                  </a:lnTo>
                  <a:lnTo>
                    <a:pt x="609711" y="577246"/>
                  </a:lnTo>
                  <a:lnTo>
                    <a:pt x="575398" y="605826"/>
                  </a:lnTo>
                  <a:lnTo>
                    <a:pt x="537402" y="630112"/>
                  </a:lnTo>
                  <a:lnTo>
                    <a:pt x="496151" y="649704"/>
                  </a:lnTo>
                  <a:lnTo>
                    <a:pt x="452070" y="664197"/>
                  </a:lnTo>
                  <a:lnTo>
                    <a:pt x="405585" y="673188"/>
                  </a:lnTo>
                  <a:lnTo>
                    <a:pt x="357124" y="676275"/>
                  </a:lnTo>
                  <a:lnTo>
                    <a:pt x="308665" y="673188"/>
                  </a:lnTo>
                  <a:lnTo>
                    <a:pt x="262187" y="664197"/>
                  </a:lnTo>
                  <a:lnTo>
                    <a:pt x="218116" y="649704"/>
                  </a:lnTo>
                  <a:lnTo>
                    <a:pt x="176878" y="630112"/>
                  </a:lnTo>
                  <a:lnTo>
                    <a:pt x="138897" y="605826"/>
                  </a:lnTo>
                  <a:lnTo>
                    <a:pt x="104600" y="577246"/>
                  </a:lnTo>
                  <a:lnTo>
                    <a:pt x="74412" y="544778"/>
                  </a:lnTo>
                  <a:lnTo>
                    <a:pt x="48758" y="508823"/>
                  </a:lnTo>
                  <a:lnTo>
                    <a:pt x="28065" y="469784"/>
                  </a:lnTo>
                  <a:lnTo>
                    <a:pt x="12757" y="428066"/>
                  </a:lnTo>
                  <a:lnTo>
                    <a:pt x="3260" y="384070"/>
                  </a:lnTo>
                  <a:lnTo>
                    <a:pt x="0" y="33820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81851" y="6719823"/>
              <a:ext cx="704850" cy="676275"/>
            </a:xfrm>
            <a:custGeom>
              <a:avLst/>
              <a:gdLst/>
              <a:ahLst/>
              <a:cxnLst/>
              <a:rect l="l" t="t" r="r" b="b"/>
              <a:pathLst>
                <a:path w="704850" h="676275">
                  <a:moveTo>
                    <a:pt x="352425" y="0"/>
                  </a:moveTo>
                  <a:lnTo>
                    <a:pt x="304592" y="3089"/>
                  </a:lnTo>
                  <a:lnTo>
                    <a:pt x="258718" y="12087"/>
                  </a:lnTo>
                  <a:lnTo>
                    <a:pt x="215223" y="26590"/>
                  </a:lnTo>
                  <a:lnTo>
                    <a:pt x="174526" y="46195"/>
                  </a:lnTo>
                  <a:lnTo>
                    <a:pt x="137046" y="70496"/>
                  </a:lnTo>
                  <a:lnTo>
                    <a:pt x="103203" y="99091"/>
                  </a:lnTo>
                  <a:lnTo>
                    <a:pt x="73416" y="131576"/>
                  </a:lnTo>
                  <a:lnTo>
                    <a:pt x="48104" y="167545"/>
                  </a:lnTo>
                  <a:lnTo>
                    <a:pt x="27687" y="206597"/>
                  </a:lnTo>
                  <a:lnTo>
                    <a:pt x="12585" y="248326"/>
                  </a:lnTo>
                  <a:lnTo>
                    <a:pt x="3216" y="292328"/>
                  </a:lnTo>
                  <a:lnTo>
                    <a:pt x="0" y="338200"/>
                  </a:lnTo>
                  <a:lnTo>
                    <a:pt x="3216" y="384070"/>
                  </a:lnTo>
                  <a:lnTo>
                    <a:pt x="12585" y="428066"/>
                  </a:lnTo>
                  <a:lnTo>
                    <a:pt x="27687" y="469784"/>
                  </a:lnTo>
                  <a:lnTo>
                    <a:pt x="48104" y="508823"/>
                  </a:lnTo>
                  <a:lnTo>
                    <a:pt x="73416" y="544778"/>
                  </a:lnTo>
                  <a:lnTo>
                    <a:pt x="103203" y="577246"/>
                  </a:lnTo>
                  <a:lnTo>
                    <a:pt x="137046" y="605826"/>
                  </a:lnTo>
                  <a:lnTo>
                    <a:pt x="174526" y="630112"/>
                  </a:lnTo>
                  <a:lnTo>
                    <a:pt x="215223" y="649704"/>
                  </a:lnTo>
                  <a:lnTo>
                    <a:pt x="258718" y="664197"/>
                  </a:lnTo>
                  <a:lnTo>
                    <a:pt x="304592" y="673188"/>
                  </a:lnTo>
                  <a:lnTo>
                    <a:pt x="352425" y="676275"/>
                  </a:lnTo>
                  <a:lnTo>
                    <a:pt x="400231" y="673188"/>
                  </a:lnTo>
                  <a:lnTo>
                    <a:pt x="446087" y="664197"/>
                  </a:lnTo>
                  <a:lnTo>
                    <a:pt x="489573" y="649704"/>
                  </a:lnTo>
                  <a:lnTo>
                    <a:pt x="530267" y="630112"/>
                  </a:lnTo>
                  <a:lnTo>
                    <a:pt x="567749" y="605826"/>
                  </a:lnTo>
                  <a:lnTo>
                    <a:pt x="601598" y="577246"/>
                  </a:lnTo>
                  <a:lnTo>
                    <a:pt x="631395" y="544778"/>
                  </a:lnTo>
                  <a:lnTo>
                    <a:pt x="656716" y="508823"/>
                  </a:lnTo>
                  <a:lnTo>
                    <a:pt x="677144" y="469784"/>
                  </a:lnTo>
                  <a:lnTo>
                    <a:pt x="692255" y="428066"/>
                  </a:lnTo>
                  <a:lnTo>
                    <a:pt x="701631" y="384070"/>
                  </a:lnTo>
                  <a:lnTo>
                    <a:pt x="704850" y="338200"/>
                  </a:lnTo>
                  <a:lnTo>
                    <a:pt x="701631" y="292328"/>
                  </a:lnTo>
                  <a:lnTo>
                    <a:pt x="692255" y="248326"/>
                  </a:lnTo>
                  <a:lnTo>
                    <a:pt x="677144" y="206597"/>
                  </a:lnTo>
                  <a:lnTo>
                    <a:pt x="656717" y="167545"/>
                  </a:lnTo>
                  <a:lnTo>
                    <a:pt x="631395" y="131576"/>
                  </a:lnTo>
                  <a:lnTo>
                    <a:pt x="601599" y="99091"/>
                  </a:lnTo>
                  <a:lnTo>
                    <a:pt x="567749" y="70496"/>
                  </a:lnTo>
                  <a:lnTo>
                    <a:pt x="530267" y="46195"/>
                  </a:lnTo>
                  <a:lnTo>
                    <a:pt x="489573" y="26590"/>
                  </a:lnTo>
                  <a:lnTo>
                    <a:pt x="446087" y="12087"/>
                  </a:lnTo>
                  <a:lnTo>
                    <a:pt x="400231" y="3089"/>
                  </a:lnTo>
                  <a:lnTo>
                    <a:pt x="352425" y="0"/>
                  </a:lnTo>
                  <a:close/>
                </a:path>
              </a:pathLst>
            </a:custGeom>
            <a:solidFill>
              <a:srgbClr val="00C0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81851" y="6719823"/>
              <a:ext cx="704850" cy="676275"/>
            </a:xfrm>
            <a:custGeom>
              <a:avLst/>
              <a:gdLst/>
              <a:ahLst/>
              <a:cxnLst/>
              <a:rect l="l" t="t" r="r" b="b"/>
              <a:pathLst>
                <a:path w="704850" h="676275">
                  <a:moveTo>
                    <a:pt x="0" y="338200"/>
                  </a:moveTo>
                  <a:lnTo>
                    <a:pt x="3216" y="292328"/>
                  </a:lnTo>
                  <a:lnTo>
                    <a:pt x="12585" y="248326"/>
                  </a:lnTo>
                  <a:lnTo>
                    <a:pt x="27687" y="206597"/>
                  </a:lnTo>
                  <a:lnTo>
                    <a:pt x="48104" y="167545"/>
                  </a:lnTo>
                  <a:lnTo>
                    <a:pt x="73416" y="131576"/>
                  </a:lnTo>
                  <a:lnTo>
                    <a:pt x="103203" y="99091"/>
                  </a:lnTo>
                  <a:lnTo>
                    <a:pt x="137046" y="70496"/>
                  </a:lnTo>
                  <a:lnTo>
                    <a:pt x="174526" y="46195"/>
                  </a:lnTo>
                  <a:lnTo>
                    <a:pt x="215223" y="26590"/>
                  </a:lnTo>
                  <a:lnTo>
                    <a:pt x="258718" y="12087"/>
                  </a:lnTo>
                  <a:lnTo>
                    <a:pt x="304592" y="3089"/>
                  </a:lnTo>
                  <a:lnTo>
                    <a:pt x="352425" y="0"/>
                  </a:lnTo>
                  <a:lnTo>
                    <a:pt x="400231" y="3089"/>
                  </a:lnTo>
                  <a:lnTo>
                    <a:pt x="446087" y="12087"/>
                  </a:lnTo>
                  <a:lnTo>
                    <a:pt x="489573" y="26590"/>
                  </a:lnTo>
                  <a:lnTo>
                    <a:pt x="530267" y="46195"/>
                  </a:lnTo>
                  <a:lnTo>
                    <a:pt x="567749" y="70496"/>
                  </a:lnTo>
                  <a:lnTo>
                    <a:pt x="601599" y="99091"/>
                  </a:lnTo>
                  <a:lnTo>
                    <a:pt x="631395" y="131576"/>
                  </a:lnTo>
                  <a:lnTo>
                    <a:pt x="656717" y="167545"/>
                  </a:lnTo>
                  <a:lnTo>
                    <a:pt x="677144" y="206597"/>
                  </a:lnTo>
                  <a:lnTo>
                    <a:pt x="692255" y="248326"/>
                  </a:lnTo>
                  <a:lnTo>
                    <a:pt x="701631" y="292328"/>
                  </a:lnTo>
                  <a:lnTo>
                    <a:pt x="704850" y="338200"/>
                  </a:lnTo>
                  <a:lnTo>
                    <a:pt x="701631" y="384070"/>
                  </a:lnTo>
                  <a:lnTo>
                    <a:pt x="692255" y="428066"/>
                  </a:lnTo>
                  <a:lnTo>
                    <a:pt x="677144" y="469784"/>
                  </a:lnTo>
                  <a:lnTo>
                    <a:pt x="656716" y="508823"/>
                  </a:lnTo>
                  <a:lnTo>
                    <a:pt x="631395" y="544778"/>
                  </a:lnTo>
                  <a:lnTo>
                    <a:pt x="601598" y="577246"/>
                  </a:lnTo>
                  <a:lnTo>
                    <a:pt x="567749" y="605826"/>
                  </a:lnTo>
                  <a:lnTo>
                    <a:pt x="530267" y="630112"/>
                  </a:lnTo>
                  <a:lnTo>
                    <a:pt x="489573" y="649704"/>
                  </a:lnTo>
                  <a:lnTo>
                    <a:pt x="446087" y="664197"/>
                  </a:lnTo>
                  <a:lnTo>
                    <a:pt x="400231" y="673188"/>
                  </a:lnTo>
                  <a:lnTo>
                    <a:pt x="352425" y="676275"/>
                  </a:lnTo>
                  <a:lnTo>
                    <a:pt x="304592" y="673188"/>
                  </a:lnTo>
                  <a:lnTo>
                    <a:pt x="258718" y="664197"/>
                  </a:lnTo>
                  <a:lnTo>
                    <a:pt x="215223" y="649704"/>
                  </a:lnTo>
                  <a:lnTo>
                    <a:pt x="174526" y="630112"/>
                  </a:lnTo>
                  <a:lnTo>
                    <a:pt x="137046" y="605826"/>
                  </a:lnTo>
                  <a:lnTo>
                    <a:pt x="103203" y="577246"/>
                  </a:lnTo>
                  <a:lnTo>
                    <a:pt x="73416" y="544778"/>
                  </a:lnTo>
                  <a:lnTo>
                    <a:pt x="48104" y="508823"/>
                  </a:lnTo>
                  <a:lnTo>
                    <a:pt x="27687" y="469784"/>
                  </a:lnTo>
                  <a:lnTo>
                    <a:pt x="12585" y="428066"/>
                  </a:lnTo>
                  <a:lnTo>
                    <a:pt x="3216" y="384070"/>
                  </a:lnTo>
                  <a:lnTo>
                    <a:pt x="0" y="33820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02919" y="4570255"/>
              <a:ext cx="704215" cy="684530"/>
            </a:xfrm>
            <a:custGeom>
              <a:avLst/>
              <a:gdLst/>
              <a:ahLst/>
              <a:cxnLst/>
              <a:rect l="l" t="t" r="r" b="b"/>
              <a:pathLst>
                <a:path w="704215" h="684529">
                  <a:moveTo>
                    <a:pt x="351526" y="0"/>
                  </a:moveTo>
                  <a:lnTo>
                    <a:pt x="306177" y="1593"/>
                  </a:lnTo>
                  <a:lnTo>
                    <a:pt x="261891" y="8809"/>
                  </a:lnTo>
                  <a:lnTo>
                    <a:pt x="219215" y="21445"/>
                  </a:lnTo>
                  <a:lnTo>
                    <a:pt x="178699" y="39301"/>
                  </a:lnTo>
                  <a:lnTo>
                    <a:pt x="140889" y="62177"/>
                  </a:lnTo>
                  <a:lnTo>
                    <a:pt x="106336" y="89872"/>
                  </a:lnTo>
                  <a:lnTo>
                    <a:pt x="75588" y="122185"/>
                  </a:lnTo>
                  <a:lnTo>
                    <a:pt x="49193" y="158916"/>
                  </a:lnTo>
                  <a:lnTo>
                    <a:pt x="27699" y="199864"/>
                  </a:lnTo>
                  <a:lnTo>
                    <a:pt x="12123" y="243382"/>
                  </a:lnTo>
                  <a:lnTo>
                    <a:pt x="2964" y="287662"/>
                  </a:lnTo>
                  <a:lnTo>
                    <a:pt x="0" y="332162"/>
                  </a:lnTo>
                  <a:lnTo>
                    <a:pt x="3005" y="376342"/>
                  </a:lnTo>
                  <a:lnTo>
                    <a:pt x="11757" y="419661"/>
                  </a:lnTo>
                  <a:lnTo>
                    <a:pt x="26033" y="461579"/>
                  </a:lnTo>
                  <a:lnTo>
                    <a:pt x="45607" y="501555"/>
                  </a:lnTo>
                  <a:lnTo>
                    <a:pt x="70259" y="539048"/>
                  </a:lnTo>
                  <a:lnTo>
                    <a:pt x="99762" y="573518"/>
                  </a:lnTo>
                  <a:lnTo>
                    <a:pt x="133894" y="604423"/>
                  </a:lnTo>
                  <a:lnTo>
                    <a:pt x="172432" y="631225"/>
                  </a:lnTo>
                  <a:lnTo>
                    <a:pt x="215151" y="653381"/>
                  </a:lnTo>
                  <a:lnTo>
                    <a:pt x="260394" y="669853"/>
                  </a:lnTo>
                  <a:lnTo>
                    <a:pt x="306220" y="680098"/>
                  </a:lnTo>
                  <a:lnTo>
                    <a:pt x="352081" y="684317"/>
                  </a:lnTo>
                  <a:lnTo>
                    <a:pt x="397429" y="682713"/>
                  </a:lnTo>
                  <a:lnTo>
                    <a:pt x="441716" y="675487"/>
                  </a:lnTo>
                  <a:lnTo>
                    <a:pt x="484391" y="662842"/>
                  </a:lnTo>
                  <a:lnTo>
                    <a:pt x="524908" y="644980"/>
                  </a:lnTo>
                  <a:lnTo>
                    <a:pt x="562717" y="622101"/>
                  </a:lnTo>
                  <a:lnTo>
                    <a:pt x="597271" y="594409"/>
                  </a:lnTo>
                  <a:lnTo>
                    <a:pt x="628019" y="562105"/>
                  </a:lnTo>
                  <a:lnTo>
                    <a:pt x="654414" y="525392"/>
                  </a:lnTo>
                  <a:lnTo>
                    <a:pt x="675907" y="484471"/>
                  </a:lnTo>
                  <a:lnTo>
                    <a:pt x="691484" y="440923"/>
                  </a:lnTo>
                  <a:lnTo>
                    <a:pt x="700642" y="396620"/>
                  </a:lnTo>
                  <a:lnTo>
                    <a:pt x="703607" y="352101"/>
                  </a:lnTo>
                  <a:lnTo>
                    <a:pt x="700602" y="307908"/>
                  </a:lnTo>
                  <a:lnTo>
                    <a:pt x="691850" y="264581"/>
                  </a:lnTo>
                  <a:lnTo>
                    <a:pt x="677574" y="222660"/>
                  </a:lnTo>
                  <a:lnTo>
                    <a:pt x="657999" y="182687"/>
                  </a:lnTo>
                  <a:lnTo>
                    <a:pt x="633348" y="145202"/>
                  </a:lnTo>
                  <a:lnTo>
                    <a:pt x="603845" y="110745"/>
                  </a:lnTo>
                  <a:lnTo>
                    <a:pt x="569712" y="79858"/>
                  </a:lnTo>
                  <a:lnTo>
                    <a:pt x="531175" y="53081"/>
                  </a:lnTo>
                  <a:lnTo>
                    <a:pt x="488455" y="30954"/>
                  </a:lnTo>
                  <a:lnTo>
                    <a:pt x="443213" y="14479"/>
                  </a:lnTo>
                  <a:lnTo>
                    <a:pt x="397387" y="4228"/>
                  </a:lnTo>
                  <a:lnTo>
                    <a:pt x="351526" y="0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702919" y="4570255"/>
              <a:ext cx="704215" cy="684530"/>
            </a:xfrm>
            <a:custGeom>
              <a:avLst/>
              <a:gdLst/>
              <a:ahLst/>
              <a:cxnLst/>
              <a:rect l="l" t="t" r="r" b="b"/>
              <a:pathLst>
                <a:path w="704215" h="684529">
                  <a:moveTo>
                    <a:pt x="27699" y="199864"/>
                  </a:moveTo>
                  <a:lnTo>
                    <a:pt x="49193" y="158916"/>
                  </a:lnTo>
                  <a:lnTo>
                    <a:pt x="75588" y="122185"/>
                  </a:lnTo>
                  <a:lnTo>
                    <a:pt x="106336" y="89872"/>
                  </a:lnTo>
                  <a:lnTo>
                    <a:pt x="140889" y="62177"/>
                  </a:lnTo>
                  <a:lnTo>
                    <a:pt x="178699" y="39301"/>
                  </a:lnTo>
                  <a:lnTo>
                    <a:pt x="219215" y="21445"/>
                  </a:lnTo>
                  <a:lnTo>
                    <a:pt x="261891" y="8809"/>
                  </a:lnTo>
                  <a:lnTo>
                    <a:pt x="306177" y="1593"/>
                  </a:lnTo>
                  <a:lnTo>
                    <a:pt x="351526" y="0"/>
                  </a:lnTo>
                  <a:lnTo>
                    <a:pt x="397387" y="4228"/>
                  </a:lnTo>
                  <a:lnTo>
                    <a:pt x="443213" y="14479"/>
                  </a:lnTo>
                  <a:lnTo>
                    <a:pt x="488455" y="30954"/>
                  </a:lnTo>
                  <a:lnTo>
                    <a:pt x="531175" y="53081"/>
                  </a:lnTo>
                  <a:lnTo>
                    <a:pt x="569712" y="79858"/>
                  </a:lnTo>
                  <a:lnTo>
                    <a:pt x="603845" y="110745"/>
                  </a:lnTo>
                  <a:lnTo>
                    <a:pt x="633348" y="145202"/>
                  </a:lnTo>
                  <a:lnTo>
                    <a:pt x="657999" y="182687"/>
                  </a:lnTo>
                  <a:lnTo>
                    <a:pt x="677574" y="222660"/>
                  </a:lnTo>
                  <a:lnTo>
                    <a:pt x="691850" y="264581"/>
                  </a:lnTo>
                  <a:lnTo>
                    <a:pt x="700602" y="307908"/>
                  </a:lnTo>
                  <a:lnTo>
                    <a:pt x="703607" y="352101"/>
                  </a:lnTo>
                  <a:lnTo>
                    <a:pt x="700642" y="396620"/>
                  </a:lnTo>
                  <a:lnTo>
                    <a:pt x="691484" y="440923"/>
                  </a:lnTo>
                  <a:lnTo>
                    <a:pt x="675907" y="484471"/>
                  </a:lnTo>
                  <a:lnTo>
                    <a:pt x="654414" y="525392"/>
                  </a:lnTo>
                  <a:lnTo>
                    <a:pt x="628019" y="562105"/>
                  </a:lnTo>
                  <a:lnTo>
                    <a:pt x="597271" y="594409"/>
                  </a:lnTo>
                  <a:lnTo>
                    <a:pt x="562717" y="622101"/>
                  </a:lnTo>
                  <a:lnTo>
                    <a:pt x="524908" y="644980"/>
                  </a:lnTo>
                  <a:lnTo>
                    <a:pt x="484391" y="662842"/>
                  </a:lnTo>
                  <a:lnTo>
                    <a:pt x="441716" y="675487"/>
                  </a:lnTo>
                  <a:lnTo>
                    <a:pt x="397429" y="682713"/>
                  </a:lnTo>
                  <a:lnTo>
                    <a:pt x="352081" y="684317"/>
                  </a:lnTo>
                  <a:lnTo>
                    <a:pt x="306220" y="680098"/>
                  </a:lnTo>
                  <a:lnTo>
                    <a:pt x="260394" y="669853"/>
                  </a:lnTo>
                  <a:lnTo>
                    <a:pt x="215151" y="653381"/>
                  </a:lnTo>
                  <a:lnTo>
                    <a:pt x="172432" y="631225"/>
                  </a:lnTo>
                  <a:lnTo>
                    <a:pt x="133894" y="604423"/>
                  </a:lnTo>
                  <a:lnTo>
                    <a:pt x="99762" y="573518"/>
                  </a:lnTo>
                  <a:lnTo>
                    <a:pt x="70259" y="539048"/>
                  </a:lnTo>
                  <a:lnTo>
                    <a:pt x="45607" y="501555"/>
                  </a:lnTo>
                  <a:lnTo>
                    <a:pt x="26033" y="461579"/>
                  </a:lnTo>
                  <a:lnTo>
                    <a:pt x="11757" y="419661"/>
                  </a:lnTo>
                  <a:lnTo>
                    <a:pt x="3005" y="376342"/>
                  </a:lnTo>
                  <a:lnTo>
                    <a:pt x="0" y="332162"/>
                  </a:lnTo>
                  <a:lnTo>
                    <a:pt x="2964" y="287662"/>
                  </a:lnTo>
                  <a:lnTo>
                    <a:pt x="12123" y="243382"/>
                  </a:lnTo>
                  <a:lnTo>
                    <a:pt x="27699" y="199864"/>
                  </a:lnTo>
                  <a:close/>
                </a:path>
              </a:pathLst>
            </a:custGeom>
            <a:ln w="63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48701" y="3462273"/>
              <a:ext cx="704850" cy="676910"/>
            </a:xfrm>
            <a:custGeom>
              <a:avLst/>
              <a:gdLst/>
              <a:ahLst/>
              <a:cxnLst/>
              <a:rect l="l" t="t" r="r" b="b"/>
              <a:pathLst>
                <a:path w="704850" h="676910">
                  <a:moveTo>
                    <a:pt x="352425" y="0"/>
                  </a:moveTo>
                  <a:lnTo>
                    <a:pt x="304592" y="3089"/>
                  </a:lnTo>
                  <a:lnTo>
                    <a:pt x="258718" y="12087"/>
                  </a:lnTo>
                  <a:lnTo>
                    <a:pt x="215223" y="26590"/>
                  </a:lnTo>
                  <a:lnTo>
                    <a:pt x="174526" y="46195"/>
                  </a:lnTo>
                  <a:lnTo>
                    <a:pt x="137046" y="70496"/>
                  </a:lnTo>
                  <a:lnTo>
                    <a:pt x="103203" y="99091"/>
                  </a:lnTo>
                  <a:lnTo>
                    <a:pt x="73416" y="131576"/>
                  </a:lnTo>
                  <a:lnTo>
                    <a:pt x="48104" y="167545"/>
                  </a:lnTo>
                  <a:lnTo>
                    <a:pt x="27687" y="206597"/>
                  </a:lnTo>
                  <a:lnTo>
                    <a:pt x="12585" y="248326"/>
                  </a:lnTo>
                  <a:lnTo>
                    <a:pt x="3216" y="292328"/>
                  </a:lnTo>
                  <a:lnTo>
                    <a:pt x="0" y="338200"/>
                  </a:lnTo>
                  <a:lnTo>
                    <a:pt x="3216" y="384073"/>
                  </a:lnTo>
                  <a:lnTo>
                    <a:pt x="12585" y="428075"/>
                  </a:lnTo>
                  <a:lnTo>
                    <a:pt x="27687" y="469804"/>
                  </a:lnTo>
                  <a:lnTo>
                    <a:pt x="48104" y="508856"/>
                  </a:lnTo>
                  <a:lnTo>
                    <a:pt x="73416" y="544825"/>
                  </a:lnTo>
                  <a:lnTo>
                    <a:pt x="103203" y="577310"/>
                  </a:lnTo>
                  <a:lnTo>
                    <a:pt x="137046" y="605905"/>
                  </a:lnTo>
                  <a:lnTo>
                    <a:pt x="174526" y="630206"/>
                  </a:lnTo>
                  <a:lnTo>
                    <a:pt x="215223" y="649811"/>
                  </a:lnTo>
                  <a:lnTo>
                    <a:pt x="258718" y="664314"/>
                  </a:lnTo>
                  <a:lnTo>
                    <a:pt x="304592" y="673312"/>
                  </a:lnTo>
                  <a:lnTo>
                    <a:pt x="352425" y="676401"/>
                  </a:lnTo>
                  <a:lnTo>
                    <a:pt x="400231" y="673312"/>
                  </a:lnTo>
                  <a:lnTo>
                    <a:pt x="446087" y="664314"/>
                  </a:lnTo>
                  <a:lnTo>
                    <a:pt x="489573" y="649811"/>
                  </a:lnTo>
                  <a:lnTo>
                    <a:pt x="530267" y="630206"/>
                  </a:lnTo>
                  <a:lnTo>
                    <a:pt x="567749" y="605905"/>
                  </a:lnTo>
                  <a:lnTo>
                    <a:pt x="601598" y="577310"/>
                  </a:lnTo>
                  <a:lnTo>
                    <a:pt x="631395" y="544825"/>
                  </a:lnTo>
                  <a:lnTo>
                    <a:pt x="656716" y="508856"/>
                  </a:lnTo>
                  <a:lnTo>
                    <a:pt x="677144" y="469804"/>
                  </a:lnTo>
                  <a:lnTo>
                    <a:pt x="692255" y="428075"/>
                  </a:lnTo>
                  <a:lnTo>
                    <a:pt x="701631" y="384073"/>
                  </a:lnTo>
                  <a:lnTo>
                    <a:pt x="704850" y="338200"/>
                  </a:lnTo>
                  <a:lnTo>
                    <a:pt x="701631" y="292328"/>
                  </a:lnTo>
                  <a:lnTo>
                    <a:pt x="692255" y="248326"/>
                  </a:lnTo>
                  <a:lnTo>
                    <a:pt x="677144" y="206597"/>
                  </a:lnTo>
                  <a:lnTo>
                    <a:pt x="656717" y="167545"/>
                  </a:lnTo>
                  <a:lnTo>
                    <a:pt x="631395" y="131576"/>
                  </a:lnTo>
                  <a:lnTo>
                    <a:pt x="601599" y="99091"/>
                  </a:lnTo>
                  <a:lnTo>
                    <a:pt x="567749" y="70496"/>
                  </a:lnTo>
                  <a:lnTo>
                    <a:pt x="530267" y="46195"/>
                  </a:lnTo>
                  <a:lnTo>
                    <a:pt x="489573" y="26590"/>
                  </a:lnTo>
                  <a:lnTo>
                    <a:pt x="446087" y="12087"/>
                  </a:lnTo>
                  <a:lnTo>
                    <a:pt x="400231" y="3089"/>
                  </a:lnTo>
                  <a:lnTo>
                    <a:pt x="352425" y="0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48701" y="3462273"/>
              <a:ext cx="704850" cy="676910"/>
            </a:xfrm>
            <a:custGeom>
              <a:avLst/>
              <a:gdLst/>
              <a:ahLst/>
              <a:cxnLst/>
              <a:rect l="l" t="t" r="r" b="b"/>
              <a:pathLst>
                <a:path w="704850" h="676910">
                  <a:moveTo>
                    <a:pt x="0" y="338200"/>
                  </a:moveTo>
                  <a:lnTo>
                    <a:pt x="3216" y="292328"/>
                  </a:lnTo>
                  <a:lnTo>
                    <a:pt x="12585" y="248326"/>
                  </a:lnTo>
                  <a:lnTo>
                    <a:pt x="27687" y="206597"/>
                  </a:lnTo>
                  <a:lnTo>
                    <a:pt x="48104" y="167545"/>
                  </a:lnTo>
                  <a:lnTo>
                    <a:pt x="73416" y="131576"/>
                  </a:lnTo>
                  <a:lnTo>
                    <a:pt x="103203" y="99091"/>
                  </a:lnTo>
                  <a:lnTo>
                    <a:pt x="137046" y="70496"/>
                  </a:lnTo>
                  <a:lnTo>
                    <a:pt x="174526" y="46195"/>
                  </a:lnTo>
                  <a:lnTo>
                    <a:pt x="215223" y="26590"/>
                  </a:lnTo>
                  <a:lnTo>
                    <a:pt x="258718" y="12087"/>
                  </a:lnTo>
                  <a:lnTo>
                    <a:pt x="304592" y="3089"/>
                  </a:lnTo>
                  <a:lnTo>
                    <a:pt x="352425" y="0"/>
                  </a:lnTo>
                  <a:lnTo>
                    <a:pt x="400231" y="3089"/>
                  </a:lnTo>
                  <a:lnTo>
                    <a:pt x="446087" y="12087"/>
                  </a:lnTo>
                  <a:lnTo>
                    <a:pt x="489573" y="26590"/>
                  </a:lnTo>
                  <a:lnTo>
                    <a:pt x="530267" y="46195"/>
                  </a:lnTo>
                  <a:lnTo>
                    <a:pt x="567749" y="70496"/>
                  </a:lnTo>
                  <a:lnTo>
                    <a:pt x="601599" y="99091"/>
                  </a:lnTo>
                  <a:lnTo>
                    <a:pt x="631395" y="131576"/>
                  </a:lnTo>
                  <a:lnTo>
                    <a:pt x="656717" y="167545"/>
                  </a:lnTo>
                  <a:lnTo>
                    <a:pt x="677144" y="206597"/>
                  </a:lnTo>
                  <a:lnTo>
                    <a:pt x="692255" y="248326"/>
                  </a:lnTo>
                  <a:lnTo>
                    <a:pt x="701631" y="292328"/>
                  </a:lnTo>
                  <a:lnTo>
                    <a:pt x="704850" y="338200"/>
                  </a:lnTo>
                  <a:lnTo>
                    <a:pt x="701631" y="384073"/>
                  </a:lnTo>
                  <a:lnTo>
                    <a:pt x="692255" y="428075"/>
                  </a:lnTo>
                  <a:lnTo>
                    <a:pt x="677144" y="469804"/>
                  </a:lnTo>
                  <a:lnTo>
                    <a:pt x="656716" y="508856"/>
                  </a:lnTo>
                  <a:lnTo>
                    <a:pt x="631395" y="544825"/>
                  </a:lnTo>
                  <a:lnTo>
                    <a:pt x="601598" y="577310"/>
                  </a:lnTo>
                  <a:lnTo>
                    <a:pt x="567749" y="605905"/>
                  </a:lnTo>
                  <a:lnTo>
                    <a:pt x="530267" y="630206"/>
                  </a:lnTo>
                  <a:lnTo>
                    <a:pt x="489573" y="649811"/>
                  </a:lnTo>
                  <a:lnTo>
                    <a:pt x="446087" y="664314"/>
                  </a:lnTo>
                  <a:lnTo>
                    <a:pt x="400231" y="673312"/>
                  </a:lnTo>
                  <a:lnTo>
                    <a:pt x="352425" y="676401"/>
                  </a:lnTo>
                  <a:lnTo>
                    <a:pt x="304592" y="673312"/>
                  </a:lnTo>
                  <a:lnTo>
                    <a:pt x="258718" y="664314"/>
                  </a:lnTo>
                  <a:lnTo>
                    <a:pt x="215223" y="649811"/>
                  </a:lnTo>
                  <a:lnTo>
                    <a:pt x="174526" y="630206"/>
                  </a:lnTo>
                  <a:lnTo>
                    <a:pt x="137046" y="605905"/>
                  </a:lnTo>
                  <a:lnTo>
                    <a:pt x="103203" y="577310"/>
                  </a:lnTo>
                  <a:lnTo>
                    <a:pt x="73416" y="544825"/>
                  </a:lnTo>
                  <a:lnTo>
                    <a:pt x="48104" y="508856"/>
                  </a:lnTo>
                  <a:lnTo>
                    <a:pt x="27687" y="469804"/>
                  </a:lnTo>
                  <a:lnTo>
                    <a:pt x="12585" y="428075"/>
                  </a:lnTo>
                  <a:lnTo>
                    <a:pt x="3216" y="384073"/>
                  </a:lnTo>
                  <a:lnTo>
                    <a:pt x="0" y="33820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86750" y="3629024"/>
              <a:ext cx="428625" cy="314325"/>
            </a:xfrm>
            <a:custGeom>
              <a:avLst/>
              <a:gdLst/>
              <a:ahLst/>
              <a:cxnLst/>
              <a:rect l="l" t="t" r="r" b="b"/>
              <a:pathLst>
                <a:path w="428625" h="314325">
                  <a:moveTo>
                    <a:pt x="260096" y="288798"/>
                  </a:moveTo>
                  <a:lnTo>
                    <a:pt x="170433" y="288798"/>
                  </a:lnTo>
                  <a:lnTo>
                    <a:pt x="169027" y="296162"/>
                  </a:lnTo>
                  <a:lnTo>
                    <a:pt x="167655" y="302847"/>
                  </a:lnTo>
                  <a:lnTo>
                    <a:pt x="166308" y="308889"/>
                  </a:lnTo>
                  <a:lnTo>
                    <a:pt x="164973" y="314325"/>
                  </a:lnTo>
                  <a:lnTo>
                    <a:pt x="265429" y="314325"/>
                  </a:lnTo>
                  <a:lnTo>
                    <a:pt x="263096" y="308889"/>
                  </a:lnTo>
                  <a:lnTo>
                    <a:pt x="261429" y="302847"/>
                  </a:lnTo>
                  <a:lnTo>
                    <a:pt x="260429" y="296162"/>
                  </a:lnTo>
                  <a:lnTo>
                    <a:pt x="260096" y="288798"/>
                  </a:lnTo>
                  <a:close/>
                </a:path>
                <a:path w="428625" h="314325">
                  <a:moveTo>
                    <a:pt x="399923" y="0"/>
                  </a:moveTo>
                  <a:lnTo>
                    <a:pt x="28701" y="0"/>
                  </a:lnTo>
                  <a:lnTo>
                    <a:pt x="18162" y="2103"/>
                  </a:lnTo>
                  <a:lnTo>
                    <a:pt x="8969" y="7874"/>
                  </a:lnTo>
                  <a:lnTo>
                    <a:pt x="2466" y="16502"/>
                  </a:lnTo>
                  <a:lnTo>
                    <a:pt x="0" y="27177"/>
                  </a:lnTo>
                  <a:lnTo>
                    <a:pt x="0" y="263398"/>
                  </a:lnTo>
                  <a:lnTo>
                    <a:pt x="2466" y="273099"/>
                  </a:lnTo>
                  <a:lnTo>
                    <a:pt x="8969" y="281193"/>
                  </a:lnTo>
                  <a:lnTo>
                    <a:pt x="18162" y="286740"/>
                  </a:lnTo>
                  <a:lnTo>
                    <a:pt x="28701" y="288798"/>
                  </a:lnTo>
                  <a:lnTo>
                    <a:pt x="399923" y="288798"/>
                  </a:lnTo>
                  <a:lnTo>
                    <a:pt x="411212" y="286740"/>
                  </a:lnTo>
                  <a:lnTo>
                    <a:pt x="420322" y="281193"/>
                  </a:lnTo>
                  <a:lnTo>
                    <a:pt x="426408" y="273099"/>
                  </a:lnTo>
                  <a:lnTo>
                    <a:pt x="428625" y="263398"/>
                  </a:lnTo>
                  <a:lnTo>
                    <a:pt x="428625" y="224282"/>
                  </a:lnTo>
                  <a:lnTo>
                    <a:pt x="39497" y="224282"/>
                  </a:lnTo>
                  <a:lnTo>
                    <a:pt x="39497" y="52704"/>
                  </a:lnTo>
                  <a:lnTo>
                    <a:pt x="41360" y="44215"/>
                  </a:lnTo>
                  <a:lnTo>
                    <a:pt x="46402" y="37179"/>
                  </a:lnTo>
                  <a:lnTo>
                    <a:pt x="53802" y="32381"/>
                  </a:lnTo>
                  <a:lnTo>
                    <a:pt x="62738" y="30606"/>
                  </a:lnTo>
                  <a:lnTo>
                    <a:pt x="428625" y="30606"/>
                  </a:lnTo>
                  <a:lnTo>
                    <a:pt x="428625" y="27177"/>
                  </a:lnTo>
                  <a:lnTo>
                    <a:pt x="428282" y="25526"/>
                  </a:lnTo>
                  <a:lnTo>
                    <a:pt x="211581" y="25526"/>
                  </a:lnTo>
                  <a:lnTo>
                    <a:pt x="204470" y="20447"/>
                  </a:lnTo>
                  <a:lnTo>
                    <a:pt x="206248" y="13589"/>
                  </a:lnTo>
                  <a:lnTo>
                    <a:pt x="208025" y="11938"/>
                  </a:lnTo>
                  <a:lnTo>
                    <a:pt x="209803" y="8508"/>
                  </a:lnTo>
                  <a:lnTo>
                    <a:pt x="213359" y="8508"/>
                  </a:lnTo>
                  <a:lnTo>
                    <a:pt x="218821" y="6857"/>
                  </a:lnTo>
                  <a:lnTo>
                    <a:pt x="418718" y="6857"/>
                  </a:lnTo>
                  <a:lnTo>
                    <a:pt x="411212" y="2103"/>
                  </a:lnTo>
                  <a:lnTo>
                    <a:pt x="399923" y="0"/>
                  </a:lnTo>
                  <a:close/>
                </a:path>
                <a:path w="428625" h="314325">
                  <a:moveTo>
                    <a:pt x="428625" y="30606"/>
                  </a:moveTo>
                  <a:lnTo>
                    <a:pt x="365886" y="30606"/>
                  </a:lnTo>
                  <a:lnTo>
                    <a:pt x="374822" y="32381"/>
                  </a:lnTo>
                  <a:lnTo>
                    <a:pt x="382222" y="37179"/>
                  </a:lnTo>
                  <a:lnTo>
                    <a:pt x="387264" y="44215"/>
                  </a:lnTo>
                  <a:lnTo>
                    <a:pt x="389127" y="52704"/>
                  </a:lnTo>
                  <a:lnTo>
                    <a:pt x="39497" y="224282"/>
                  </a:lnTo>
                  <a:lnTo>
                    <a:pt x="428625" y="224282"/>
                  </a:lnTo>
                  <a:lnTo>
                    <a:pt x="428625" y="30606"/>
                  </a:lnTo>
                  <a:close/>
                </a:path>
                <a:path w="428625" h="314325">
                  <a:moveTo>
                    <a:pt x="418718" y="6857"/>
                  </a:moveTo>
                  <a:lnTo>
                    <a:pt x="218821" y="6857"/>
                  </a:lnTo>
                  <a:lnTo>
                    <a:pt x="225932" y="11938"/>
                  </a:lnTo>
                  <a:lnTo>
                    <a:pt x="224154" y="18669"/>
                  </a:lnTo>
                  <a:lnTo>
                    <a:pt x="222376" y="20447"/>
                  </a:lnTo>
                  <a:lnTo>
                    <a:pt x="220599" y="23749"/>
                  </a:lnTo>
                  <a:lnTo>
                    <a:pt x="217043" y="23749"/>
                  </a:lnTo>
                  <a:lnTo>
                    <a:pt x="211581" y="25526"/>
                  </a:lnTo>
                  <a:lnTo>
                    <a:pt x="428282" y="25526"/>
                  </a:lnTo>
                  <a:lnTo>
                    <a:pt x="426408" y="16502"/>
                  </a:lnTo>
                  <a:lnTo>
                    <a:pt x="420322" y="7874"/>
                  </a:lnTo>
                  <a:lnTo>
                    <a:pt x="418718" y="68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15325" y="3657599"/>
              <a:ext cx="381000" cy="219075"/>
            </a:xfrm>
            <a:custGeom>
              <a:avLst/>
              <a:gdLst/>
              <a:ahLst/>
              <a:cxnLst/>
              <a:rect l="l" t="t" r="r" b="b"/>
              <a:pathLst>
                <a:path w="381000" h="219075">
                  <a:moveTo>
                    <a:pt x="357504" y="0"/>
                  </a:moveTo>
                  <a:lnTo>
                    <a:pt x="25273" y="0"/>
                  </a:lnTo>
                  <a:lnTo>
                    <a:pt x="16019" y="1774"/>
                  </a:lnTo>
                  <a:lnTo>
                    <a:pt x="7921" y="6572"/>
                  </a:lnTo>
                  <a:lnTo>
                    <a:pt x="2180" y="13608"/>
                  </a:lnTo>
                  <a:lnTo>
                    <a:pt x="0" y="22098"/>
                  </a:lnTo>
                  <a:lnTo>
                    <a:pt x="0" y="195325"/>
                  </a:lnTo>
                  <a:lnTo>
                    <a:pt x="2180" y="204769"/>
                  </a:lnTo>
                  <a:lnTo>
                    <a:pt x="7921" y="212296"/>
                  </a:lnTo>
                  <a:lnTo>
                    <a:pt x="16019" y="217275"/>
                  </a:lnTo>
                  <a:lnTo>
                    <a:pt x="25273" y="219075"/>
                  </a:lnTo>
                  <a:lnTo>
                    <a:pt x="357504" y="219075"/>
                  </a:lnTo>
                  <a:lnTo>
                    <a:pt x="366533" y="217275"/>
                  </a:lnTo>
                  <a:lnTo>
                    <a:pt x="374015" y="212296"/>
                  </a:lnTo>
                  <a:lnTo>
                    <a:pt x="379114" y="204769"/>
                  </a:lnTo>
                  <a:lnTo>
                    <a:pt x="381000" y="195325"/>
                  </a:lnTo>
                  <a:lnTo>
                    <a:pt x="381000" y="22098"/>
                  </a:lnTo>
                  <a:lnTo>
                    <a:pt x="379114" y="13608"/>
                  </a:lnTo>
                  <a:lnTo>
                    <a:pt x="374014" y="6572"/>
                  </a:lnTo>
                  <a:lnTo>
                    <a:pt x="366533" y="1774"/>
                  </a:lnTo>
                  <a:lnTo>
                    <a:pt x="357504" y="0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9150" y="3695699"/>
              <a:ext cx="133350" cy="1428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838950" y="4725834"/>
              <a:ext cx="1762125" cy="3388360"/>
            </a:xfrm>
            <a:custGeom>
              <a:avLst/>
              <a:gdLst/>
              <a:ahLst/>
              <a:cxnLst/>
              <a:rect l="l" t="t" r="r" b="b"/>
              <a:pathLst>
                <a:path w="1762125" h="3388359">
                  <a:moveTo>
                    <a:pt x="200152" y="264502"/>
                  </a:moveTo>
                  <a:lnTo>
                    <a:pt x="167259" y="227926"/>
                  </a:lnTo>
                  <a:lnTo>
                    <a:pt x="58928" y="331050"/>
                  </a:lnTo>
                  <a:lnTo>
                    <a:pt x="54229" y="335622"/>
                  </a:lnTo>
                  <a:lnTo>
                    <a:pt x="54229" y="342480"/>
                  </a:lnTo>
                  <a:lnTo>
                    <a:pt x="58928" y="347052"/>
                  </a:lnTo>
                  <a:lnTo>
                    <a:pt x="80010" y="365467"/>
                  </a:lnTo>
                  <a:lnTo>
                    <a:pt x="84836" y="370039"/>
                  </a:lnTo>
                  <a:lnTo>
                    <a:pt x="91821" y="367753"/>
                  </a:lnTo>
                  <a:lnTo>
                    <a:pt x="94234" y="363181"/>
                  </a:lnTo>
                  <a:lnTo>
                    <a:pt x="200152" y="264502"/>
                  </a:lnTo>
                  <a:close/>
                </a:path>
                <a:path w="1762125" h="3388359">
                  <a:moveTo>
                    <a:pt x="235458" y="850"/>
                  </a:moveTo>
                  <a:lnTo>
                    <a:pt x="201942" y="0"/>
                  </a:lnTo>
                  <a:lnTo>
                    <a:pt x="181927" y="0"/>
                  </a:lnTo>
                  <a:lnTo>
                    <a:pt x="128358" y="16916"/>
                  </a:lnTo>
                  <a:lnTo>
                    <a:pt x="91821" y="39839"/>
                  </a:lnTo>
                  <a:lnTo>
                    <a:pt x="58928" y="65112"/>
                  </a:lnTo>
                  <a:lnTo>
                    <a:pt x="55689" y="77114"/>
                  </a:lnTo>
                  <a:lnTo>
                    <a:pt x="53276" y="85051"/>
                  </a:lnTo>
                  <a:lnTo>
                    <a:pt x="47117" y="92544"/>
                  </a:lnTo>
                  <a:lnTo>
                    <a:pt x="39077" y="97891"/>
                  </a:lnTo>
                  <a:lnTo>
                    <a:pt x="31635" y="98996"/>
                  </a:lnTo>
                  <a:lnTo>
                    <a:pt x="26593" y="98996"/>
                  </a:lnTo>
                  <a:lnTo>
                    <a:pt x="21209" y="101688"/>
                  </a:lnTo>
                  <a:lnTo>
                    <a:pt x="16510" y="104101"/>
                  </a:lnTo>
                  <a:lnTo>
                    <a:pt x="7112" y="110959"/>
                  </a:lnTo>
                  <a:lnTo>
                    <a:pt x="4699" y="113245"/>
                  </a:lnTo>
                  <a:lnTo>
                    <a:pt x="0" y="115531"/>
                  </a:lnTo>
                  <a:lnTo>
                    <a:pt x="0" y="120103"/>
                  </a:lnTo>
                  <a:lnTo>
                    <a:pt x="2413" y="124675"/>
                  </a:lnTo>
                  <a:lnTo>
                    <a:pt x="31178" y="152781"/>
                  </a:lnTo>
                  <a:lnTo>
                    <a:pt x="33020" y="154520"/>
                  </a:lnTo>
                  <a:lnTo>
                    <a:pt x="35306" y="156806"/>
                  </a:lnTo>
                  <a:lnTo>
                    <a:pt x="40005" y="159092"/>
                  </a:lnTo>
                  <a:lnTo>
                    <a:pt x="49403" y="154520"/>
                  </a:lnTo>
                  <a:lnTo>
                    <a:pt x="58928" y="145376"/>
                  </a:lnTo>
                  <a:lnTo>
                    <a:pt x="58928" y="142963"/>
                  </a:lnTo>
                  <a:lnTo>
                    <a:pt x="60032" y="140360"/>
                  </a:lnTo>
                  <a:lnTo>
                    <a:pt x="82130" y="113004"/>
                  </a:lnTo>
                  <a:lnTo>
                    <a:pt x="95961" y="114681"/>
                  </a:lnTo>
                  <a:lnTo>
                    <a:pt x="110667" y="123647"/>
                  </a:lnTo>
                  <a:lnTo>
                    <a:pt x="127127" y="138391"/>
                  </a:lnTo>
                  <a:lnTo>
                    <a:pt x="129540" y="142963"/>
                  </a:lnTo>
                  <a:lnTo>
                    <a:pt x="131826" y="138391"/>
                  </a:lnTo>
                  <a:lnTo>
                    <a:pt x="134239" y="138391"/>
                  </a:lnTo>
                  <a:lnTo>
                    <a:pt x="162483" y="113004"/>
                  </a:lnTo>
                  <a:lnTo>
                    <a:pt x="167259" y="108673"/>
                  </a:lnTo>
                  <a:lnTo>
                    <a:pt x="169545" y="106387"/>
                  </a:lnTo>
                  <a:lnTo>
                    <a:pt x="167259" y="104101"/>
                  </a:lnTo>
                  <a:lnTo>
                    <a:pt x="164312" y="99860"/>
                  </a:lnTo>
                  <a:lnTo>
                    <a:pt x="159854" y="94564"/>
                  </a:lnTo>
                  <a:lnTo>
                    <a:pt x="154965" y="88874"/>
                  </a:lnTo>
                  <a:lnTo>
                    <a:pt x="150749" y="83400"/>
                  </a:lnTo>
                  <a:lnTo>
                    <a:pt x="147167" y="56769"/>
                  </a:lnTo>
                  <a:lnTo>
                    <a:pt x="147104" y="56337"/>
                  </a:lnTo>
                  <a:lnTo>
                    <a:pt x="170370" y="33553"/>
                  </a:lnTo>
                  <a:lnTo>
                    <a:pt x="203936" y="16052"/>
                  </a:lnTo>
                  <a:lnTo>
                    <a:pt x="231165" y="4826"/>
                  </a:lnTo>
                  <a:lnTo>
                    <a:pt x="235458" y="850"/>
                  </a:lnTo>
                  <a:close/>
                </a:path>
                <a:path w="1762125" h="3388359">
                  <a:moveTo>
                    <a:pt x="369697" y="333336"/>
                  </a:moveTo>
                  <a:lnTo>
                    <a:pt x="364998" y="328764"/>
                  </a:lnTo>
                  <a:lnTo>
                    <a:pt x="188468" y="129247"/>
                  </a:lnTo>
                  <a:lnTo>
                    <a:pt x="186055" y="126961"/>
                  </a:lnTo>
                  <a:lnTo>
                    <a:pt x="183642" y="126961"/>
                  </a:lnTo>
                  <a:lnTo>
                    <a:pt x="181356" y="129247"/>
                  </a:lnTo>
                  <a:lnTo>
                    <a:pt x="150749" y="154520"/>
                  </a:lnTo>
                  <a:lnTo>
                    <a:pt x="148336" y="156806"/>
                  </a:lnTo>
                  <a:lnTo>
                    <a:pt x="148336" y="161378"/>
                  </a:lnTo>
                  <a:lnTo>
                    <a:pt x="150749" y="163664"/>
                  </a:lnTo>
                  <a:lnTo>
                    <a:pt x="327406" y="360895"/>
                  </a:lnTo>
                  <a:lnTo>
                    <a:pt x="329692" y="365467"/>
                  </a:lnTo>
                  <a:lnTo>
                    <a:pt x="339090" y="365467"/>
                  </a:lnTo>
                  <a:lnTo>
                    <a:pt x="343789" y="360895"/>
                  </a:lnTo>
                  <a:lnTo>
                    <a:pt x="362712" y="344766"/>
                  </a:lnTo>
                  <a:lnTo>
                    <a:pt x="367411" y="340194"/>
                  </a:lnTo>
                  <a:lnTo>
                    <a:pt x="369697" y="333336"/>
                  </a:lnTo>
                  <a:close/>
                </a:path>
                <a:path w="1762125" h="3388359">
                  <a:moveTo>
                    <a:pt x="426237" y="77647"/>
                  </a:moveTo>
                  <a:lnTo>
                    <a:pt x="426212" y="46697"/>
                  </a:lnTo>
                  <a:lnTo>
                    <a:pt x="423926" y="35267"/>
                  </a:lnTo>
                  <a:lnTo>
                    <a:pt x="419227" y="37553"/>
                  </a:lnTo>
                  <a:lnTo>
                    <a:pt x="414528" y="42125"/>
                  </a:lnTo>
                  <a:lnTo>
                    <a:pt x="411213" y="47790"/>
                  </a:lnTo>
                  <a:lnTo>
                    <a:pt x="406006" y="56337"/>
                  </a:lnTo>
                  <a:lnTo>
                    <a:pt x="400202" y="66027"/>
                  </a:lnTo>
                  <a:lnTo>
                    <a:pt x="395605" y="74256"/>
                  </a:lnTo>
                  <a:lnTo>
                    <a:pt x="390309" y="81800"/>
                  </a:lnTo>
                  <a:lnTo>
                    <a:pt x="381508" y="88265"/>
                  </a:lnTo>
                  <a:lnTo>
                    <a:pt x="369163" y="90017"/>
                  </a:lnTo>
                  <a:lnTo>
                    <a:pt x="353314" y="83400"/>
                  </a:lnTo>
                  <a:lnTo>
                    <a:pt x="340829" y="70916"/>
                  </a:lnTo>
                  <a:lnTo>
                    <a:pt x="336778" y="60769"/>
                  </a:lnTo>
                  <a:lnTo>
                    <a:pt x="338035" y="52755"/>
                  </a:lnTo>
                  <a:lnTo>
                    <a:pt x="346417" y="38112"/>
                  </a:lnTo>
                  <a:lnTo>
                    <a:pt x="352653" y="27774"/>
                  </a:lnTo>
                  <a:lnTo>
                    <a:pt x="358013" y="18313"/>
                  </a:lnTo>
                  <a:lnTo>
                    <a:pt x="360299" y="12280"/>
                  </a:lnTo>
                  <a:lnTo>
                    <a:pt x="362712" y="9994"/>
                  </a:lnTo>
                  <a:lnTo>
                    <a:pt x="360299" y="3136"/>
                  </a:lnTo>
                  <a:lnTo>
                    <a:pt x="322643" y="20637"/>
                  </a:lnTo>
                  <a:lnTo>
                    <a:pt x="291973" y="51269"/>
                  </a:lnTo>
                  <a:lnTo>
                    <a:pt x="290766" y="90017"/>
                  </a:lnTo>
                  <a:lnTo>
                    <a:pt x="287401" y="107391"/>
                  </a:lnTo>
                  <a:lnTo>
                    <a:pt x="275590" y="124675"/>
                  </a:lnTo>
                  <a:lnTo>
                    <a:pt x="247269" y="154520"/>
                  </a:lnTo>
                  <a:lnTo>
                    <a:pt x="275590" y="186651"/>
                  </a:lnTo>
                  <a:lnTo>
                    <a:pt x="310896" y="154520"/>
                  </a:lnTo>
                  <a:lnTo>
                    <a:pt x="318147" y="148183"/>
                  </a:lnTo>
                  <a:lnTo>
                    <a:pt x="328523" y="143319"/>
                  </a:lnTo>
                  <a:lnTo>
                    <a:pt x="340309" y="140677"/>
                  </a:lnTo>
                  <a:lnTo>
                    <a:pt x="353314" y="140677"/>
                  </a:lnTo>
                  <a:lnTo>
                    <a:pt x="376834" y="143560"/>
                  </a:lnTo>
                  <a:lnTo>
                    <a:pt x="389153" y="140677"/>
                  </a:lnTo>
                  <a:lnTo>
                    <a:pt x="419227" y="115531"/>
                  </a:lnTo>
                  <a:lnTo>
                    <a:pt x="425069" y="90017"/>
                  </a:lnTo>
                  <a:lnTo>
                    <a:pt x="426237" y="77647"/>
                  </a:lnTo>
                  <a:close/>
                </a:path>
                <a:path w="1762125" h="3388359">
                  <a:moveTo>
                    <a:pt x="1345044" y="3170199"/>
                  </a:moveTo>
                  <a:lnTo>
                    <a:pt x="1322730" y="3148634"/>
                  </a:lnTo>
                  <a:lnTo>
                    <a:pt x="1316151" y="3151174"/>
                  </a:lnTo>
                  <a:lnTo>
                    <a:pt x="1311021" y="3156293"/>
                  </a:lnTo>
                  <a:lnTo>
                    <a:pt x="1308227" y="3162719"/>
                  </a:lnTo>
                  <a:lnTo>
                    <a:pt x="1308354" y="3169602"/>
                  </a:lnTo>
                  <a:lnTo>
                    <a:pt x="1311224" y="3176054"/>
                  </a:lnTo>
                  <a:lnTo>
                    <a:pt x="1316736" y="3181185"/>
                  </a:lnTo>
                  <a:lnTo>
                    <a:pt x="1323492" y="3184144"/>
                  </a:lnTo>
                  <a:lnTo>
                    <a:pt x="1330591" y="3184283"/>
                  </a:lnTo>
                  <a:lnTo>
                    <a:pt x="1337144" y="3181743"/>
                  </a:lnTo>
                  <a:lnTo>
                    <a:pt x="1342263" y="3176613"/>
                  </a:lnTo>
                  <a:lnTo>
                    <a:pt x="1345044" y="3170199"/>
                  </a:lnTo>
                  <a:close/>
                </a:path>
                <a:path w="1762125" h="3388359">
                  <a:moveTo>
                    <a:pt x="1355509" y="3237395"/>
                  </a:moveTo>
                  <a:lnTo>
                    <a:pt x="1335544" y="3218332"/>
                  </a:lnTo>
                  <a:lnTo>
                    <a:pt x="1329651" y="3220555"/>
                  </a:lnTo>
                  <a:lnTo>
                    <a:pt x="1325118" y="3224873"/>
                  </a:lnTo>
                  <a:lnTo>
                    <a:pt x="1322743" y="3230676"/>
                  </a:lnTo>
                  <a:lnTo>
                    <a:pt x="1322920" y="3236861"/>
                  </a:lnTo>
                  <a:lnTo>
                    <a:pt x="1325435" y="3242653"/>
                  </a:lnTo>
                  <a:lnTo>
                    <a:pt x="1330071" y="3247225"/>
                  </a:lnTo>
                  <a:lnTo>
                    <a:pt x="1336294" y="3249790"/>
                  </a:lnTo>
                  <a:lnTo>
                    <a:pt x="1342593" y="3249892"/>
                  </a:lnTo>
                  <a:lnTo>
                    <a:pt x="1348333" y="3247618"/>
                  </a:lnTo>
                  <a:lnTo>
                    <a:pt x="1352931" y="3243034"/>
                  </a:lnTo>
                  <a:lnTo>
                    <a:pt x="1355509" y="3237395"/>
                  </a:lnTo>
                  <a:close/>
                </a:path>
                <a:path w="1762125" h="3388359">
                  <a:moveTo>
                    <a:pt x="1364361" y="3097403"/>
                  </a:moveTo>
                  <a:lnTo>
                    <a:pt x="1339926" y="3073654"/>
                  </a:lnTo>
                  <a:lnTo>
                    <a:pt x="1332598" y="3076410"/>
                  </a:lnTo>
                  <a:lnTo>
                    <a:pt x="1326896" y="3081744"/>
                  </a:lnTo>
                  <a:lnTo>
                    <a:pt x="1323860" y="3089135"/>
                  </a:lnTo>
                  <a:lnTo>
                    <a:pt x="1324076" y="3096793"/>
                  </a:lnTo>
                  <a:lnTo>
                    <a:pt x="1327226" y="3103892"/>
                  </a:lnTo>
                  <a:lnTo>
                    <a:pt x="1332992" y="3109557"/>
                  </a:lnTo>
                  <a:lnTo>
                    <a:pt x="1340662" y="3112846"/>
                  </a:lnTo>
                  <a:lnTo>
                    <a:pt x="1348574" y="3113036"/>
                  </a:lnTo>
                  <a:lnTo>
                    <a:pt x="1355775" y="3110255"/>
                  </a:lnTo>
                  <a:lnTo>
                    <a:pt x="1361313" y="3104604"/>
                  </a:lnTo>
                  <a:lnTo>
                    <a:pt x="1364361" y="3097403"/>
                  </a:lnTo>
                  <a:close/>
                </a:path>
                <a:path w="1762125" h="3388359">
                  <a:moveTo>
                    <a:pt x="1393698" y="3295612"/>
                  </a:moveTo>
                  <a:lnTo>
                    <a:pt x="1391920" y="3286595"/>
                  </a:lnTo>
                  <a:lnTo>
                    <a:pt x="1384808" y="3281896"/>
                  </a:lnTo>
                  <a:lnTo>
                    <a:pt x="1378077" y="3277832"/>
                  </a:lnTo>
                  <a:lnTo>
                    <a:pt x="1368933" y="3279229"/>
                  </a:lnTo>
                  <a:lnTo>
                    <a:pt x="1364996" y="3285706"/>
                  </a:lnTo>
                  <a:lnTo>
                    <a:pt x="1360551" y="3291929"/>
                  </a:lnTo>
                  <a:lnTo>
                    <a:pt x="1362202" y="3300946"/>
                  </a:lnTo>
                  <a:lnTo>
                    <a:pt x="1368806" y="3305391"/>
                  </a:lnTo>
                  <a:lnTo>
                    <a:pt x="1375791" y="3310217"/>
                  </a:lnTo>
                  <a:lnTo>
                    <a:pt x="1384808" y="3308058"/>
                  </a:lnTo>
                  <a:lnTo>
                    <a:pt x="1389253" y="3301835"/>
                  </a:lnTo>
                  <a:lnTo>
                    <a:pt x="1393698" y="3295612"/>
                  </a:lnTo>
                  <a:close/>
                </a:path>
                <a:path w="1762125" h="3388359">
                  <a:moveTo>
                    <a:pt x="1404569" y="3028086"/>
                  </a:moveTo>
                  <a:lnTo>
                    <a:pt x="1401991" y="3021609"/>
                  </a:lnTo>
                  <a:lnTo>
                    <a:pt x="1397101" y="3016478"/>
                  </a:lnTo>
                  <a:lnTo>
                    <a:pt x="1390523" y="3013291"/>
                  </a:lnTo>
                  <a:lnTo>
                    <a:pt x="1382966" y="3012770"/>
                  </a:lnTo>
                  <a:lnTo>
                    <a:pt x="1376235" y="3015094"/>
                  </a:lnTo>
                  <a:lnTo>
                    <a:pt x="1371015" y="3019818"/>
                  </a:lnTo>
                  <a:lnTo>
                    <a:pt x="1368044" y="3026499"/>
                  </a:lnTo>
                  <a:lnTo>
                    <a:pt x="1367828" y="3033522"/>
                  </a:lnTo>
                  <a:lnTo>
                    <a:pt x="1370431" y="3040011"/>
                  </a:lnTo>
                  <a:lnTo>
                    <a:pt x="1375308" y="3045244"/>
                  </a:lnTo>
                  <a:lnTo>
                    <a:pt x="1381887" y="3048470"/>
                  </a:lnTo>
                  <a:lnTo>
                    <a:pt x="1389494" y="3048774"/>
                  </a:lnTo>
                  <a:lnTo>
                    <a:pt x="1396250" y="3046349"/>
                  </a:lnTo>
                  <a:lnTo>
                    <a:pt x="1401406" y="3041688"/>
                  </a:lnTo>
                  <a:lnTo>
                    <a:pt x="1404239" y="3035262"/>
                  </a:lnTo>
                  <a:lnTo>
                    <a:pt x="1404569" y="3028086"/>
                  </a:lnTo>
                  <a:close/>
                </a:path>
                <a:path w="1762125" h="3388359">
                  <a:moveTo>
                    <a:pt x="1440688" y="3346793"/>
                  </a:moveTo>
                  <a:lnTo>
                    <a:pt x="1439037" y="3338919"/>
                  </a:lnTo>
                  <a:lnTo>
                    <a:pt x="1433195" y="3335236"/>
                  </a:lnTo>
                  <a:lnTo>
                    <a:pt x="1426972" y="3331426"/>
                  </a:lnTo>
                  <a:lnTo>
                    <a:pt x="1419606" y="3332569"/>
                  </a:lnTo>
                  <a:lnTo>
                    <a:pt x="1415288" y="3338411"/>
                  </a:lnTo>
                  <a:lnTo>
                    <a:pt x="1411732" y="3343999"/>
                  </a:lnTo>
                  <a:lnTo>
                    <a:pt x="1413637" y="3351365"/>
                  </a:lnTo>
                  <a:lnTo>
                    <a:pt x="1419225" y="3355429"/>
                  </a:lnTo>
                  <a:lnTo>
                    <a:pt x="1425067" y="3359112"/>
                  </a:lnTo>
                  <a:lnTo>
                    <a:pt x="1433068" y="3357715"/>
                  </a:lnTo>
                  <a:lnTo>
                    <a:pt x="1436624" y="3352127"/>
                  </a:lnTo>
                  <a:lnTo>
                    <a:pt x="1440688" y="3346793"/>
                  </a:lnTo>
                  <a:close/>
                </a:path>
                <a:path w="1762125" h="3388359">
                  <a:moveTo>
                    <a:pt x="1460639" y="2991789"/>
                  </a:moveTo>
                  <a:lnTo>
                    <a:pt x="1458417" y="2985973"/>
                  </a:lnTo>
                  <a:lnTo>
                    <a:pt x="1454111" y="2981287"/>
                  </a:lnTo>
                  <a:lnTo>
                    <a:pt x="1448054" y="2978366"/>
                  </a:lnTo>
                  <a:lnTo>
                    <a:pt x="1439291" y="2976207"/>
                  </a:lnTo>
                  <a:lnTo>
                    <a:pt x="1430147" y="2981414"/>
                  </a:lnTo>
                  <a:lnTo>
                    <a:pt x="1428242" y="2989923"/>
                  </a:lnTo>
                  <a:lnTo>
                    <a:pt x="1427988" y="2996450"/>
                  </a:lnTo>
                  <a:lnTo>
                    <a:pt x="1430362" y="3002318"/>
                  </a:lnTo>
                  <a:lnTo>
                    <a:pt x="1434884" y="3006928"/>
                  </a:lnTo>
                  <a:lnTo>
                    <a:pt x="1441069" y="3009735"/>
                  </a:lnTo>
                  <a:lnTo>
                    <a:pt x="1449832" y="3012021"/>
                  </a:lnTo>
                  <a:lnTo>
                    <a:pt x="1458976" y="3006687"/>
                  </a:lnTo>
                  <a:lnTo>
                    <a:pt x="1460500" y="2998051"/>
                  </a:lnTo>
                  <a:lnTo>
                    <a:pt x="1460639" y="2991789"/>
                  </a:lnTo>
                  <a:close/>
                </a:path>
                <a:path w="1762125" h="3388359">
                  <a:moveTo>
                    <a:pt x="1498346" y="3367113"/>
                  </a:moveTo>
                  <a:lnTo>
                    <a:pt x="1494282" y="3361017"/>
                  </a:lnTo>
                  <a:lnTo>
                    <a:pt x="1487170" y="3358985"/>
                  </a:lnTo>
                  <a:lnTo>
                    <a:pt x="1480566" y="3357207"/>
                  </a:lnTo>
                  <a:lnTo>
                    <a:pt x="1473581" y="3361271"/>
                  </a:lnTo>
                  <a:lnTo>
                    <a:pt x="1472438" y="3367875"/>
                  </a:lnTo>
                  <a:lnTo>
                    <a:pt x="1470787" y="3374225"/>
                  </a:lnTo>
                  <a:lnTo>
                    <a:pt x="1475105" y="3381083"/>
                  </a:lnTo>
                  <a:lnTo>
                    <a:pt x="1481836" y="3382861"/>
                  </a:lnTo>
                  <a:lnTo>
                    <a:pt x="1488567" y="3384258"/>
                  </a:lnTo>
                  <a:lnTo>
                    <a:pt x="1495298" y="3380575"/>
                  </a:lnTo>
                  <a:lnTo>
                    <a:pt x="1496949" y="3374225"/>
                  </a:lnTo>
                  <a:lnTo>
                    <a:pt x="1498346" y="3367113"/>
                  </a:lnTo>
                  <a:close/>
                </a:path>
                <a:path w="1762125" h="3388359">
                  <a:moveTo>
                    <a:pt x="1529842" y="2977604"/>
                  </a:moveTo>
                  <a:lnTo>
                    <a:pt x="1525143" y="2969984"/>
                  </a:lnTo>
                  <a:lnTo>
                    <a:pt x="1516888" y="2968079"/>
                  </a:lnTo>
                  <a:lnTo>
                    <a:pt x="1509395" y="2965793"/>
                  </a:lnTo>
                  <a:lnTo>
                    <a:pt x="1501521" y="2970619"/>
                  </a:lnTo>
                  <a:lnTo>
                    <a:pt x="1499870" y="2978239"/>
                  </a:lnTo>
                  <a:lnTo>
                    <a:pt x="1497584" y="2985986"/>
                  </a:lnTo>
                  <a:lnTo>
                    <a:pt x="1502791" y="2993860"/>
                  </a:lnTo>
                  <a:lnTo>
                    <a:pt x="1510538" y="2995511"/>
                  </a:lnTo>
                  <a:lnTo>
                    <a:pt x="1518793" y="2997543"/>
                  </a:lnTo>
                  <a:lnTo>
                    <a:pt x="1526413" y="2993225"/>
                  </a:lnTo>
                  <a:lnTo>
                    <a:pt x="1528191" y="2985097"/>
                  </a:lnTo>
                  <a:lnTo>
                    <a:pt x="1529842" y="2977604"/>
                  </a:lnTo>
                  <a:close/>
                </a:path>
                <a:path w="1762125" h="3388359">
                  <a:moveTo>
                    <a:pt x="1571879" y="3368383"/>
                  </a:moveTo>
                  <a:lnTo>
                    <a:pt x="1566799" y="3360636"/>
                  </a:lnTo>
                  <a:lnTo>
                    <a:pt x="1559179" y="3358350"/>
                  </a:lnTo>
                  <a:lnTo>
                    <a:pt x="1550924" y="3356445"/>
                  </a:lnTo>
                  <a:lnTo>
                    <a:pt x="1543177" y="3361144"/>
                  </a:lnTo>
                  <a:lnTo>
                    <a:pt x="1541526" y="3368764"/>
                  </a:lnTo>
                  <a:lnTo>
                    <a:pt x="1540002" y="3376257"/>
                  </a:lnTo>
                  <a:lnTo>
                    <a:pt x="1544447" y="3384131"/>
                  </a:lnTo>
                  <a:lnTo>
                    <a:pt x="1552702" y="3386163"/>
                  </a:lnTo>
                  <a:lnTo>
                    <a:pt x="1560449" y="3387941"/>
                  </a:lnTo>
                  <a:lnTo>
                    <a:pt x="1568323" y="3383115"/>
                  </a:lnTo>
                  <a:lnTo>
                    <a:pt x="1569847" y="3375622"/>
                  </a:lnTo>
                  <a:lnTo>
                    <a:pt x="1571879" y="3368383"/>
                  </a:lnTo>
                  <a:close/>
                </a:path>
                <a:path w="1762125" h="3388359">
                  <a:moveTo>
                    <a:pt x="1599692" y="2981033"/>
                  </a:moveTo>
                  <a:lnTo>
                    <a:pt x="1595247" y="2974175"/>
                  </a:lnTo>
                  <a:lnTo>
                    <a:pt x="1588389" y="2972778"/>
                  </a:lnTo>
                  <a:lnTo>
                    <a:pt x="1581785" y="2971000"/>
                  </a:lnTo>
                  <a:lnTo>
                    <a:pt x="1574927" y="2975064"/>
                  </a:lnTo>
                  <a:lnTo>
                    <a:pt x="1573276" y="2981414"/>
                  </a:lnTo>
                  <a:lnTo>
                    <a:pt x="1572006" y="2988018"/>
                  </a:lnTo>
                  <a:lnTo>
                    <a:pt x="1575943" y="2994622"/>
                  </a:lnTo>
                  <a:lnTo>
                    <a:pt x="1582674" y="2996527"/>
                  </a:lnTo>
                  <a:lnTo>
                    <a:pt x="1589913" y="2998051"/>
                  </a:lnTo>
                  <a:lnTo>
                    <a:pt x="1596136" y="2994241"/>
                  </a:lnTo>
                  <a:lnTo>
                    <a:pt x="1598041" y="2987383"/>
                  </a:lnTo>
                  <a:lnTo>
                    <a:pt x="1599692" y="2981033"/>
                  </a:lnTo>
                  <a:close/>
                </a:path>
                <a:path w="1762125" h="3388359">
                  <a:moveTo>
                    <a:pt x="1641919" y="3357651"/>
                  </a:moveTo>
                  <a:lnTo>
                    <a:pt x="1639506" y="3351796"/>
                  </a:lnTo>
                  <a:lnTo>
                    <a:pt x="1634998" y="3347072"/>
                  </a:lnTo>
                  <a:lnTo>
                    <a:pt x="1628775" y="3344126"/>
                  </a:lnTo>
                  <a:lnTo>
                    <a:pt x="1620012" y="3341840"/>
                  </a:lnTo>
                  <a:lnTo>
                    <a:pt x="1610868" y="3347047"/>
                  </a:lnTo>
                  <a:lnTo>
                    <a:pt x="1609344" y="3355683"/>
                  </a:lnTo>
                  <a:lnTo>
                    <a:pt x="1609090" y="3362172"/>
                  </a:lnTo>
                  <a:lnTo>
                    <a:pt x="1611337" y="3367963"/>
                  </a:lnTo>
                  <a:lnTo>
                    <a:pt x="1615732" y="3372535"/>
                  </a:lnTo>
                  <a:lnTo>
                    <a:pt x="1621917" y="3375368"/>
                  </a:lnTo>
                  <a:lnTo>
                    <a:pt x="1628432" y="3375672"/>
                  </a:lnTo>
                  <a:lnTo>
                    <a:pt x="1634401" y="3373615"/>
                  </a:lnTo>
                  <a:lnTo>
                    <a:pt x="1639112" y="3369564"/>
                  </a:lnTo>
                  <a:lnTo>
                    <a:pt x="1641856" y="3363938"/>
                  </a:lnTo>
                  <a:lnTo>
                    <a:pt x="1641919" y="3357651"/>
                  </a:lnTo>
                  <a:close/>
                </a:path>
                <a:path w="1762125" h="3388359">
                  <a:moveTo>
                    <a:pt x="1656588" y="3011005"/>
                  </a:moveTo>
                  <a:lnTo>
                    <a:pt x="1654937" y="3003131"/>
                  </a:lnTo>
                  <a:lnTo>
                    <a:pt x="1649095" y="2999448"/>
                  </a:lnTo>
                  <a:lnTo>
                    <a:pt x="1643507" y="2995384"/>
                  </a:lnTo>
                  <a:lnTo>
                    <a:pt x="1635506" y="2996781"/>
                  </a:lnTo>
                  <a:lnTo>
                    <a:pt x="1631950" y="3002242"/>
                  </a:lnTo>
                  <a:lnTo>
                    <a:pt x="1628140" y="3008211"/>
                  </a:lnTo>
                  <a:lnTo>
                    <a:pt x="1629537" y="3015450"/>
                  </a:lnTo>
                  <a:lnTo>
                    <a:pt x="1635633" y="3019768"/>
                  </a:lnTo>
                  <a:lnTo>
                    <a:pt x="1641475" y="3023451"/>
                  </a:lnTo>
                  <a:lnTo>
                    <a:pt x="1648968" y="3021800"/>
                  </a:lnTo>
                  <a:lnTo>
                    <a:pt x="1653032" y="3016466"/>
                  </a:lnTo>
                  <a:lnTo>
                    <a:pt x="1656588" y="3011005"/>
                  </a:lnTo>
                  <a:close/>
                </a:path>
                <a:path w="1762125" h="3388359">
                  <a:moveTo>
                    <a:pt x="1662963" y="3204413"/>
                  </a:moveTo>
                  <a:lnTo>
                    <a:pt x="1662188" y="3197212"/>
                  </a:lnTo>
                  <a:lnTo>
                    <a:pt x="1660017" y="3190075"/>
                  </a:lnTo>
                  <a:lnTo>
                    <a:pt x="1612290" y="3073870"/>
                  </a:lnTo>
                  <a:lnTo>
                    <a:pt x="1610995" y="3070695"/>
                  </a:lnTo>
                  <a:lnTo>
                    <a:pt x="1576197" y="3046742"/>
                  </a:lnTo>
                  <a:lnTo>
                    <a:pt x="1568932" y="3047149"/>
                  </a:lnTo>
                  <a:lnTo>
                    <a:pt x="1439418" y="3093809"/>
                  </a:lnTo>
                  <a:lnTo>
                    <a:pt x="1415872" y="3126956"/>
                  </a:lnTo>
                  <a:lnTo>
                    <a:pt x="1416316" y="3131655"/>
                  </a:lnTo>
                  <a:lnTo>
                    <a:pt x="1416431" y="3132925"/>
                  </a:lnTo>
                  <a:lnTo>
                    <a:pt x="1453845" y="3166249"/>
                  </a:lnTo>
                  <a:lnTo>
                    <a:pt x="1468501" y="3164040"/>
                  </a:lnTo>
                  <a:lnTo>
                    <a:pt x="1503807" y="3151086"/>
                  </a:lnTo>
                  <a:lnTo>
                    <a:pt x="1457833" y="3255734"/>
                  </a:lnTo>
                  <a:lnTo>
                    <a:pt x="1454924" y="3269894"/>
                  </a:lnTo>
                  <a:lnTo>
                    <a:pt x="1457782" y="3283839"/>
                  </a:lnTo>
                  <a:lnTo>
                    <a:pt x="1465707" y="3295929"/>
                  </a:lnTo>
                  <a:lnTo>
                    <a:pt x="1478026" y="3304502"/>
                  </a:lnTo>
                  <a:lnTo>
                    <a:pt x="1482090" y="3295358"/>
                  </a:lnTo>
                  <a:lnTo>
                    <a:pt x="1477264" y="3293199"/>
                  </a:lnTo>
                  <a:lnTo>
                    <a:pt x="1475105" y="3287865"/>
                  </a:lnTo>
                  <a:lnTo>
                    <a:pt x="1477264" y="3282912"/>
                  </a:lnTo>
                  <a:lnTo>
                    <a:pt x="1535188" y="3151086"/>
                  </a:lnTo>
                  <a:lnTo>
                    <a:pt x="1539989" y="3140164"/>
                  </a:lnTo>
                  <a:lnTo>
                    <a:pt x="1556512" y="3102572"/>
                  </a:lnTo>
                  <a:lnTo>
                    <a:pt x="1457960" y="3138640"/>
                  </a:lnTo>
                  <a:lnTo>
                    <a:pt x="1443736" y="3126956"/>
                  </a:lnTo>
                  <a:lnTo>
                    <a:pt x="1445768" y="3122384"/>
                  </a:lnTo>
                  <a:lnTo>
                    <a:pt x="1447673" y="3120479"/>
                  </a:lnTo>
                  <a:lnTo>
                    <a:pt x="1449959" y="3119209"/>
                  </a:lnTo>
                  <a:lnTo>
                    <a:pt x="1574800" y="3073870"/>
                  </a:lnTo>
                  <a:lnTo>
                    <a:pt x="1577086" y="3073870"/>
                  </a:lnTo>
                  <a:lnTo>
                    <a:pt x="1640586" y="3216110"/>
                  </a:lnTo>
                  <a:lnTo>
                    <a:pt x="1641348" y="3220809"/>
                  </a:lnTo>
                  <a:lnTo>
                    <a:pt x="1640459" y="3223095"/>
                  </a:lnTo>
                  <a:lnTo>
                    <a:pt x="1639443" y="3225381"/>
                  </a:lnTo>
                  <a:lnTo>
                    <a:pt x="1637411" y="3227286"/>
                  </a:lnTo>
                  <a:lnTo>
                    <a:pt x="1635125" y="3228429"/>
                  </a:lnTo>
                  <a:lnTo>
                    <a:pt x="1633982" y="3228556"/>
                  </a:lnTo>
                  <a:lnTo>
                    <a:pt x="1638427" y="3238081"/>
                  </a:lnTo>
                  <a:lnTo>
                    <a:pt x="1639316" y="3237446"/>
                  </a:lnTo>
                  <a:lnTo>
                    <a:pt x="1645970" y="3234232"/>
                  </a:lnTo>
                  <a:lnTo>
                    <a:pt x="1651762" y="3229953"/>
                  </a:lnTo>
                  <a:lnTo>
                    <a:pt x="1656486" y="3224733"/>
                  </a:lnTo>
                  <a:lnTo>
                    <a:pt x="1660017" y="3218650"/>
                  </a:lnTo>
                  <a:lnTo>
                    <a:pt x="1662264" y="3211601"/>
                  </a:lnTo>
                  <a:lnTo>
                    <a:pt x="1662963" y="3204413"/>
                  </a:lnTo>
                  <a:close/>
                </a:path>
                <a:path w="1762125" h="3388359">
                  <a:moveTo>
                    <a:pt x="1701863" y="3320516"/>
                  </a:moveTo>
                  <a:lnTo>
                    <a:pt x="1699348" y="3313963"/>
                  </a:lnTo>
                  <a:lnTo>
                    <a:pt x="1694497" y="3308858"/>
                  </a:lnTo>
                  <a:lnTo>
                    <a:pt x="1687830" y="3305899"/>
                  </a:lnTo>
                  <a:lnTo>
                    <a:pt x="1680349" y="3305365"/>
                  </a:lnTo>
                  <a:lnTo>
                    <a:pt x="1673682" y="3307638"/>
                  </a:lnTo>
                  <a:lnTo>
                    <a:pt x="1668551" y="3312210"/>
                  </a:lnTo>
                  <a:lnTo>
                    <a:pt x="1665732" y="3318599"/>
                  </a:lnTo>
                  <a:lnTo>
                    <a:pt x="1665351" y="3325838"/>
                  </a:lnTo>
                  <a:lnTo>
                    <a:pt x="1667865" y="3332378"/>
                  </a:lnTo>
                  <a:lnTo>
                    <a:pt x="1672742" y="3337496"/>
                  </a:lnTo>
                  <a:lnTo>
                    <a:pt x="1679448" y="3340443"/>
                  </a:lnTo>
                  <a:lnTo>
                    <a:pt x="1686915" y="3340989"/>
                  </a:lnTo>
                  <a:lnTo>
                    <a:pt x="1693583" y="3338715"/>
                  </a:lnTo>
                  <a:lnTo>
                    <a:pt x="1698713" y="3334143"/>
                  </a:lnTo>
                  <a:lnTo>
                    <a:pt x="1701546" y="3327743"/>
                  </a:lnTo>
                  <a:lnTo>
                    <a:pt x="1701863" y="3320516"/>
                  </a:lnTo>
                  <a:close/>
                </a:path>
                <a:path w="1762125" h="3388359">
                  <a:moveTo>
                    <a:pt x="1709293" y="3061932"/>
                  </a:moveTo>
                  <a:lnTo>
                    <a:pt x="1707515" y="3052915"/>
                  </a:lnTo>
                  <a:lnTo>
                    <a:pt x="1700784" y="3048851"/>
                  </a:lnTo>
                  <a:lnTo>
                    <a:pt x="1693799" y="3044025"/>
                  </a:lnTo>
                  <a:lnTo>
                    <a:pt x="1685036" y="3045803"/>
                  </a:lnTo>
                  <a:lnTo>
                    <a:pt x="1680591" y="3052026"/>
                  </a:lnTo>
                  <a:lnTo>
                    <a:pt x="1675892" y="3058757"/>
                  </a:lnTo>
                  <a:lnTo>
                    <a:pt x="1677797" y="3067393"/>
                  </a:lnTo>
                  <a:lnTo>
                    <a:pt x="1684909" y="3072092"/>
                  </a:lnTo>
                  <a:lnTo>
                    <a:pt x="1691386" y="3076664"/>
                  </a:lnTo>
                  <a:lnTo>
                    <a:pt x="1700657" y="3075140"/>
                  </a:lnTo>
                  <a:lnTo>
                    <a:pt x="1704848" y="3068155"/>
                  </a:lnTo>
                  <a:lnTo>
                    <a:pt x="1709293" y="3061932"/>
                  </a:lnTo>
                  <a:close/>
                </a:path>
                <a:path w="1762125" h="3388359">
                  <a:moveTo>
                    <a:pt x="1745983" y="3257867"/>
                  </a:moveTo>
                  <a:lnTo>
                    <a:pt x="1743075" y="3250577"/>
                  </a:lnTo>
                  <a:lnTo>
                    <a:pt x="1737677" y="3244786"/>
                  </a:lnTo>
                  <a:lnTo>
                    <a:pt x="1730375" y="3241383"/>
                  </a:lnTo>
                  <a:lnTo>
                    <a:pt x="1722094" y="3240989"/>
                  </a:lnTo>
                  <a:lnTo>
                    <a:pt x="1714728" y="3243605"/>
                  </a:lnTo>
                  <a:lnTo>
                    <a:pt x="1709064" y="3248710"/>
                  </a:lnTo>
                  <a:lnTo>
                    <a:pt x="1705864" y="3255734"/>
                  </a:lnTo>
                  <a:lnTo>
                    <a:pt x="1705406" y="3263709"/>
                  </a:lnTo>
                  <a:lnTo>
                    <a:pt x="1708226" y="3270935"/>
                  </a:lnTo>
                  <a:lnTo>
                    <a:pt x="1713738" y="3276650"/>
                  </a:lnTo>
                  <a:lnTo>
                    <a:pt x="1721358" y="3280118"/>
                  </a:lnTo>
                  <a:lnTo>
                    <a:pt x="1729384" y="3280486"/>
                  </a:lnTo>
                  <a:lnTo>
                    <a:pt x="1736699" y="3277997"/>
                  </a:lnTo>
                  <a:lnTo>
                    <a:pt x="1742478" y="3272980"/>
                  </a:lnTo>
                  <a:lnTo>
                    <a:pt x="1745869" y="3265767"/>
                  </a:lnTo>
                  <a:lnTo>
                    <a:pt x="1745983" y="3257867"/>
                  </a:lnTo>
                  <a:close/>
                </a:path>
                <a:path w="1762125" h="3388359">
                  <a:moveTo>
                    <a:pt x="1747291" y="3123120"/>
                  </a:moveTo>
                  <a:lnTo>
                    <a:pt x="1727263" y="3103943"/>
                  </a:lnTo>
                  <a:lnTo>
                    <a:pt x="1721459" y="3106267"/>
                  </a:lnTo>
                  <a:lnTo>
                    <a:pt x="1716913" y="3110700"/>
                  </a:lnTo>
                  <a:lnTo>
                    <a:pt x="1714322" y="3116376"/>
                  </a:lnTo>
                  <a:lnTo>
                    <a:pt x="1714385" y="3122536"/>
                  </a:lnTo>
                  <a:lnTo>
                    <a:pt x="1716849" y="3128327"/>
                  </a:lnTo>
                  <a:lnTo>
                    <a:pt x="1721485" y="3132925"/>
                  </a:lnTo>
                  <a:lnTo>
                    <a:pt x="1727809" y="3135579"/>
                  </a:lnTo>
                  <a:lnTo>
                    <a:pt x="1734324" y="3135769"/>
                  </a:lnTo>
                  <a:lnTo>
                    <a:pt x="1740281" y="3133560"/>
                  </a:lnTo>
                  <a:lnTo>
                    <a:pt x="1744980" y="3128988"/>
                  </a:lnTo>
                  <a:lnTo>
                    <a:pt x="1747291" y="3123120"/>
                  </a:lnTo>
                  <a:close/>
                </a:path>
                <a:path w="1762125" h="3388359">
                  <a:moveTo>
                    <a:pt x="1761502" y="3191230"/>
                  </a:moveTo>
                  <a:lnTo>
                    <a:pt x="1739315" y="3169716"/>
                  </a:lnTo>
                  <a:lnTo>
                    <a:pt x="1732800" y="3172180"/>
                  </a:lnTo>
                  <a:lnTo>
                    <a:pt x="1727708" y="3177248"/>
                  </a:lnTo>
                  <a:lnTo>
                    <a:pt x="1724914" y="3183699"/>
                  </a:lnTo>
                  <a:lnTo>
                    <a:pt x="1725002" y="3190671"/>
                  </a:lnTo>
                  <a:lnTo>
                    <a:pt x="1727809" y="3197275"/>
                  </a:lnTo>
                  <a:lnTo>
                    <a:pt x="1733169" y="3202648"/>
                  </a:lnTo>
                  <a:lnTo>
                    <a:pt x="1739912" y="3205315"/>
                  </a:lnTo>
                  <a:lnTo>
                    <a:pt x="1747012" y="3205353"/>
                  </a:lnTo>
                  <a:lnTo>
                    <a:pt x="1753527" y="3202863"/>
                  </a:lnTo>
                  <a:lnTo>
                    <a:pt x="1758569" y="3197949"/>
                  </a:lnTo>
                  <a:lnTo>
                    <a:pt x="1761502" y="3191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16976" y="7889875"/>
              <a:ext cx="161035" cy="14428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67027" y="7657953"/>
              <a:ext cx="710029" cy="690665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9283445" y="6958647"/>
            <a:ext cx="961390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IT</a:t>
            </a:r>
            <a:endParaRPr sz="15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Operating</a:t>
            </a:r>
            <a:endParaRPr sz="1500">
              <a:latin typeface="Century Gothic"/>
              <a:cs typeface="Century Gothic"/>
            </a:endParaRPr>
          </a:p>
          <a:p>
            <a:pPr marL="1905" algn="ctr">
              <a:lnSpc>
                <a:spcPct val="100000"/>
              </a:lnSpc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Model</a:t>
            </a:r>
            <a:endParaRPr sz="1500">
              <a:latin typeface="Century Gothic"/>
              <a:cs typeface="Century Gothic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742430" y="2628900"/>
            <a:ext cx="4868545" cy="4618990"/>
            <a:chOff x="6742430" y="2628900"/>
            <a:chExt cx="4868545" cy="4618990"/>
          </a:xfrm>
        </p:grpSpPr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06150" y="6562725"/>
              <a:ext cx="504825" cy="47625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894228" y="4600118"/>
              <a:ext cx="704215" cy="684530"/>
            </a:xfrm>
            <a:custGeom>
              <a:avLst/>
              <a:gdLst/>
              <a:ahLst/>
              <a:cxnLst/>
              <a:rect l="l" t="t" r="r" b="b"/>
              <a:pathLst>
                <a:path w="704215" h="684529">
                  <a:moveTo>
                    <a:pt x="351597" y="0"/>
                  </a:moveTo>
                  <a:lnTo>
                    <a:pt x="306249" y="1604"/>
                  </a:lnTo>
                  <a:lnTo>
                    <a:pt x="261963" y="8829"/>
                  </a:lnTo>
                  <a:lnTo>
                    <a:pt x="219287" y="21474"/>
                  </a:lnTo>
                  <a:lnTo>
                    <a:pt x="178770" y="39337"/>
                  </a:lnTo>
                  <a:lnTo>
                    <a:pt x="140961" y="62216"/>
                  </a:lnTo>
                  <a:lnTo>
                    <a:pt x="106408" y="89908"/>
                  </a:lnTo>
                  <a:lnTo>
                    <a:pt x="75659" y="122211"/>
                  </a:lnTo>
                  <a:lnTo>
                    <a:pt x="49264" y="158925"/>
                  </a:lnTo>
                  <a:lnTo>
                    <a:pt x="27771" y="199846"/>
                  </a:lnTo>
                  <a:lnTo>
                    <a:pt x="12165" y="243394"/>
                  </a:lnTo>
                  <a:lnTo>
                    <a:pt x="2983" y="287697"/>
                  </a:lnTo>
                  <a:lnTo>
                    <a:pt x="0" y="332216"/>
                  </a:lnTo>
                  <a:lnTo>
                    <a:pt x="2992" y="376409"/>
                  </a:lnTo>
                  <a:lnTo>
                    <a:pt x="11736" y="419736"/>
                  </a:lnTo>
                  <a:lnTo>
                    <a:pt x="26009" y="461656"/>
                  </a:lnTo>
                  <a:lnTo>
                    <a:pt x="45586" y="501630"/>
                  </a:lnTo>
                  <a:lnTo>
                    <a:pt x="70245" y="539115"/>
                  </a:lnTo>
                  <a:lnTo>
                    <a:pt x="99762" y="573571"/>
                  </a:lnTo>
                  <a:lnTo>
                    <a:pt x="133913" y="604458"/>
                  </a:lnTo>
                  <a:lnTo>
                    <a:pt x="172474" y="631236"/>
                  </a:lnTo>
                  <a:lnTo>
                    <a:pt x="215223" y="653363"/>
                  </a:lnTo>
                  <a:lnTo>
                    <a:pt x="260438" y="669838"/>
                  </a:lnTo>
                  <a:lnTo>
                    <a:pt x="306247" y="680089"/>
                  </a:lnTo>
                  <a:lnTo>
                    <a:pt x="352099" y="684317"/>
                  </a:lnTo>
                  <a:lnTo>
                    <a:pt x="397444" y="682723"/>
                  </a:lnTo>
                  <a:lnTo>
                    <a:pt x="441733" y="675508"/>
                  </a:lnTo>
                  <a:lnTo>
                    <a:pt x="484415" y="662872"/>
                  </a:lnTo>
                  <a:lnTo>
                    <a:pt x="524941" y="645016"/>
                  </a:lnTo>
                  <a:lnTo>
                    <a:pt x="562761" y="622140"/>
                  </a:lnTo>
                  <a:lnTo>
                    <a:pt x="597324" y="594445"/>
                  </a:lnTo>
                  <a:lnTo>
                    <a:pt x="628082" y="562132"/>
                  </a:lnTo>
                  <a:lnTo>
                    <a:pt x="654483" y="525401"/>
                  </a:lnTo>
                  <a:lnTo>
                    <a:pt x="675979" y="484453"/>
                  </a:lnTo>
                  <a:lnTo>
                    <a:pt x="691555" y="440934"/>
                  </a:lnTo>
                  <a:lnTo>
                    <a:pt x="700714" y="396655"/>
                  </a:lnTo>
                  <a:lnTo>
                    <a:pt x="703679" y="352155"/>
                  </a:lnTo>
                  <a:lnTo>
                    <a:pt x="700673" y="307975"/>
                  </a:lnTo>
                  <a:lnTo>
                    <a:pt x="691921" y="264655"/>
                  </a:lnTo>
                  <a:lnTo>
                    <a:pt x="677646" y="222738"/>
                  </a:lnTo>
                  <a:lnTo>
                    <a:pt x="658071" y="182762"/>
                  </a:lnTo>
                  <a:lnTo>
                    <a:pt x="633420" y="145269"/>
                  </a:lnTo>
                  <a:lnTo>
                    <a:pt x="603916" y="110799"/>
                  </a:lnTo>
                  <a:lnTo>
                    <a:pt x="569784" y="79893"/>
                  </a:lnTo>
                  <a:lnTo>
                    <a:pt x="531246" y="53092"/>
                  </a:lnTo>
                  <a:lnTo>
                    <a:pt x="488527" y="30936"/>
                  </a:lnTo>
                  <a:lnTo>
                    <a:pt x="443285" y="14464"/>
                  </a:lnTo>
                  <a:lnTo>
                    <a:pt x="397458" y="4219"/>
                  </a:lnTo>
                  <a:lnTo>
                    <a:pt x="351597" y="0"/>
                  </a:lnTo>
                  <a:close/>
                </a:path>
              </a:pathLst>
            </a:custGeom>
            <a:solidFill>
              <a:srgbClr val="1636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894228" y="4600118"/>
              <a:ext cx="704215" cy="684530"/>
            </a:xfrm>
            <a:custGeom>
              <a:avLst/>
              <a:gdLst/>
              <a:ahLst/>
              <a:cxnLst/>
              <a:rect l="l" t="t" r="r" b="b"/>
              <a:pathLst>
                <a:path w="704215" h="684529">
                  <a:moveTo>
                    <a:pt x="27771" y="199846"/>
                  </a:moveTo>
                  <a:lnTo>
                    <a:pt x="49264" y="158925"/>
                  </a:lnTo>
                  <a:lnTo>
                    <a:pt x="75659" y="122211"/>
                  </a:lnTo>
                  <a:lnTo>
                    <a:pt x="106408" y="89908"/>
                  </a:lnTo>
                  <a:lnTo>
                    <a:pt x="140961" y="62216"/>
                  </a:lnTo>
                  <a:lnTo>
                    <a:pt x="178770" y="39337"/>
                  </a:lnTo>
                  <a:lnTo>
                    <a:pt x="219287" y="21474"/>
                  </a:lnTo>
                  <a:lnTo>
                    <a:pt x="261963" y="8829"/>
                  </a:lnTo>
                  <a:lnTo>
                    <a:pt x="306249" y="1604"/>
                  </a:lnTo>
                  <a:lnTo>
                    <a:pt x="351597" y="0"/>
                  </a:lnTo>
                  <a:lnTo>
                    <a:pt x="397458" y="4219"/>
                  </a:lnTo>
                  <a:lnTo>
                    <a:pt x="443285" y="14464"/>
                  </a:lnTo>
                  <a:lnTo>
                    <a:pt x="488527" y="30936"/>
                  </a:lnTo>
                  <a:lnTo>
                    <a:pt x="531246" y="53092"/>
                  </a:lnTo>
                  <a:lnTo>
                    <a:pt x="569784" y="79893"/>
                  </a:lnTo>
                  <a:lnTo>
                    <a:pt x="603916" y="110799"/>
                  </a:lnTo>
                  <a:lnTo>
                    <a:pt x="633420" y="145269"/>
                  </a:lnTo>
                  <a:lnTo>
                    <a:pt x="658071" y="182762"/>
                  </a:lnTo>
                  <a:lnTo>
                    <a:pt x="677646" y="222738"/>
                  </a:lnTo>
                  <a:lnTo>
                    <a:pt x="691921" y="264655"/>
                  </a:lnTo>
                  <a:lnTo>
                    <a:pt x="700673" y="307975"/>
                  </a:lnTo>
                  <a:lnTo>
                    <a:pt x="703679" y="352155"/>
                  </a:lnTo>
                  <a:lnTo>
                    <a:pt x="700714" y="396655"/>
                  </a:lnTo>
                  <a:lnTo>
                    <a:pt x="691555" y="440934"/>
                  </a:lnTo>
                  <a:lnTo>
                    <a:pt x="675979" y="484453"/>
                  </a:lnTo>
                  <a:lnTo>
                    <a:pt x="654483" y="525401"/>
                  </a:lnTo>
                  <a:lnTo>
                    <a:pt x="628082" y="562132"/>
                  </a:lnTo>
                  <a:lnTo>
                    <a:pt x="597324" y="594445"/>
                  </a:lnTo>
                  <a:lnTo>
                    <a:pt x="562761" y="622140"/>
                  </a:lnTo>
                  <a:lnTo>
                    <a:pt x="524941" y="645016"/>
                  </a:lnTo>
                  <a:lnTo>
                    <a:pt x="484415" y="662872"/>
                  </a:lnTo>
                  <a:lnTo>
                    <a:pt x="441733" y="675508"/>
                  </a:lnTo>
                  <a:lnTo>
                    <a:pt x="397444" y="682723"/>
                  </a:lnTo>
                  <a:lnTo>
                    <a:pt x="352099" y="684317"/>
                  </a:lnTo>
                  <a:lnTo>
                    <a:pt x="306247" y="680089"/>
                  </a:lnTo>
                  <a:lnTo>
                    <a:pt x="260438" y="669838"/>
                  </a:lnTo>
                  <a:lnTo>
                    <a:pt x="215223" y="653363"/>
                  </a:lnTo>
                  <a:lnTo>
                    <a:pt x="172474" y="631236"/>
                  </a:lnTo>
                  <a:lnTo>
                    <a:pt x="133913" y="604458"/>
                  </a:lnTo>
                  <a:lnTo>
                    <a:pt x="99762" y="573571"/>
                  </a:lnTo>
                  <a:lnTo>
                    <a:pt x="70245" y="539115"/>
                  </a:lnTo>
                  <a:lnTo>
                    <a:pt x="45586" y="501630"/>
                  </a:lnTo>
                  <a:lnTo>
                    <a:pt x="26009" y="461656"/>
                  </a:lnTo>
                  <a:lnTo>
                    <a:pt x="11736" y="419736"/>
                  </a:lnTo>
                  <a:lnTo>
                    <a:pt x="2992" y="376409"/>
                  </a:lnTo>
                  <a:lnTo>
                    <a:pt x="0" y="332216"/>
                  </a:lnTo>
                  <a:lnTo>
                    <a:pt x="2983" y="287697"/>
                  </a:lnTo>
                  <a:lnTo>
                    <a:pt x="12165" y="243394"/>
                  </a:lnTo>
                  <a:lnTo>
                    <a:pt x="27771" y="199846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101451" y="4864607"/>
              <a:ext cx="342900" cy="245745"/>
            </a:xfrm>
            <a:custGeom>
              <a:avLst/>
              <a:gdLst/>
              <a:ahLst/>
              <a:cxnLst/>
              <a:rect l="l" t="t" r="r" b="b"/>
              <a:pathLst>
                <a:path w="342900" h="245745">
                  <a:moveTo>
                    <a:pt x="342900" y="0"/>
                  </a:moveTo>
                  <a:lnTo>
                    <a:pt x="0" y="0"/>
                  </a:lnTo>
                  <a:lnTo>
                    <a:pt x="0" y="187325"/>
                  </a:lnTo>
                  <a:lnTo>
                    <a:pt x="5715" y="210057"/>
                  </a:lnTo>
                  <a:lnTo>
                    <a:pt x="21463" y="228472"/>
                  </a:lnTo>
                  <a:lnTo>
                    <a:pt x="44830" y="241045"/>
                  </a:lnTo>
                  <a:lnTo>
                    <a:pt x="73405" y="245617"/>
                  </a:lnTo>
                  <a:lnTo>
                    <a:pt x="269367" y="245617"/>
                  </a:lnTo>
                  <a:lnTo>
                    <a:pt x="297942" y="241045"/>
                  </a:lnTo>
                  <a:lnTo>
                    <a:pt x="321309" y="228472"/>
                  </a:lnTo>
                  <a:lnTo>
                    <a:pt x="337057" y="210057"/>
                  </a:lnTo>
                  <a:lnTo>
                    <a:pt x="342900" y="187325"/>
                  </a:lnTo>
                  <a:lnTo>
                    <a:pt x="342900" y="180975"/>
                  </a:lnTo>
                  <a:lnTo>
                    <a:pt x="155067" y="180975"/>
                  </a:lnTo>
                  <a:lnTo>
                    <a:pt x="155067" y="126491"/>
                  </a:lnTo>
                  <a:lnTo>
                    <a:pt x="145160" y="121665"/>
                  </a:lnTo>
                  <a:lnTo>
                    <a:pt x="137414" y="114807"/>
                  </a:lnTo>
                  <a:lnTo>
                    <a:pt x="132333" y="106425"/>
                  </a:lnTo>
                  <a:lnTo>
                    <a:pt x="130555" y="96900"/>
                  </a:lnTo>
                  <a:lnTo>
                    <a:pt x="133730" y="84327"/>
                  </a:lnTo>
                  <a:lnTo>
                    <a:pt x="142494" y="74040"/>
                  </a:lnTo>
                  <a:lnTo>
                    <a:pt x="155448" y="67055"/>
                  </a:lnTo>
                  <a:lnTo>
                    <a:pt x="171450" y="64642"/>
                  </a:lnTo>
                  <a:lnTo>
                    <a:pt x="342900" y="64642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72901" y="4929251"/>
              <a:ext cx="171450" cy="11633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42218" y="4748276"/>
              <a:ext cx="261238" cy="116332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1101451" y="4864607"/>
              <a:ext cx="342900" cy="245745"/>
            </a:xfrm>
            <a:custGeom>
              <a:avLst/>
              <a:gdLst/>
              <a:ahLst/>
              <a:cxnLst/>
              <a:rect l="l" t="t" r="r" b="b"/>
              <a:pathLst>
                <a:path w="342900" h="245745">
                  <a:moveTo>
                    <a:pt x="342900" y="0"/>
                  </a:moveTo>
                  <a:lnTo>
                    <a:pt x="0" y="0"/>
                  </a:lnTo>
                  <a:lnTo>
                    <a:pt x="0" y="187325"/>
                  </a:lnTo>
                  <a:lnTo>
                    <a:pt x="5715" y="210057"/>
                  </a:lnTo>
                  <a:lnTo>
                    <a:pt x="21463" y="228472"/>
                  </a:lnTo>
                  <a:lnTo>
                    <a:pt x="44830" y="241045"/>
                  </a:lnTo>
                  <a:lnTo>
                    <a:pt x="73405" y="245617"/>
                  </a:lnTo>
                  <a:lnTo>
                    <a:pt x="269367" y="245617"/>
                  </a:lnTo>
                  <a:lnTo>
                    <a:pt x="297942" y="241045"/>
                  </a:lnTo>
                  <a:lnTo>
                    <a:pt x="321309" y="228472"/>
                  </a:lnTo>
                  <a:lnTo>
                    <a:pt x="337057" y="210057"/>
                  </a:lnTo>
                  <a:lnTo>
                    <a:pt x="342900" y="187325"/>
                  </a:lnTo>
                  <a:lnTo>
                    <a:pt x="342900" y="180975"/>
                  </a:lnTo>
                  <a:lnTo>
                    <a:pt x="155067" y="180975"/>
                  </a:lnTo>
                  <a:lnTo>
                    <a:pt x="155067" y="126491"/>
                  </a:lnTo>
                  <a:lnTo>
                    <a:pt x="145160" y="121665"/>
                  </a:lnTo>
                  <a:lnTo>
                    <a:pt x="137414" y="114807"/>
                  </a:lnTo>
                  <a:lnTo>
                    <a:pt x="132333" y="106425"/>
                  </a:lnTo>
                  <a:lnTo>
                    <a:pt x="130555" y="96900"/>
                  </a:lnTo>
                  <a:lnTo>
                    <a:pt x="133730" y="84327"/>
                  </a:lnTo>
                  <a:lnTo>
                    <a:pt x="142494" y="74040"/>
                  </a:lnTo>
                  <a:lnTo>
                    <a:pt x="155448" y="67055"/>
                  </a:lnTo>
                  <a:lnTo>
                    <a:pt x="171450" y="64642"/>
                  </a:lnTo>
                  <a:lnTo>
                    <a:pt x="342900" y="64642"/>
                  </a:lnTo>
                  <a:lnTo>
                    <a:pt x="34290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68138" y="4924488"/>
              <a:ext cx="180975" cy="12585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1142218" y="4748276"/>
              <a:ext cx="251460" cy="116839"/>
            </a:xfrm>
            <a:custGeom>
              <a:avLst/>
              <a:gdLst/>
              <a:ahLst/>
              <a:cxnLst/>
              <a:rect l="l" t="t" r="r" b="b"/>
              <a:pathLst>
                <a:path w="251459" h="116839">
                  <a:moveTo>
                    <a:pt x="195960" y="0"/>
                  </a:moveTo>
                  <a:lnTo>
                    <a:pt x="65277" y="0"/>
                  </a:lnTo>
                  <a:lnTo>
                    <a:pt x="39877" y="3937"/>
                  </a:lnTo>
                  <a:lnTo>
                    <a:pt x="19176" y="15112"/>
                  </a:lnTo>
                  <a:lnTo>
                    <a:pt x="5079" y="31496"/>
                  </a:lnTo>
                  <a:lnTo>
                    <a:pt x="0" y="51688"/>
                  </a:lnTo>
                  <a:lnTo>
                    <a:pt x="0" y="116332"/>
                  </a:lnTo>
                  <a:lnTo>
                    <a:pt x="32638" y="116332"/>
                  </a:lnTo>
                  <a:lnTo>
                    <a:pt x="32638" y="51688"/>
                  </a:lnTo>
                  <a:lnTo>
                    <a:pt x="35178" y="41528"/>
                  </a:lnTo>
                  <a:lnTo>
                    <a:pt x="42163" y="33400"/>
                  </a:lnTo>
                  <a:lnTo>
                    <a:pt x="52577" y="27812"/>
                  </a:lnTo>
                  <a:lnTo>
                    <a:pt x="65277" y="25781"/>
                  </a:lnTo>
                  <a:lnTo>
                    <a:pt x="251205" y="25781"/>
                  </a:lnTo>
                  <a:lnTo>
                    <a:pt x="242061" y="15112"/>
                  </a:lnTo>
                  <a:lnTo>
                    <a:pt x="221360" y="3937"/>
                  </a:lnTo>
                  <a:lnTo>
                    <a:pt x="19596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33416" y="4769294"/>
              <a:ext cx="74802" cy="1000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51116" y="6951090"/>
              <a:ext cx="98551" cy="6731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829552" y="6902958"/>
              <a:ext cx="307975" cy="344805"/>
            </a:xfrm>
            <a:custGeom>
              <a:avLst/>
              <a:gdLst/>
              <a:ahLst/>
              <a:cxnLst/>
              <a:rect l="l" t="t" r="r" b="b"/>
              <a:pathLst>
                <a:path w="307975" h="344804">
                  <a:moveTo>
                    <a:pt x="220795" y="276225"/>
                  </a:moveTo>
                  <a:lnTo>
                    <a:pt x="70484" y="276225"/>
                  </a:lnTo>
                  <a:lnTo>
                    <a:pt x="79628" y="278384"/>
                  </a:lnTo>
                  <a:lnTo>
                    <a:pt x="82296" y="281432"/>
                  </a:lnTo>
                  <a:lnTo>
                    <a:pt x="91694" y="301244"/>
                  </a:lnTo>
                  <a:lnTo>
                    <a:pt x="100965" y="330581"/>
                  </a:lnTo>
                  <a:lnTo>
                    <a:pt x="106806" y="344805"/>
                  </a:lnTo>
                  <a:lnTo>
                    <a:pt x="222884" y="313944"/>
                  </a:lnTo>
                  <a:lnTo>
                    <a:pt x="220725" y="305181"/>
                  </a:lnTo>
                  <a:lnTo>
                    <a:pt x="220795" y="276225"/>
                  </a:lnTo>
                  <a:close/>
                </a:path>
                <a:path w="307975" h="344804">
                  <a:moveTo>
                    <a:pt x="103250" y="0"/>
                  </a:moveTo>
                  <a:lnTo>
                    <a:pt x="94361" y="1905"/>
                  </a:lnTo>
                  <a:lnTo>
                    <a:pt x="88138" y="6985"/>
                  </a:lnTo>
                  <a:lnTo>
                    <a:pt x="85344" y="13462"/>
                  </a:lnTo>
                  <a:lnTo>
                    <a:pt x="84327" y="24765"/>
                  </a:lnTo>
                  <a:lnTo>
                    <a:pt x="84581" y="28829"/>
                  </a:lnTo>
                  <a:lnTo>
                    <a:pt x="80264" y="38608"/>
                  </a:lnTo>
                  <a:lnTo>
                    <a:pt x="56133" y="84582"/>
                  </a:lnTo>
                  <a:lnTo>
                    <a:pt x="47751" y="121920"/>
                  </a:lnTo>
                  <a:lnTo>
                    <a:pt x="3555" y="149352"/>
                  </a:lnTo>
                  <a:lnTo>
                    <a:pt x="2794" y="151003"/>
                  </a:lnTo>
                  <a:lnTo>
                    <a:pt x="0" y="157480"/>
                  </a:lnTo>
                  <a:lnTo>
                    <a:pt x="1143" y="163830"/>
                  </a:lnTo>
                  <a:lnTo>
                    <a:pt x="2158" y="166243"/>
                  </a:lnTo>
                  <a:lnTo>
                    <a:pt x="7239" y="168529"/>
                  </a:lnTo>
                  <a:lnTo>
                    <a:pt x="22351" y="175133"/>
                  </a:lnTo>
                  <a:lnTo>
                    <a:pt x="14986" y="187452"/>
                  </a:lnTo>
                  <a:lnTo>
                    <a:pt x="11302" y="195707"/>
                  </a:lnTo>
                  <a:lnTo>
                    <a:pt x="10922" y="201295"/>
                  </a:lnTo>
                  <a:lnTo>
                    <a:pt x="10414" y="207010"/>
                  </a:lnTo>
                  <a:lnTo>
                    <a:pt x="7112" y="219202"/>
                  </a:lnTo>
                  <a:lnTo>
                    <a:pt x="7874" y="231140"/>
                  </a:lnTo>
                  <a:lnTo>
                    <a:pt x="3555" y="241046"/>
                  </a:lnTo>
                  <a:lnTo>
                    <a:pt x="889" y="251587"/>
                  </a:lnTo>
                  <a:lnTo>
                    <a:pt x="1316" y="258318"/>
                  </a:lnTo>
                  <a:lnTo>
                    <a:pt x="1397" y="259588"/>
                  </a:lnTo>
                  <a:lnTo>
                    <a:pt x="2667" y="265938"/>
                  </a:lnTo>
                  <a:lnTo>
                    <a:pt x="6223" y="271399"/>
                  </a:lnTo>
                  <a:lnTo>
                    <a:pt x="11302" y="273685"/>
                  </a:lnTo>
                  <a:lnTo>
                    <a:pt x="21463" y="278130"/>
                  </a:lnTo>
                  <a:lnTo>
                    <a:pt x="32003" y="276860"/>
                  </a:lnTo>
                  <a:lnTo>
                    <a:pt x="70484" y="276225"/>
                  </a:lnTo>
                  <a:lnTo>
                    <a:pt x="220795" y="276225"/>
                  </a:lnTo>
                  <a:lnTo>
                    <a:pt x="222250" y="264922"/>
                  </a:lnTo>
                  <a:lnTo>
                    <a:pt x="225171" y="258318"/>
                  </a:lnTo>
                  <a:lnTo>
                    <a:pt x="231140" y="249301"/>
                  </a:lnTo>
                  <a:lnTo>
                    <a:pt x="236727" y="245872"/>
                  </a:lnTo>
                  <a:lnTo>
                    <a:pt x="247015" y="240665"/>
                  </a:lnTo>
                  <a:lnTo>
                    <a:pt x="274954" y="227457"/>
                  </a:lnTo>
                  <a:lnTo>
                    <a:pt x="276976" y="226060"/>
                  </a:lnTo>
                  <a:lnTo>
                    <a:pt x="271525" y="226060"/>
                  </a:lnTo>
                  <a:lnTo>
                    <a:pt x="200787" y="194945"/>
                  </a:lnTo>
                  <a:lnTo>
                    <a:pt x="216534" y="158877"/>
                  </a:lnTo>
                  <a:lnTo>
                    <a:pt x="147447" y="128524"/>
                  </a:lnTo>
                  <a:lnTo>
                    <a:pt x="161798" y="95885"/>
                  </a:lnTo>
                  <a:lnTo>
                    <a:pt x="201945" y="95885"/>
                  </a:lnTo>
                  <a:lnTo>
                    <a:pt x="210566" y="76327"/>
                  </a:lnTo>
                  <a:lnTo>
                    <a:pt x="224917" y="43561"/>
                  </a:lnTo>
                  <a:lnTo>
                    <a:pt x="191262" y="28829"/>
                  </a:lnTo>
                  <a:lnTo>
                    <a:pt x="199771" y="9144"/>
                  </a:lnTo>
                  <a:lnTo>
                    <a:pt x="152653" y="2159"/>
                  </a:lnTo>
                  <a:lnTo>
                    <a:pt x="118999" y="1016"/>
                  </a:lnTo>
                  <a:lnTo>
                    <a:pt x="103250" y="0"/>
                  </a:lnTo>
                  <a:close/>
                </a:path>
                <a:path w="307975" h="344804">
                  <a:moveTo>
                    <a:pt x="287400" y="189992"/>
                  </a:moveTo>
                  <a:lnTo>
                    <a:pt x="271525" y="226060"/>
                  </a:lnTo>
                  <a:lnTo>
                    <a:pt x="276976" y="226060"/>
                  </a:lnTo>
                  <a:lnTo>
                    <a:pt x="292226" y="215519"/>
                  </a:lnTo>
                  <a:lnTo>
                    <a:pt x="307594" y="198882"/>
                  </a:lnTo>
                  <a:lnTo>
                    <a:pt x="287400" y="189992"/>
                  </a:lnTo>
                  <a:close/>
                </a:path>
                <a:path w="307975" h="344804">
                  <a:moveTo>
                    <a:pt x="201945" y="95885"/>
                  </a:moveTo>
                  <a:lnTo>
                    <a:pt x="161798" y="95885"/>
                  </a:lnTo>
                  <a:lnTo>
                    <a:pt x="195452" y="110617"/>
                  </a:lnTo>
                  <a:lnTo>
                    <a:pt x="201945" y="958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44436" y="6984872"/>
              <a:ext cx="106680" cy="8648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42430" y="6669023"/>
              <a:ext cx="130937" cy="10325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7255637" y="6932040"/>
              <a:ext cx="33020" cy="31115"/>
            </a:xfrm>
            <a:custGeom>
              <a:avLst/>
              <a:gdLst/>
              <a:ahLst/>
              <a:cxnLst/>
              <a:rect l="l" t="t" r="r" b="b"/>
              <a:pathLst>
                <a:path w="33020" h="31115">
                  <a:moveTo>
                    <a:pt x="8890" y="0"/>
                  </a:moveTo>
                  <a:lnTo>
                    <a:pt x="0" y="20193"/>
                  </a:lnTo>
                  <a:lnTo>
                    <a:pt x="23749" y="30607"/>
                  </a:lnTo>
                  <a:lnTo>
                    <a:pt x="32512" y="10414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43850" y="2628900"/>
              <a:ext cx="2505075" cy="838200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8463280" y="2572067"/>
            <a:ext cx="1477010" cy="826769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94945" marR="5080" indent="-182880">
              <a:lnSpc>
                <a:spcPct val="75100"/>
              </a:lnSpc>
              <a:spcBef>
                <a:spcPts val="994"/>
              </a:spcBef>
            </a:pPr>
            <a:r>
              <a:rPr sz="3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Tactical levers</a:t>
            </a:r>
            <a:endParaRPr sz="3000">
              <a:latin typeface="Century Gothic"/>
              <a:cs typeface="Century Gothic"/>
            </a:endParaRPr>
          </a:p>
        </p:txBody>
      </p:sp>
      <p:pic>
        <p:nvPicPr>
          <p:cNvPr id="69" name="object 6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943850" y="9020175"/>
            <a:ext cx="2505075" cy="419100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8026400" y="8992869"/>
            <a:ext cx="23507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entury Gothic"/>
                <a:cs typeface="Century Gothic"/>
              </a:rPr>
              <a:t>Structural</a:t>
            </a:r>
            <a:r>
              <a:rPr sz="2400" b="1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levers</a:t>
            </a:r>
            <a:endParaRPr sz="2400">
              <a:latin typeface="Century Gothic"/>
              <a:cs typeface="Century Gothic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722501" y="2713101"/>
            <a:ext cx="1393825" cy="1279525"/>
            <a:chOff x="1722501" y="2713101"/>
            <a:chExt cx="1393825" cy="1279525"/>
          </a:xfrm>
        </p:grpSpPr>
        <p:sp>
          <p:nvSpPr>
            <p:cNvPr id="72" name="object 72"/>
            <p:cNvSpPr/>
            <p:nvPr/>
          </p:nvSpPr>
          <p:spPr>
            <a:xfrm>
              <a:off x="1728851" y="2719451"/>
              <a:ext cx="1381125" cy="1266825"/>
            </a:xfrm>
            <a:custGeom>
              <a:avLst/>
              <a:gdLst/>
              <a:ahLst/>
              <a:cxnLst/>
              <a:rect l="l" t="t" r="r" b="b"/>
              <a:pathLst>
                <a:path w="1381125" h="1266825">
                  <a:moveTo>
                    <a:pt x="690499" y="0"/>
                  </a:moveTo>
                  <a:lnTo>
                    <a:pt x="641182" y="1589"/>
                  </a:lnTo>
                  <a:lnTo>
                    <a:pt x="592803" y="6287"/>
                  </a:lnTo>
                  <a:lnTo>
                    <a:pt x="545476" y="13986"/>
                  </a:lnTo>
                  <a:lnTo>
                    <a:pt x="499320" y="24579"/>
                  </a:lnTo>
                  <a:lnTo>
                    <a:pt x="454450" y="37958"/>
                  </a:lnTo>
                  <a:lnTo>
                    <a:pt x="410984" y="54018"/>
                  </a:lnTo>
                  <a:lnTo>
                    <a:pt x="369039" y="72651"/>
                  </a:lnTo>
                  <a:lnTo>
                    <a:pt x="328731" y="93749"/>
                  </a:lnTo>
                  <a:lnTo>
                    <a:pt x="290176" y="117206"/>
                  </a:lnTo>
                  <a:lnTo>
                    <a:pt x="253493" y="142915"/>
                  </a:lnTo>
                  <a:lnTo>
                    <a:pt x="218797" y="170769"/>
                  </a:lnTo>
                  <a:lnTo>
                    <a:pt x="186206" y="200661"/>
                  </a:lnTo>
                  <a:lnTo>
                    <a:pt x="155836" y="232483"/>
                  </a:lnTo>
                  <a:lnTo>
                    <a:pt x="127804" y="266129"/>
                  </a:lnTo>
                  <a:lnTo>
                    <a:pt x="102226" y="301492"/>
                  </a:lnTo>
                  <a:lnTo>
                    <a:pt x="79221" y="338464"/>
                  </a:lnTo>
                  <a:lnTo>
                    <a:pt x="58904" y="376939"/>
                  </a:lnTo>
                  <a:lnTo>
                    <a:pt x="41392" y="416809"/>
                  </a:lnTo>
                  <a:lnTo>
                    <a:pt x="26802" y="457968"/>
                  </a:lnTo>
                  <a:lnTo>
                    <a:pt x="15251" y="500309"/>
                  </a:lnTo>
                  <a:lnTo>
                    <a:pt x="6856" y="543724"/>
                  </a:lnTo>
                  <a:lnTo>
                    <a:pt x="1733" y="588106"/>
                  </a:lnTo>
                  <a:lnTo>
                    <a:pt x="0" y="633349"/>
                  </a:lnTo>
                  <a:lnTo>
                    <a:pt x="1733" y="678592"/>
                  </a:lnTo>
                  <a:lnTo>
                    <a:pt x="6856" y="722976"/>
                  </a:lnTo>
                  <a:lnTo>
                    <a:pt x="15251" y="766394"/>
                  </a:lnTo>
                  <a:lnTo>
                    <a:pt x="26802" y="808739"/>
                  </a:lnTo>
                  <a:lnTo>
                    <a:pt x="41392" y="849903"/>
                  </a:lnTo>
                  <a:lnTo>
                    <a:pt x="58904" y="889779"/>
                  </a:lnTo>
                  <a:lnTo>
                    <a:pt x="79221" y="928261"/>
                  </a:lnTo>
                  <a:lnTo>
                    <a:pt x="102226" y="965240"/>
                  </a:lnTo>
                  <a:lnTo>
                    <a:pt x="127804" y="1000611"/>
                  </a:lnTo>
                  <a:lnTo>
                    <a:pt x="155836" y="1034265"/>
                  </a:lnTo>
                  <a:lnTo>
                    <a:pt x="186206" y="1066095"/>
                  </a:lnTo>
                  <a:lnTo>
                    <a:pt x="218797" y="1095995"/>
                  </a:lnTo>
                  <a:lnTo>
                    <a:pt x="253493" y="1123857"/>
                  </a:lnTo>
                  <a:lnTo>
                    <a:pt x="290176" y="1149575"/>
                  </a:lnTo>
                  <a:lnTo>
                    <a:pt x="328731" y="1173040"/>
                  </a:lnTo>
                  <a:lnTo>
                    <a:pt x="369039" y="1194145"/>
                  </a:lnTo>
                  <a:lnTo>
                    <a:pt x="410984" y="1212785"/>
                  </a:lnTo>
                  <a:lnTo>
                    <a:pt x="454450" y="1228850"/>
                  </a:lnTo>
                  <a:lnTo>
                    <a:pt x="499320" y="1242235"/>
                  </a:lnTo>
                  <a:lnTo>
                    <a:pt x="545476" y="1252832"/>
                  </a:lnTo>
                  <a:lnTo>
                    <a:pt x="592803" y="1260534"/>
                  </a:lnTo>
                  <a:lnTo>
                    <a:pt x="641182" y="1265234"/>
                  </a:lnTo>
                  <a:lnTo>
                    <a:pt x="690499" y="1266825"/>
                  </a:lnTo>
                  <a:lnTo>
                    <a:pt x="739815" y="1265234"/>
                  </a:lnTo>
                  <a:lnTo>
                    <a:pt x="788197" y="1260534"/>
                  </a:lnTo>
                  <a:lnTo>
                    <a:pt x="835527" y="1252832"/>
                  </a:lnTo>
                  <a:lnTo>
                    <a:pt x="881687" y="1242235"/>
                  </a:lnTo>
                  <a:lnTo>
                    <a:pt x="926562" y="1228850"/>
                  </a:lnTo>
                  <a:lnTo>
                    <a:pt x="970034" y="1212785"/>
                  </a:lnTo>
                  <a:lnTo>
                    <a:pt x="1011986" y="1194145"/>
                  </a:lnTo>
                  <a:lnTo>
                    <a:pt x="1052302" y="1173040"/>
                  </a:lnTo>
                  <a:lnTo>
                    <a:pt x="1090864" y="1149575"/>
                  </a:lnTo>
                  <a:lnTo>
                    <a:pt x="1127555" y="1123857"/>
                  </a:lnTo>
                  <a:lnTo>
                    <a:pt x="1162259" y="1095995"/>
                  </a:lnTo>
                  <a:lnTo>
                    <a:pt x="1194859" y="1066095"/>
                  </a:lnTo>
                  <a:lnTo>
                    <a:pt x="1225237" y="1034265"/>
                  </a:lnTo>
                  <a:lnTo>
                    <a:pt x="1253277" y="1000611"/>
                  </a:lnTo>
                  <a:lnTo>
                    <a:pt x="1278862" y="965240"/>
                  </a:lnTo>
                  <a:lnTo>
                    <a:pt x="1301875" y="928261"/>
                  </a:lnTo>
                  <a:lnTo>
                    <a:pt x="1322199" y="889779"/>
                  </a:lnTo>
                  <a:lnTo>
                    <a:pt x="1339717" y="849903"/>
                  </a:lnTo>
                  <a:lnTo>
                    <a:pt x="1354312" y="808739"/>
                  </a:lnTo>
                  <a:lnTo>
                    <a:pt x="1365867" y="766394"/>
                  </a:lnTo>
                  <a:lnTo>
                    <a:pt x="1374265" y="722976"/>
                  </a:lnTo>
                  <a:lnTo>
                    <a:pt x="1379390" y="678592"/>
                  </a:lnTo>
                  <a:lnTo>
                    <a:pt x="1381125" y="633349"/>
                  </a:lnTo>
                  <a:lnTo>
                    <a:pt x="1379390" y="588106"/>
                  </a:lnTo>
                  <a:lnTo>
                    <a:pt x="1374265" y="543724"/>
                  </a:lnTo>
                  <a:lnTo>
                    <a:pt x="1365867" y="500309"/>
                  </a:lnTo>
                  <a:lnTo>
                    <a:pt x="1354312" y="457968"/>
                  </a:lnTo>
                  <a:lnTo>
                    <a:pt x="1339717" y="416809"/>
                  </a:lnTo>
                  <a:lnTo>
                    <a:pt x="1322199" y="376939"/>
                  </a:lnTo>
                  <a:lnTo>
                    <a:pt x="1301875" y="338464"/>
                  </a:lnTo>
                  <a:lnTo>
                    <a:pt x="1278862" y="301492"/>
                  </a:lnTo>
                  <a:lnTo>
                    <a:pt x="1253277" y="266129"/>
                  </a:lnTo>
                  <a:lnTo>
                    <a:pt x="1225237" y="232483"/>
                  </a:lnTo>
                  <a:lnTo>
                    <a:pt x="1194859" y="200661"/>
                  </a:lnTo>
                  <a:lnTo>
                    <a:pt x="1162259" y="170769"/>
                  </a:lnTo>
                  <a:lnTo>
                    <a:pt x="1127555" y="142915"/>
                  </a:lnTo>
                  <a:lnTo>
                    <a:pt x="1090864" y="117206"/>
                  </a:lnTo>
                  <a:lnTo>
                    <a:pt x="1052302" y="93749"/>
                  </a:lnTo>
                  <a:lnTo>
                    <a:pt x="1011986" y="72651"/>
                  </a:lnTo>
                  <a:lnTo>
                    <a:pt x="970034" y="54018"/>
                  </a:lnTo>
                  <a:lnTo>
                    <a:pt x="926562" y="37958"/>
                  </a:lnTo>
                  <a:lnTo>
                    <a:pt x="881687" y="24579"/>
                  </a:lnTo>
                  <a:lnTo>
                    <a:pt x="835527" y="13986"/>
                  </a:lnTo>
                  <a:lnTo>
                    <a:pt x="788197" y="6287"/>
                  </a:lnTo>
                  <a:lnTo>
                    <a:pt x="739815" y="1589"/>
                  </a:lnTo>
                  <a:lnTo>
                    <a:pt x="690499" y="0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728851" y="2719451"/>
              <a:ext cx="1381125" cy="1266825"/>
            </a:xfrm>
            <a:custGeom>
              <a:avLst/>
              <a:gdLst/>
              <a:ahLst/>
              <a:cxnLst/>
              <a:rect l="l" t="t" r="r" b="b"/>
              <a:pathLst>
                <a:path w="1381125" h="1266825">
                  <a:moveTo>
                    <a:pt x="0" y="633349"/>
                  </a:moveTo>
                  <a:lnTo>
                    <a:pt x="1733" y="588106"/>
                  </a:lnTo>
                  <a:lnTo>
                    <a:pt x="6856" y="543724"/>
                  </a:lnTo>
                  <a:lnTo>
                    <a:pt x="15251" y="500309"/>
                  </a:lnTo>
                  <a:lnTo>
                    <a:pt x="26802" y="457968"/>
                  </a:lnTo>
                  <a:lnTo>
                    <a:pt x="41392" y="416809"/>
                  </a:lnTo>
                  <a:lnTo>
                    <a:pt x="58904" y="376939"/>
                  </a:lnTo>
                  <a:lnTo>
                    <a:pt x="79221" y="338464"/>
                  </a:lnTo>
                  <a:lnTo>
                    <a:pt x="102226" y="301492"/>
                  </a:lnTo>
                  <a:lnTo>
                    <a:pt x="127804" y="266129"/>
                  </a:lnTo>
                  <a:lnTo>
                    <a:pt x="155836" y="232483"/>
                  </a:lnTo>
                  <a:lnTo>
                    <a:pt x="186206" y="200661"/>
                  </a:lnTo>
                  <a:lnTo>
                    <a:pt x="218797" y="170769"/>
                  </a:lnTo>
                  <a:lnTo>
                    <a:pt x="253493" y="142915"/>
                  </a:lnTo>
                  <a:lnTo>
                    <a:pt x="290176" y="117206"/>
                  </a:lnTo>
                  <a:lnTo>
                    <a:pt x="328731" y="93749"/>
                  </a:lnTo>
                  <a:lnTo>
                    <a:pt x="369039" y="72651"/>
                  </a:lnTo>
                  <a:lnTo>
                    <a:pt x="410984" y="54018"/>
                  </a:lnTo>
                  <a:lnTo>
                    <a:pt x="454450" y="37958"/>
                  </a:lnTo>
                  <a:lnTo>
                    <a:pt x="499320" y="24579"/>
                  </a:lnTo>
                  <a:lnTo>
                    <a:pt x="545476" y="13986"/>
                  </a:lnTo>
                  <a:lnTo>
                    <a:pt x="592803" y="6287"/>
                  </a:lnTo>
                  <a:lnTo>
                    <a:pt x="641182" y="1589"/>
                  </a:lnTo>
                  <a:lnTo>
                    <a:pt x="690499" y="0"/>
                  </a:lnTo>
                  <a:lnTo>
                    <a:pt x="739815" y="1589"/>
                  </a:lnTo>
                  <a:lnTo>
                    <a:pt x="788197" y="6287"/>
                  </a:lnTo>
                  <a:lnTo>
                    <a:pt x="835527" y="13986"/>
                  </a:lnTo>
                  <a:lnTo>
                    <a:pt x="881687" y="24579"/>
                  </a:lnTo>
                  <a:lnTo>
                    <a:pt x="926562" y="37958"/>
                  </a:lnTo>
                  <a:lnTo>
                    <a:pt x="970034" y="54018"/>
                  </a:lnTo>
                  <a:lnTo>
                    <a:pt x="1011986" y="72651"/>
                  </a:lnTo>
                  <a:lnTo>
                    <a:pt x="1052302" y="93749"/>
                  </a:lnTo>
                  <a:lnTo>
                    <a:pt x="1090864" y="117206"/>
                  </a:lnTo>
                  <a:lnTo>
                    <a:pt x="1127555" y="142915"/>
                  </a:lnTo>
                  <a:lnTo>
                    <a:pt x="1162259" y="170769"/>
                  </a:lnTo>
                  <a:lnTo>
                    <a:pt x="1194859" y="200661"/>
                  </a:lnTo>
                  <a:lnTo>
                    <a:pt x="1225237" y="232483"/>
                  </a:lnTo>
                  <a:lnTo>
                    <a:pt x="1253277" y="266129"/>
                  </a:lnTo>
                  <a:lnTo>
                    <a:pt x="1278862" y="301492"/>
                  </a:lnTo>
                  <a:lnTo>
                    <a:pt x="1301875" y="338464"/>
                  </a:lnTo>
                  <a:lnTo>
                    <a:pt x="1322199" y="376939"/>
                  </a:lnTo>
                  <a:lnTo>
                    <a:pt x="1339717" y="416809"/>
                  </a:lnTo>
                  <a:lnTo>
                    <a:pt x="1354312" y="457968"/>
                  </a:lnTo>
                  <a:lnTo>
                    <a:pt x="1365867" y="500309"/>
                  </a:lnTo>
                  <a:lnTo>
                    <a:pt x="1374265" y="543724"/>
                  </a:lnTo>
                  <a:lnTo>
                    <a:pt x="1379390" y="588106"/>
                  </a:lnTo>
                  <a:lnTo>
                    <a:pt x="1381125" y="633349"/>
                  </a:lnTo>
                  <a:lnTo>
                    <a:pt x="1379390" y="678592"/>
                  </a:lnTo>
                  <a:lnTo>
                    <a:pt x="1374265" y="722976"/>
                  </a:lnTo>
                  <a:lnTo>
                    <a:pt x="1365867" y="766394"/>
                  </a:lnTo>
                  <a:lnTo>
                    <a:pt x="1354312" y="808739"/>
                  </a:lnTo>
                  <a:lnTo>
                    <a:pt x="1339717" y="849903"/>
                  </a:lnTo>
                  <a:lnTo>
                    <a:pt x="1322199" y="889779"/>
                  </a:lnTo>
                  <a:lnTo>
                    <a:pt x="1301875" y="928261"/>
                  </a:lnTo>
                  <a:lnTo>
                    <a:pt x="1278862" y="965240"/>
                  </a:lnTo>
                  <a:lnTo>
                    <a:pt x="1253277" y="1000611"/>
                  </a:lnTo>
                  <a:lnTo>
                    <a:pt x="1225237" y="1034265"/>
                  </a:lnTo>
                  <a:lnTo>
                    <a:pt x="1194859" y="1066095"/>
                  </a:lnTo>
                  <a:lnTo>
                    <a:pt x="1162259" y="1095995"/>
                  </a:lnTo>
                  <a:lnTo>
                    <a:pt x="1127555" y="1123857"/>
                  </a:lnTo>
                  <a:lnTo>
                    <a:pt x="1090864" y="1149575"/>
                  </a:lnTo>
                  <a:lnTo>
                    <a:pt x="1052302" y="1173040"/>
                  </a:lnTo>
                  <a:lnTo>
                    <a:pt x="1011986" y="1194145"/>
                  </a:lnTo>
                  <a:lnTo>
                    <a:pt x="970034" y="1212785"/>
                  </a:lnTo>
                  <a:lnTo>
                    <a:pt x="926562" y="1228850"/>
                  </a:lnTo>
                  <a:lnTo>
                    <a:pt x="881687" y="1242235"/>
                  </a:lnTo>
                  <a:lnTo>
                    <a:pt x="835527" y="1252832"/>
                  </a:lnTo>
                  <a:lnTo>
                    <a:pt x="788197" y="1260534"/>
                  </a:lnTo>
                  <a:lnTo>
                    <a:pt x="739815" y="1265234"/>
                  </a:lnTo>
                  <a:lnTo>
                    <a:pt x="690499" y="1266825"/>
                  </a:lnTo>
                  <a:lnTo>
                    <a:pt x="641182" y="1265234"/>
                  </a:lnTo>
                  <a:lnTo>
                    <a:pt x="592803" y="1260534"/>
                  </a:lnTo>
                  <a:lnTo>
                    <a:pt x="545476" y="1252832"/>
                  </a:lnTo>
                  <a:lnTo>
                    <a:pt x="499320" y="1242235"/>
                  </a:lnTo>
                  <a:lnTo>
                    <a:pt x="454450" y="1228850"/>
                  </a:lnTo>
                  <a:lnTo>
                    <a:pt x="410984" y="1212785"/>
                  </a:lnTo>
                  <a:lnTo>
                    <a:pt x="369039" y="1194145"/>
                  </a:lnTo>
                  <a:lnTo>
                    <a:pt x="328731" y="1173040"/>
                  </a:lnTo>
                  <a:lnTo>
                    <a:pt x="290176" y="1149575"/>
                  </a:lnTo>
                  <a:lnTo>
                    <a:pt x="253493" y="1123857"/>
                  </a:lnTo>
                  <a:lnTo>
                    <a:pt x="218797" y="1095995"/>
                  </a:lnTo>
                  <a:lnTo>
                    <a:pt x="186206" y="1066095"/>
                  </a:lnTo>
                  <a:lnTo>
                    <a:pt x="155836" y="1034265"/>
                  </a:lnTo>
                  <a:lnTo>
                    <a:pt x="127804" y="1000611"/>
                  </a:lnTo>
                  <a:lnTo>
                    <a:pt x="102226" y="965240"/>
                  </a:lnTo>
                  <a:lnTo>
                    <a:pt x="79221" y="928261"/>
                  </a:lnTo>
                  <a:lnTo>
                    <a:pt x="58904" y="889779"/>
                  </a:lnTo>
                  <a:lnTo>
                    <a:pt x="41392" y="849903"/>
                  </a:lnTo>
                  <a:lnTo>
                    <a:pt x="26802" y="808739"/>
                  </a:lnTo>
                  <a:lnTo>
                    <a:pt x="15251" y="766394"/>
                  </a:lnTo>
                  <a:lnTo>
                    <a:pt x="6856" y="722976"/>
                  </a:lnTo>
                  <a:lnTo>
                    <a:pt x="1733" y="678592"/>
                  </a:lnTo>
                  <a:lnTo>
                    <a:pt x="0" y="633349"/>
                  </a:lnTo>
                  <a:close/>
                </a:path>
              </a:pathLst>
            </a:custGeom>
            <a:ln w="12700">
              <a:solidFill>
                <a:srgbClr val="1E48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948814" y="2832798"/>
            <a:ext cx="924560" cy="96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algn="ctr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Potential</a:t>
            </a:r>
            <a:endParaRPr sz="1200">
              <a:latin typeface="Century Gothic"/>
              <a:cs typeface="Century Gothic"/>
            </a:endParaRPr>
          </a:p>
          <a:p>
            <a:pPr marL="15240" algn="ctr">
              <a:lnSpc>
                <a:spcPts val="1435"/>
              </a:lnSpc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Savings</a:t>
            </a:r>
            <a:endParaRPr sz="12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r>
              <a:rPr sz="2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15%</a:t>
            </a:r>
            <a:endParaRPr sz="2000">
              <a:latin typeface="Century Gothic"/>
              <a:cs typeface="Century Gothic"/>
            </a:endParaRPr>
          </a:p>
          <a:p>
            <a:pPr marL="4445" algn="ctr">
              <a:lnSpc>
                <a:spcPct val="100000"/>
              </a:lnSpc>
              <a:spcBef>
                <a:spcPts val="459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of IT</a:t>
            </a:r>
            <a:r>
              <a:rPr sz="12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Budget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325350" y="6283375"/>
            <a:ext cx="4135754" cy="121983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Sourcing</a:t>
            </a:r>
            <a:r>
              <a:rPr sz="1550" b="1" spc="9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Sample</a:t>
            </a:r>
            <a:r>
              <a:rPr sz="1550" b="1" spc="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Levers</a:t>
            </a:r>
            <a:endParaRPr sz="1550">
              <a:latin typeface="Century Gothic"/>
              <a:cs typeface="Century Gothic"/>
            </a:endParaRPr>
          </a:p>
          <a:p>
            <a:pPr marL="178435" indent="-16573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Location</a:t>
            </a:r>
            <a:r>
              <a:rPr sz="1500" spc="-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consolidation</a:t>
            </a:r>
            <a:r>
              <a:rPr sz="1500" spc="-6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&amp;</a:t>
            </a:r>
            <a:r>
              <a:rPr sz="1500" spc="2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remote</a:t>
            </a:r>
            <a:r>
              <a:rPr sz="15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delivery</a:t>
            </a:r>
            <a:endParaRPr sz="1500">
              <a:latin typeface="Century Gothic"/>
              <a:cs typeface="Century Gothic"/>
            </a:endParaRPr>
          </a:p>
          <a:p>
            <a:pPr marL="178435" indent="-16573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Resource</a:t>
            </a:r>
            <a:r>
              <a:rPr sz="15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productivity</a:t>
            </a:r>
            <a:r>
              <a:rPr sz="1500" spc="-2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&amp;</a:t>
            </a:r>
            <a:r>
              <a:rPr sz="1500" spc="-10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outsourcing</a:t>
            </a:r>
            <a:endParaRPr sz="1500">
              <a:latin typeface="Century Gothic"/>
              <a:cs typeface="Century Gothic"/>
            </a:endParaRPr>
          </a:p>
          <a:p>
            <a:pPr marL="178435" indent="-165735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Performance</a:t>
            </a:r>
            <a:r>
              <a:rPr sz="1500" spc="-8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management</a:t>
            </a:r>
            <a:r>
              <a:rPr sz="1500" spc="-6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transformation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638533" y="8052498"/>
            <a:ext cx="33375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IT</a:t>
            </a:r>
            <a:r>
              <a:rPr sz="1550" b="1" spc="6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Operating</a:t>
            </a:r>
            <a:r>
              <a:rPr sz="1550" b="1" spc="6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Model</a:t>
            </a:r>
            <a:r>
              <a:rPr sz="1550" b="1" spc="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Sample</a:t>
            </a:r>
            <a:r>
              <a:rPr sz="1550" b="1" spc="1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Levers</a:t>
            </a:r>
            <a:endParaRPr sz="1550">
              <a:latin typeface="Century Gothic"/>
              <a:cs typeface="Century Gothic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1631930" y="8372792"/>
            <a:ext cx="22053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435" indent="-1657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IT</a:t>
            </a:r>
            <a:r>
              <a:rPr sz="1500" spc="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workforce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re-design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1631930" y="8954769"/>
            <a:ext cx="32797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435" indent="-1657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Governance</a:t>
            </a:r>
            <a:r>
              <a:rPr sz="1500" spc="-6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structure</a:t>
            </a:r>
            <a:r>
              <a:rPr sz="1500" spc="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evaluation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204845" y="8027806"/>
            <a:ext cx="3635375" cy="141541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Modern</a:t>
            </a:r>
            <a:r>
              <a:rPr sz="1550" b="1" spc="7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Delivery</a:t>
            </a:r>
            <a:r>
              <a:rPr sz="1550" b="1" spc="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Sample</a:t>
            </a:r>
            <a:r>
              <a:rPr sz="1550" b="1" spc="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Levers</a:t>
            </a:r>
            <a:endParaRPr sz="1550">
              <a:latin typeface="Century Gothic"/>
              <a:cs typeface="Century Gothic"/>
            </a:endParaRPr>
          </a:p>
          <a:p>
            <a:pPr marL="205740" indent="-16573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057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Agile /</a:t>
            </a:r>
            <a:r>
              <a:rPr sz="15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Lean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 Delivery</a:t>
            </a:r>
            <a:endParaRPr sz="1500">
              <a:latin typeface="Century Gothic"/>
              <a:cs typeface="Century Gothic"/>
            </a:endParaRPr>
          </a:p>
          <a:p>
            <a:pPr marL="205740" indent="-16573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057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Organisational</a:t>
            </a:r>
            <a:r>
              <a:rPr sz="1500" spc="-6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efficiency/complexity</a:t>
            </a:r>
            <a:endParaRPr sz="1500">
              <a:latin typeface="Century Gothic"/>
              <a:cs typeface="Century Gothic"/>
            </a:endParaRPr>
          </a:p>
          <a:p>
            <a:pPr marL="207010">
              <a:lnSpc>
                <a:spcPct val="100000"/>
              </a:lnSpc>
            </a:pP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reduction</a:t>
            </a:r>
            <a:endParaRPr sz="1500">
              <a:latin typeface="Century Gothic"/>
              <a:cs typeface="Century Gothic"/>
            </a:endParaRPr>
          </a:p>
          <a:p>
            <a:pPr marL="205740" indent="-165735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2057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Service</a:t>
            </a:r>
            <a:r>
              <a:rPr sz="1500" spc="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differentiation</a:t>
            </a:r>
            <a:r>
              <a:rPr sz="15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/</a:t>
            </a:r>
            <a:r>
              <a:rPr sz="1500" spc="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redefinition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006600" y="6262944"/>
            <a:ext cx="3385185" cy="146875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Digital</a:t>
            </a:r>
            <a:r>
              <a:rPr sz="1550" b="1" spc="7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Automation</a:t>
            </a:r>
            <a:r>
              <a:rPr sz="1550" b="1" spc="2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Sample</a:t>
            </a:r>
            <a:r>
              <a:rPr sz="1550" b="1" spc="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Levers</a:t>
            </a:r>
            <a:endParaRPr sz="1550">
              <a:latin typeface="Century Gothic"/>
              <a:cs typeface="Century Gothic"/>
            </a:endParaRPr>
          </a:p>
          <a:p>
            <a:pPr marL="180975" indent="-165735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18097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Digital</a:t>
            </a:r>
            <a:r>
              <a:rPr sz="15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workforce</a:t>
            </a:r>
            <a:r>
              <a:rPr sz="15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enablement</a:t>
            </a:r>
            <a:endParaRPr sz="1500">
              <a:latin typeface="Century Gothic"/>
              <a:cs typeface="Century Gothic"/>
            </a:endParaRPr>
          </a:p>
          <a:p>
            <a:pPr marL="180975" indent="-16573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18097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Robotic</a:t>
            </a:r>
            <a:r>
              <a:rPr sz="150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Process</a:t>
            </a:r>
            <a:r>
              <a:rPr sz="15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Automation</a:t>
            </a:r>
            <a:r>
              <a:rPr sz="15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20" dirty="0">
                <a:solidFill>
                  <a:srgbClr val="52535B"/>
                </a:solidFill>
                <a:latin typeface="Century Gothic"/>
                <a:cs typeface="Century Gothic"/>
              </a:rPr>
              <a:t>(RPA)</a:t>
            </a:r>
            <a:endParaRPr sz="1500">
              <a:latin typeface="Century Gothic"/>
              <a:cs typeface="Century Gothic"/>
            </a:endParaRPr>
          </a:p>
          <a:p>
            <a:pPr marL="180975" marR="209550" indent="-165735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18224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Cognitive</a:t>
            </a:r>
            <a:r>
              <a:rPr sz="1500" spc="-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Computing</a:t>
            </a:r>
            <a:r>
              <a:rPr sz="15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&amp;</a:t>
            </a:r>
            <a:r>
              <a:rPr sz="1500" spc="-2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Artificial 	Intelligence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391525" y="3648074"/>
            <a:ext cx="2019300" cy="390525"/>
          </a:xfrm>
          <a:custGeom>
            <a:avLst/>
            <a:gdLst/>
            <a:ahLst/>
            <a:cxnLst/>
            <a:rect l="l" t="t" r="r" b="b"/>
            <a:pathLst>
              <a:path w="2019300" h="390525">
                <a:moveTo>
                  <a:pt x="219075" y="5080"/>
                </a:moveTo>
                <a:lnTo>
                  <a:pt x="211963" y="0"/>
                </a:lnTo>
                <a:lnTo>
                  <a:pt x="203073" y="0"/>
                </a:lnTo>
                <a:lnTo>
                  <a:pt x="7112" y="0"/>
                </a:lnTo>
                <a:lnTo>
                  <a:pt x="0" y="5080"/>
                </a:lnTo>
                <a:lnTo>
                  <a:pt x="0" y="21844"/>
                </a:lnTo>
                <a:lnTo>
                  <a:pt x="7112" y="28575"/>
                </a:lnTo>
                <a:lnTo>
                  <a:pt x="211963" y="28575"/>
                </a:lnTo>
                <a:lnTo>
                  <a:pt x="219075" y="21844"/>
                </a:lnTo>
                <a:lnTo>
                  <a:pt x="219075" y="5080"/>
                </a:lnTo>
                <a:close/>
              </a:path>
              <a:path w="2019300" h="390525">
                <a:moveTo>
                  <a:pt x="1857375" y="268859"/>
                </a:moveTo>
                <a:lnTo>
                  <a:pt x="1845691" y="268859"/>
                </a:lnTo>
                <a:lnTo>
                  <a:pt x="1845691" y="298958"/>
                </a:lnTo>
                <a:lnTo>
                  <a:pt x="1727200" y="298958"/>
                </a:lnTo>
                <a:lnTo>
                  <a:pt x="1727200" y="311658"/>
                </a:lnTo>
                <a:lnTo>
                  <a:pt x="1727200" y="320167"/>
                </a:lnTo>
                <a:lnTo>
                  <a:pt x="1692275" y="320167"/>
                </a:lnTo>
                <a:lnTo>
                  <a:pt x="1692275" y="311658"/>
                </a:lnTo>
                <a:lnTo>
                  <a:pt x="1727200" y="311658"/>
                </a:lnTo>
                <a:lnTo>
                  <a:pt x="1727200" y="298958"/>
                </a:lnTo>
                <a:lnTo>
                  <a:pt x="1573784" y="298958"/>
                </a:lnTo>
                <a:lnTo>
                  <a:pt x="1573784" y="124333"/>
                </a:lnTo>
                <a:lnTo>
                  <a:pt x="1675638" y="124333"/>
                </a:lnTo>
                <a:lnTo>
                  <a:pt x="1675638" y="121158"/>
                </a:lnTo>
                <a:lnTo>
                  <a:pt x="1676273" y="117983"/>
                </a:lnTo>
                <a:lnTo>
                  <a:pt x="1676781" y="114300"/>
                </a:lnTo>
                <a:lnTo>
                  <a:pt x="1570355" y="114300"/>
                </a:lnTo>
                <a:lnTo>
                  <a:pt x="1562100" y="121678"/>
                </a:lnTo>
                <a:lnTo>
                  <a:pt x="1562100" y="316992"/>
                </a:lnTo>
                <a:lnTo>
                  <a:pt x="1570355" y="323850"/>
                </a:lnTo>
                <a:lnTo>
                  <a:pt x="1695450" y="323850"/>
                </a:lnTo>
                <a:lnTo>
                  <a:pt x="1695450" y="361950"/>
                </a:lnTo>
                <a:lnTo>
                  <a:pt x="1655191" y="361950"/>
                </a:lnTo>
                <a:lnTo>
                  <a:pt x="1647825" y="370332"/>
                </a:lnTo>
                <a:lnTo>
                  <a:pt x="1647825" y="390525"/>
                </a:lnTo>
                <a:lnTo>
                  <a:pt x="1771650" y="390525"/>
                </a:lnTo>
                <a:lnTo>
                  <a:pt x="1771650" y="370332"/>
                </a:lnTo>
                <a:lnTo>
                  <a:pt x="1764919" y="361950"/>
                </a:lnTo>
                <a:lnTo>
                  <a:pt x="1724025" y="361950"/>
                </a:lnTo>
                <a:lnTo>
                  <a:pt x="1724025" y="323850"/>
                </a:lnTo>
                <a:lnTo>
                  <a:pt x="1849120" y="323850"/>
                </a:lnTo>
                <a:lnTo>
                  <a:pt x="1853552" y="320167"/>
                </a:lnTo>
                <a:lnTo>
                  <a:pt x="1857375" y="316992"/>
                </a:lnTo>
                <a:lnTo>
                  <a:pt x="1857375" y="311658"/>
                </a:lnTo>
                <a:lnTo>
                  <a:pt x="1857375" y="298958"/>
                </a:lnTo>
                <a:lnTo>
                  <a:pt x="1857375" y="268859"/>
                </a:lnTo>
                <a:close/>
              </a:path>
              <a:path w="2019300" h="390525">
                <a:moveTo>
                  <a:pt x="1924050" y="161925"/>
                </a:moveTo>
                <a:lnTo>
                  <a:pt x="1898523" y="161925"/>
                </a:lnTo>
                <a:lnTo>
                  <a:pt x="1898523" y="230505"/>
                </a:lnTo>
                <a:lnTo>
                  <a:pt x="1819275" y="230505"/>
                </a:lnTo>
                <a:lnTo>
                  <a:pt x="1819275" y="252095"/>
                </a:lnTo>
                <a:lnTo>
                  <a:pt x="1819275" y="257175"/>
                </a:lnTo>
                <a:lnTo>
                  <a:pt x="1924050" y="257175"/>
                </a:lnTo>
                <a:lnTo>
                  <a:pt x="1924050" y="252095"/>
                </a:lnTo>
                <a:lnTo>
                  <a:pt x="1924050" y="230505"/>
                </a:lnTo>
                <a:lnTo>
                  <a:pt x="1924050" y="161925"/>
                </a:lnTo>
                <a:close/>
              </a:path>
              <a:path w="2019300" h="390525">
                <a:moveTo>
                  <a:pt x="2019300" y="127901"/>
                </a:moveTo>
                <a:lnTo>
                  <a:pt x="2013407" y="95110"/>
                </a:lnTo>
                <a:lnTo>
                  <a:pt x="1997367" y="68440"/>
                </a:lnTo>
                <a:lnTo>
                  <a:pt x="1973592" y="50507"/>
                </a:lnTo>
                <a:lnTo>
                  <a:pt x="1965896" y="48780"/>
                </a:lnTo>
                <a:lnTo>
                  <a:pt x="1944497" y="43954"/>
                </a:lnTo>
                <a:lnTo>
                  <a:pt x="1937854" y="44323"/>
                </a:lnTo>
                <a:lnTo>
                  <a:pt x="1931428" y="45364"/>
                </a:lnTo>
                <a:lnTo>
                  <a:pt x="1925116" y="46901"/>
                </a:lnTo>
                <a:lnTo>
                  <a:pt x="1918843" y="48780"/>
                </a:lnTo>
                <a:lnTo>
                  <a:pt x="1904771" y="28829"/>
                </a:lnTo>
                <a:lnTo>
                  <a:pt x="1886724" y="13436"/>
                </a:lnTo>
                <a:lnTo>
                  <a:pt x="1865642" y="3606"/>
                </a:lnTo>
                <a:lnTo>
                  <a:pt x="1866061" y="3606"/>
                </a:lnTo>
                <a:lnTo>
                  <a:pt x="1841754" y="0"/>
                </a:lnTo>
                <a:lnTo>
                  <a:pt x="1817674" y="3606"/>
                </a:lnTo>
                <a:lnTo>
                  <a:pt x="1796237" y="13766"/>
                </a:lnTo>
                <a:lnTo>
                  <a:pt x="1778152" y="29527"/>
                </a:lnTo>
                <a:lnTo>
                  <a:pt x="1764157" y="49911"/>
                </a:lnTo>
                <a:lnTo>
                  <a:pt x="1757426" y="49911"/>
                </a:lnTo>
                <a:lnTo>
                  <a:pt x="1751203" y="53086"/>
                </a:lnTo>
                <a:lnTo>
                  <a:pt x="1747393" y="58547"/>
                </a:lnTo>
                <a:lnTo>
                  <a:pt x="1723364" y="65405"/>
                </a:lnTo>
                <a:lnTo>
                  <a:pt x="1703844" y="81241"/>
                </a:lnTo>
                <a:lnTo>
                  <a:pt x="1690712" y="103860"/>
                </a:lnTo>
                <a:lnTo>
                  <a:pt x="1685925" y="131076"/>
                </a:lnTo>
                <a:lnTo>
                  <a:pt x="1687144" y="145300"/>
                </a:lnTo>
                <a:lnTo>
                  <a:pt x="1690687" y="158496"/>
                </a:lnTo>
                <a:lnTo>
                  <a:pt x="1696313" y="170472"/>
                </a:lnTo>
                <a:lnTo>
                  <a:pt x="1703832" y="180975"/>
                </a:lnTo>
                <a:lnTo>
                  <a:pt x="1889760" y="180975"/>
                </a:lnTo>
                <a:lnTo>
                  <a:pt x="1889760" y="158750"/>
                </a:lnTo>
                <a:lnTo>
                  <a:pt x="1936623" y="158750"/>
                </a:lnTo>
                <a:lnTo>
                  <a:pt x="1936623" y="180975"/>
                </a:lnTo>
                <a:lnTo>
                  <a:pt x="2002028" y="180975"/>
                </a:lnTo>
                <a:lnTo>
                  <a:pt x="2009165" y="169557"/>
                </a:lnTo>
                <a:lnTo>
                  <a:pt x="2013737" y="158750"/>
                </a:lnTo>
                <a:lnTo>
                  <a:pt x="2014613" y="156679"/>
                </a:lnTo>
                <a:lnTo>
                  <a:pt x="2018080" y="142671"/>
                </a:lnTo>
                <a:lnTo>
                  <a:pt x="2019300" y="127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3204845" y="2745740"/>
            <a:ext cx="4081779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Software/App</a:t>
            </a:r>
            <a:r>
              <a:rPr sz="1550" b="1" spc="2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Optimisation</a:t>
            </a:r>
            <a:r>
              <a:rPr sz="1550" b="1" spc="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Sample</a:t>
            </a:r>
            <a:r>
              <a:rPr sz="1550" b="1" spc="1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Levers</a:t>
            </a:r>
            <a:endParaRPr sz="1550">
              <a:latin typeface="Century Gothic"/>
              <a:cs typeface="Century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204210" y="2982404"/>
            <a:ext cx="4326255" cy="141795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2692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Quantify</a:t>
            </a:r>
            <a:r>
              <a:rPr sz="15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requirements</a:t>
            </a:r>
            <a:r>
              <a:rPr sz="15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r>
              <a:rPr sz="15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cancel</a:t>
            </a:r>
            <a:r>
              <a:rPr sz="1500" spc="-6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surpluses</a:t>
            </a:r>
            <a:endParaRPr sz="150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2692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Optimise</a:t>
            </a:r>
            <a:r>
              <a:rPr sz="150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architectures</a:t>
            </a:r>
            <a:r>
              <a:rPr sz="1500" spc="-6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and/or</a:t>
            </a:r>
            <a:r>
              <a:rPr sz="1500" spc="-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right-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size </a:t>
            </a:r>
            <a:r>
              <a:rPr sz="1500" spc="-25" dirty="0">
                <a:solidFill>
                  <a:srgbClr val="52535B"/>
                </a:solidFill>
                <a:latin typeface="Century Gothic"/>
                <a:cs typeface="Century Gothic"/>
              </a:rPr>
              <a:t>to</a:t>
            </a:r>
            <a:endParaRPr sz="1500">
              <a:latin typeface="Century Gothic"/>
              <a:cs typeface="Century Gothic"/>
            </a:endParaRPr>
          </a:p>
          <a:p>
            <a:pPr marL="269875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leverage</a:t>
            </a:r>
            <a:r>
              <a:rPr sz="1500" spc="-6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licenses</a:t>
            </a:r>
            <a:endParaRPr sz="150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2692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Reclaim</a:t>
            </a:r>
            <a:r>
              <a:rPr sz="15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r>
              <a:rPr sz="15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reuse</a:t>
            </a:r>
            <a:r>
              <a:rPr sz="1500" spc="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software</a:t>
            </a:r>
            <a:endParaRPr sz="150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2692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SaaS</a:t>
            </a:r>
            <a:r>
              <a:rPr sz="1500" spc="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subscription/licensing</a:t>
            </a:r>
            <a:r>
              <a:rPr sz="1500" spc="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optimisation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006980" y="4421920"/>
            <a:ext cx="4224655" cy="17907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Infra/Hardware</a:t>
            </a:r>
            <a:r>
              <a:rPr sz="1550" b="1" spc="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Optimisation</a:t>
            </a:r>
            <a:r>
              <a:rPr sz="1550" b="1" spc="12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Sample</a:t>
            </a:r>
            <a:r>
              <a:rPr sz="1550" b="1" spc="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Levers</a:t>
            </a:r>
            <a:endParaRPr sz="1550">
              <a:latin typeface="Century Gothic"/>
              <a:cs typeface="Century Gothic"/>
            </a:endParaRPr>
          </a:p>
          <a:p>
            <a:pPr marL="180340" indent="-165735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1803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Identify</a:t>
            </a:r>
            <a:r>
              <a:rPr sz="1500" spc="-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r>
              <a:rPr sz="1500" spc="-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remediate</a:t>
            </a:r>
            <a:r>
              <a:rPr sz="150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unused/under</a:t>
            </a:r>
            <a:endParaRPr sz="1500">
              <a:latin typeface="Century Gothic"/>
              <a:cs typeface="Century Gothic"/>
            </a:endParaRPr>
          </a:p>
          <a:p>
            <a:pPr marL="181610">
              <a:lnSpc>
                <a:spcPct val="100000"/>
              </a:lnSpc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utilised</a:t>
            </a:r>
            <a:r>
              <a:rPr sz="15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hardware</a:t>
            </a:r>
            <a:endParaRPr sz="1500">
              <a:latin typeface="Century Gothic"/>
              <a:cs typeface="Century Gothic"/>
            </a:endParaRPr>
          </a:p>
          <a:p>
            <a:pPr marL="180340" indent="-165735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1803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Optimise</a:t>
            </a:r>
            <a:r>
              <a:rPr sz="15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Network/Telecom</a:t>
            </a:r>
            <a:r>
              <a:rPr sz="1500" spc="-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usage</a:t>
            </a:r>
            <a:r>
              <a:rPr sz="1500" spc="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25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endParaRPr sz="1500">
              <a:latin typeface="Century Gothic"/>
              <a:cs typeface="Century Gothic"/>
            </a:endParaRPr>
          </a:p>
          <a:p>
            <a:pPr marL="181610">
              <a:lnSpc>
                <a:spcPct val="100000"/>
              </a:lnSpc>
            </a:pP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rates</a:t>
            </a:r>
            <a:endParaRPr sz="1500">
              <a:latin typeface="Century Gothic"/>
              <a:cs typeface="Century Gothic"/>
            </a:endParaRPr>
          </a:p>
          <a:p>
            <a:pPr marL="180340" indent="-1657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80340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Consolidate</a:t>
            </a:r>
            <a:r>
              <a:rPr sz="15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category</a:t>
            </a:r>
            <a:r>
              <a:rPr sz="15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procurement</a:t>
            </a:r>
            <a:endParaRPr sz="1500">
              <a:latin typeface="Century Gothic"/>
              <a:cs typeface="Century Gothic"/>
            </a:endParaRPr>
          </a:p>
          <a:p>
            <a:pPr marL="181610">
              <a:lnSpc>
                <a:spcPct val="100000"/>
              </a:lnSpc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(spend</a:t>
            </a:r>
            <a:r>
              <a:rPr sz="15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aggregation)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1324590" y="2785173"/>
            <a:ext cx="35109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Cloud</a:t>
            </a:r>
            <a:r>
              <a:rPr sz="1550" b="1" spc="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(Hosting</a:t>
            </a:r>
            <a:r>
              <a:rPr sz="1550" b="1" spc="11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SaaS)</a:t>
            </a:r>
            <a:r>
              <a:rPr sz="1550" b="1" spc="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Sample</a:t>
            </a:r>
            <a:r>
              <a:rPr sz="1550" b="1" spc="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Levers</a:t>
            </a:r>
            <a:endParaRPr sz="1550">
              <a:latin typeface="Century Gothic"/>
              <a:cs typeface="Century Gothic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1318493" y="3069590"/>
            <a:ext cx="415480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435" indent="-1657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Cloud</a:t>
            </a:r>
            <a:r>
              <a:rPr sz="15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IaaS/PaaS</a:t>
            </a:r>
            <a:r>
              <a:rPr sz="1500" spc="-7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environment</a:t>
            </a:r>
            <a:r>
              <a:rPr sz="15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optimisation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1318493" y="3288347"/>
            <a:ext cx="3846195" cy="61722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78435" indent="-16573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Application</a:t>
            </a:r>
            <a:r>
              <a:rPr sz="15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modernisation</a:t>
            </a:r>
            <a:r>
              <a:rPr sz="150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/</a:t>
            </a:r>
            <a:r>
              <a:rPr sz="150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rearchitect</a:t>
            </a:r>
            <a:endParaRPr sz="1500">
              <a:latin typeface="Century Gothic"/>
              <a:cs typeface="Century Gothic"/>
            </a:endParaRPr>
          </a:p>
          <a:p>
            <a:pPr marL="178435" indent="-1657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Cloud</a:t>
            </a:r>
            <a:r>
              <a:rPr sz="15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FinOps</a:t>
            </a:r>
            <a:r>
              <a:rPr sz="15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capabilities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315443" y="4413835"/>
            <a:ext cx="3701415" cy="163703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270"/>
              </a:spcBef>
            </a:pP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Contract</a:t>
            </a:r>
            <a:r>
              <a:rPr sz="1550" b="1" spc="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Optimisation</a:t>
            </a:r>
            <a:r>
              <a:rPr sz="1550" b="1" spc="9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35B"/>
                </a:solidFill>
                <a:latin typeface="Century Gothic"/>
                <a:cs typeface="Century Gothic"/>
              </a:rPr>
              <a:t>Sample</a:t>
            </a:r>
            <a:r>
              <a:rPr sz="1550" b="1" spc="10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Levers</a:t>
            </a:r>
            <a:endParaRPr sz="1550">
              <a:latin typeface="Century Gothic"/>
              <a:cs typeface="Century Gothic"/>
            </a:endParaRPr>
          </a:p>
          <a:p>
            <a:pPr marL="178435" indent="-165735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Optimise</a:t>
            </a:r>
            <a:r>
              <a:rPr sz="150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SLAs/Right-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size</a:t>
            </a:r>
            <a:r>
              <a:rPr sz="1500" spc="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maintenance</a:t>
            </a:r>
            <a:endParaRPr sz="1500">
              <a:latin typeface="Century Gothic"/>
              <a:cs typeface="Century Gothic"/>
            </a:endParaRPr>
          </a:p>
          <a:p>
            <a:pPr marL="178435" indent="-16573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Shift</a:t>
            </a:r>
            <a:r>
              <a:rPr sz="1500" spc="-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to</a:t>
            </a:r>
            <a:r>
              <a:rPr sz="1500" spc="-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3rd</a:t>
            </a:r>
            <a:r>
              <a:rPr sz="1500" spc="-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party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 maintenance</a:t>
            </a:r>
            <a:endParaRPr sz="1500">
              <a:latin typeface="Century Gothic"/>
              <a:cs typeface="Century Gothic"/>
            </a:endParaRPr>
          </a:p>
          <a:p>
            <a:pPr marL="178435" indent="-165735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Contract</a:t>
            </a:r>
            <a:r>
              <a:rPr sz="15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modifications</a:t>
            </a:r>
            <a:r>
              <a:rPr sz="15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(payment</a:t>
            </a:r>
            <a:endParaRPr sz="1500">
              <a:latin typeface="Century Gothic"/>
              <a:cs typeface="Century Gothic"/>
            </a:endParaRPr>
          </a:p>
          <a:p>
            <a:pPr marL="179705">
              <a:lnSpc>
                <a:spcPct val="100000"/>
              </a:lnSpc>
            </a:pP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terms/timing)</a:t>
            </a:r>
            <a:endParaRPr sz="1500">
              <a:latin typeface="Century Gothic"/>
              <a:cs typeface="Century Gothic"/>
            </a:endParaRPr>
          </a:p>
          <a:p>
            <a:pPr marL="178435" indent="-1657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78435" algn="l"/>
              </a:tabLst>
            </a:pP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Indirect</a:t>
            </a:r>
            <a:r>
              <a:rPr sz="1500" spc="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tax</a:t>
            </a:r>
            <a:r>
              <a:rPr sz="15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savings</a:t>
            </a:r>
            <a:r>
              <a:rPr sz="150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in </a:t>
            </a:r>
            <a:r>
              <a:rPr sz="1500" spc="-25" dirty="0">
                <a:solidFill>
                  <a:srgbClr val="52535B"/>
                </a:solidFill>
                <a:latin typeface="Century Gothic"/>
                <a:cs typeface="Century Gothic"/>
              </a:rPr>
              <a:t>IT</a:t>
            </a:r>
            <a:endParaRPr sz="1500">
              <a:latin typeface="Century Gothic"/>
              <a:cs typeface="Century Gothic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407987" y="4427601"/>
            <a:ext cx="1394460" cy="1270000"/>
            <a:chOff x="407987" y="4427601"/>
            <a:chExt cx="1394460" cy="1270000"/>
          </a:xfrm>
        </p:grpSpPr>
        <p:sp>
          <p:nvSpPr>
            <p:cNvPr id="90" name="object 90"/>
            <p:cNvSpPr/>
            <p:nvPr/>
          </p:nvSpPr>
          <p:spPr>
            <a:xfrm>
              <a:off x="414337" y="4433951"/>
              <a:ext cx="1381760" cy="1257300"/>
            </a:xfrm>
            <a:custGeom>
              <a:avLst/>
              <a:gdLst/>
              <a:ahLst/>
              <a:cxnLst/>
              <a:rect l="l" t="t" r="r" b="b"/>
              <a:pathLst>
                <a:path w="1381760" h="1257300">
                  <a:moveTo>
                    <a:pt x="690562" y="0"/>
                  </a:moveTo>
                  <a:lnTo>
                    <a:pt x="641246" y="1578"/>
                  </a:lnTo>
                  <a:lnTo>
                    <a:pt x="592865" y="6242"/>
                  </a:lnTo>
                  <a:lnTo>
                    <a:pt x="545537" y="13885"/>
                  </a:lnTo>
                  <a:lnTo>
                    <a:pt x="499378" y="24402"/>
                  </a:lnTo>
                  <a:lnTo>
                    <a:pt x="454506" y="37685"/>
                  </a:lnTo>
                  <a:lnTo>
                    <a:pt x="411037" y="53628"/>
                  </a:lnTo>
                  <a:lnTo>
                    <a:pt x="369088" y="72125"/>
                  </a:lnTo>
                  <a:lnTo>
                    <a:pt x="328776" y="93070"/>
                  </a:lnTo>
                  <a:lnTo>
                    <a:pt x="290218" y="116357"/>
                  </a:lnTo>
                  <a:lnTo>
                    <a:pt x="253531" y="141878"/>
                  </a:lnTo>
                  <a:lnTo>
                    <a:pt x="218831" y="169528"/>
                  </a:lnTo>
                  <a:lnTo>
                    <a:pt x="186235" y="199200"/>
                  </a:lnTo>
                  <a:lnTo>
                    <a:pt x="155861" y="230788"/>
                  </a:lnTo>
                  <a:lnTo>
                    <a:pt x="127825" y="264186"/>
                  </a:lnTo>
                  <a:lnTo>
                    <a:pt x="102244" y="299287"/>
                  </a:lnTo>
                  <a:lnTo>
                    <a:pt x="79235" y="335984"/>
                  </a:lnTo>
                  <a:lnTo>
                    <a:pt x="58914" y="374173"/>
                  </a:lnTo>
                  <a:lnTo>
                    <a:pt x="41400" y="413745"/>
                  </a:lnTo>
                  <a:lnTo>
                    <a:pt x="26807" y="454596"/>
                  </a:lnTo>
                  <a:lnTo>
                    <a:pt x="15254" y="496618"/>
                  </a:lnTo>
                  <a:lnTo>
                    <a:pt x="6857" y="539705"/>
                  </a:lnTo>
                  <a:lnTo>
                    <a:pt x="1733" y="583751"/>
                  </a:lnTo>
                  <a:lnTo>
                    <a:pt x="0" y="628650"/>
                  </a:lnTo>
                  <a:lnTo>
                    <a:pt x="1733" y="673533"/>
                  </a:lnTo>
                  <a:lnTo>
                    <a:pt x="6857" y="717566"/>
                  </a:lnTo>
                  <a:lnTo>
                    <a:pt x="15254" y="760644"/>
                  </a:lnTo>
                  <a:lnTo>
                    <a:pt x="26807" y="802658"/>
                  </a:lnTo>
                  <a:lnTo>
                    <a:pt x="41400" y="843503"/>
                  </a:lnTo>
                  <a:lnTo>
                    <a:pt x="58914" y="883072"/>
                  </a:lnTo>
                  <a:lnTo>
                    <a:pt x="79235" y="921258"/>
                  </a:lnTo>
                  <a:lnTo>
                    <a:pt x="102244" y="957956"/>
                  </a:lnTo>
                  <a:lnTo>
                    <a:pt x="127825" y="993058"/>
                  </a:lnTo>
                  <a:lnTo>
                    <a:pt x="155861" y="1026458"/>
                  </a:lnTo>
                  <a:lnTo>
                    <a:pt x="186235" y="1058049"/>
                  </a:lnTo>
                  <a:lnTo>
                    <a:pt x="218831" y="1087726"/>
                  </a:lnTo>
                  <a:lnTo>
                    <a:pt x="253531" y="1115380"/>
                  </a:lnTo>
                  <a:lnTo>
                    <a:pt x="290218" y="1140907"/>
                  </a:lnTo>
                  <a:lnTo>
                    <a:pt x="328776" y="1164199"/>
                  </a:lnTo>
                  <a:lnTo>
                    <a:pt x="369088" y="1185149"/>
                  </a:lnTo>
                  <a:lnTo>
                    <a:pt x="411037" y="1203652"/>
                  </a:lnTo>
                  <a:lnTo>
                    <a:pt x="454506" y="1219600"/>
                  </a:lnTo>
                  <a:lnTo>
                    <a:pt x="499378" y="1232888"/>
                  </a:lnTo>
                  <a:lnTo>
                    <a:pt x="545537" y="1243408"/>
                  </a:lnTo>
                  <a:lnTo>
                    <a:pt x="592865" y="1251055"/>
                  </a:lnTo>
                  <a:lnTo>
                    <a:pt x="641246" y="1255721"/>
                  </a:lnTo>
                  <a:lnTo>
                    <a:pt x="690562" y="1257300"/>
                  </a:lnTo>
                  <a:lnTo>
                    <a:pt x="739879" y="1255721"/>
                  </a:lnTo>
                  <a:lnTo>
                    <a:pt x="788260" y="1251055"/>
                  </a:lnTo>
                  <a:lnTo>
                    <a:pt x="835590" y="1243408"/>
                  </a:lnTo>
                  <a:lnTo>
                    <a:pt x="881751" y="1232888"/>
                  </a:lnTo>
                  <a:lnTo>
                    <a:pt x="926626" y="1219600"/>
                  </a:lnTo>
                  <a:lnTo>
                    <a:pt x="970098" y="1203652"/>
                  </a:lnTo>
                  <a:lnTo>
                    <a:pt x="1012050" y="1185149"/>
                  </a:lnTo>
                  <a:lnTo>
                    <a:pt x="1052365" y="1164199"/>
                  </a:lnTo>
                  <a:lnTo>
                    <a:pt x="1090927" y="1140907"/>
                  </a:lnTo>
                  <a:lnTo>
                    <a:pt x="1127619" y="1115380"/>
                  </a:lnTo>
                  <a:lnTo>
                    <a:pt x="1162323" y="1087726"/>
                  </a:lnTo>
                  <a:lnTo>
                    <a:pt x="1194922" y="1058049"/>
                  </a:lnTo>
                  <a:lnTo>
                    <a:pt x="1225301" y="1026458"/>
                  </a:lnTo>
                  <a:lnTo>
                    <a:pt x="1253341" y="993058"/>
                  </a:lnTo>
                  <a:lnTo>
                    <a:pt x="1278926" y="957956"/>
                  </a:lnTo>
                  <a:lnTo>
                    <a:pt x="1301938" y="921258"/>
                  </a:lnTo>
                  <a:lnTo>
                    <a:pt x="1322262" y="883072"/>
                  </a:lnTo>
                  <a:lnTo>
                    <a:pt x="1339780" y="843503"/>
                  </a:lnTo>
                  <a:lnTo>
                    <a:pt x="1354375" y="802658"/>
                  </a:lnTo>
                  <a:lnTo>
                    <a:pt x="1365930" y="760644"/>
                  </a:lnTo>
                  <a:lnTo>
                    <a:pt x="1374329" y="717566"/>
                  </a:lnTo>
                  <a:lnTo>
                    <a:pt x="1379454" y="673533"/>
                  </a:lnTo>
                  <a:lnTo>
                    <a:pt x="1381188" y="628650"/>
                  </a:lnTo>
                  <a:lnTo>
                    <a:pt x="1379454" y="583751"/>
                  </a:lnTo>
                  <a:lnTo>
                    <a:pt x="1374329" y="539705"/>
                  </a:lnTo>
                  <a:lnTo>
                    <a:pt x="1365930" y="496618"/>
                  </a:lnTo>
                  <a:lnTo>
                    <a:pt x="1354375" y="454596"/>
                  </a:lnTo>
                  <a:lnTo>
                    <a:pt x="1339780" y="413745"/>
                  </a:lnTo>
                  <a:lnTo>
                    <a:pt x="1322262" y="374173"/>
                  </a:lnTo>
                  <a:lnTo>
                    <a:pt x="1301938" y="335984"/>
                  </a:lnTo>
                  <a:lnTo>
                    <a:pt x="1278926" y="299287"/>
                  </a:lnTo>
                  <a:lnTo>
                    <a:pt x="1253341" y="264186"/>
                  </a:lnTo>
                  <a:lnTo>
                    <a:pt x="1225301" y="230788"/>
                  </a:lnTo>
                  <a:lnTo>
                    <a:pt x="1194922" y="199200"/>
                  </a:lnTo>
                  <a:lnTo>
                    <a:pt x="1162323" y="169528"/>
                  </a:lnTo>
                  <a:lnTo>
                    <a:pt x="1127619" y="141878"/>
                  </a:lnTo>
                  <a:lnTo>
                    <a:pt x="1090927" y="116357"/>
                  </a:lnTo>
                  <a:lnTo>
                    <a:pt x="1052365" y="93070"/>
                  </a:lnTo>
                  <a:lnTo>
                    <a:pt x="1012050" y="72125"/>
                  </a:lnTo>
                  <a:lnTo>
                    <a:pt x="970098" y="53628"/>
                  </a:lnTo>
                  <a:lnTo>
                    <a:pt x="926626" y="37685"/>
                  </a:lnTo>
                  <a:lnTo>
                    <a:pt x="881751" y="24402"/>
                  </a:lnTo>
                  <a:lnTo>
                    <a:pt x="835590" y="13885"/>
                  </a:lnTo>
                  <a:lnTo>
                    <a:pt x="788260" y="6242"/>
                  </a:lnTo>
                  <a:lnTo>
                    <a:pt x="739879" y="1578"/>
                  </a:lnTo>
                  <a:lnTo>
                    <a:pt x="690562" y="0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14337" y="4433951"/>
              <a:ext cx="1381760" cy="1257300"/>
            </a:xfrm>
            <a:custGeom>
              <a:avLst/>
              <a:gdLst/>
              <a:ahLst/>
              <a:cxnLst/>
              <a:rect l="l" t="t" r="r" b="b"/>
              <a:pathLst>
                <a:path w="1381760" h="1257300">
                  <a:moveTo>
                    <a:pt x="0" y="628650"/>
                  </a:moveTo>
                  <a:lnTo>
                    <a:pt x="1733" y="583751"/>
                  </a:lnTo>
                  <a:lnTo>
                    <a:pt x="6857" y="539705"/>
                  </a:lnTo>
                  <a:lnTo>
                    <a:pt x="15254" y="496618"/>
                  </a:lnTo>
                  <a:lnTo>
                    <a:pt x="26807" y="454596"/>
                  </a:lnTo>
                  <a:lnTo>
                    <a:pt x="41400" y="413745"/>
                  </a:lnTo>
                  <a:lnTo>
                    <a:pt x="58914" y="374173"/>
                  </a:lnTo>
                  <a:lnTo>
                    <a:pt x="79235" y="335984"/>
                  </a:lnTo>
                  <a:lnTo>
                    <a:pt x="102244" y="299287"/>
                  </a:lnTo>
                  <a:lnTo>
                    <a:pt x="127825" y="264186"/>
                  </a:lnTo>
                  <a:lnTo>
                    <a:pt x="155861" y="230788"/>
                  </a:lnTo>
                  <a:lnTo>
                    <a:pt x="186235" y="199200"/>
                  </a:lnTo>
                  <a:lnTo>
                    <a:pt x="218831" y="169528"/>
                  </a:lnTo>
                  <a:lnTo>
                    <a:pt x="253531" y="141878"/>
                  </a:lnTo>
                  <a:lnTo>
                    <a:pt x="290218" y="116357"/>
                  </a:lnTo>
                  <a:lnTo>
                    <a:pt x="328776" y="93070"/>
                  </a:lnTo>
                  <a:lnTo>
                    <a:pt x="369088" y="72125"/>
                  </a:lnTo>
                  <a:lnTo>
                    <a:pt x="411037" y="53628"/>
                  </a:lnTo>
                  <a:lnTo>
                    <a:pt x="454506" y="37685"/>
                  </a:lnTo>
                  <a:lnTo>
                    <a:pt x="499378" y="24402"/>
                  </a:lnTo>
                  <a:lnTo>
                    <a:pt x="545537" y="13885"/>
                  </a:lnTo>
                  <a:lnTo>
                    <a:pt x="592865" y="6242"/>
                  </a:lnTo>
                  <a:lnTo>
                    <a:pt x="641246" y="1578"/>
                  </a:lnTo>
                  <a:lnTo>
                    <a:pt x="690562" y="0"/>
                  </a:lnTo>
                  <a:lnTo>
                    <a:pt x="739879" y="1578"/>
                  </a:lnTo>
                  <a:lnTo>
                    <a:pt x="788260" y="6242"/>
                  </a:lnTo>
                  <a:lnTo>
                    <a:pt x="835590" y="13885"/>
                  </a:lnTo>
                  <a:lnTo>
                    <a:pt x="881751" y="24402"/>
                  </a:lnTo>
                  <a:lnTo>
                    <a:pt x="926626" y="37685"/>
                  </a:lnTo>
                  <a:lnTo>
                    <a:pt x="970098" y="53628"/>
                  </a:lnTo>
                  <a:lnTo>
                    <a:pt x="1012050" y="72125"/>
                  </a:lnTo>
                  <a:lnTo>
                    <a:pt x="1052365" y="93070"/>
                  </a:lnTo>
                  <a:lnTo>
                    <a:pt x="1090927" y="116357"/>
                  </a:lnTo>
                  <a:lnTo>
                    <a:pt x="1127619" y="141878"/>
                  </a:lnTo>
                  <a:lnTo>
                    <a:pt x="1162323" y="169528"/>
                  </a:lnTo>
                  <a:lnTo>
                    <a:pt x="1194922" y="199200"/>
                  </a:lnTo>
                  <a:lnTo>
                    <a:pt x="1225301" y="230788"/>
                  </a:lnTo>
                  <a:lnTo>
                    <a:pt x="1253341" y="264186"/>
                  </a:lnTo>
                  <a:lnTo>
                    <a:pt x="1278926" y="299287"/>
                  </a:lnTo>
                  <a:lnTo>
                    <a:pt x="1301938" y="335984"/>
                  </a:lnTo>
                  <a:lnTo>
                    <a:pt x="1322262" y="374173"/>
                  </a:lnTo>
                  <a:lnTo>
                    <a:pt x="1339780" y="413745"/>
                  </a:lnTo>
                  <a:lnTo>
                    <a:pt x="1354375" y="454596"/>
                  </a:lnTo>
                  <a:lnTo>
                    <a:pt x="1365930" y="496618"/>
                  </a:lnTo>
                  <a:lnTo>
                    <a:pt x="1374329" y="539705"/>
                  </a:lnTo>
                  <a:lnTo>
                    <a:pt x="1379454" y="583751"/>
                  </a:lnTo>
                  <a:lnTo>
                    <a:pt x="1381188" y="628650"/>
                  </a:lnTo>
                  <a:lnTo>
                    <a:pt x="1379454" y="673533"/>
                  </a:lnTo>
                  <a:lnTo>
                    <a:pt x="1374329" y="717566"/>
                  </a:lnTo>
                  <a:lnTo>
                    <a:pt x="1365930" y="760644"/>
                  </a:lnTo>
                  <a:lnTo>
                    <a:pt x="1354375" y="802658"/>
                  </a:lnTo>
                  <a:lnTo>
                    <a:pt x="1339780" y="843503"/>
                  </a:lnTo>
                  <a:lnTo>
                    <a:pt x="1322262" y="883072"/>
                  </a:lnTo>
                  <a:lnTo>
                    <a:pt x="1301938" y="921258"/>
                  </a:lnTo>
                  <a:lnTo>
                    <a:pt x="1278926" y="957956"/>
                  </a:lnTo>
                  <a:lnTo>
                    <a:pt x="1253341" y="993058"/>
                  </a:lnTo>
                  <a:lnTo>
                    <a:pt x="1225301" y="1026458"/>
                  </a:lnTo>
                  <a:lnTo>
                    <a:pt x="1194922" y="1058049"/>
                  </a:lnTo>
                  <a:lnTo>
                    <a:pt x="1162323" y="1087726"/>
                  </a:lnTo>
                  <a:lnTo>
                    <a:pt x="1127619" y="1115380"/>
                  </a:lnTo>
                  <a:lnTo>
                    <a:pt x="1090927" y="1140907"/>
                  </a:lnTo>
                  <a:lnTo>
                    <a:pt x="1052365" y="1164199"/>
                  </a:lnTo>
                  <a:lnTo>
                    <a:pt x="1012050" y="1185149"/>
                  </a:lnTo>
                  <a:lnTo>
                    <a:pt x="970098" y="1203652"/>
                  </a:lnTo>
                  <a:lnTo>
                    <a:pt x="926626" y="1219600"/>
                  </a:lnTo>
                  <a:lnTo>
                    <a:pt x="881751" y="1232888"/>
                  </a:lnTo>
                  <a:lnTo>
                    <a:pt x="835590" y="1243408"/>
                  </a:lnTo>
                  <a:lnTo>
                    <a:pt x="788260" y="1251055"/>
                  </a:lnTo>
                  <a:lnTo>
                    <a:pt x="739879" y="1255721"/>
                  </a:lnTo>
                  <a:lnTo>
                    <a:pt x="690562" y="1257300"/>
                  </a:lnTo>
                  <a:lnTo>
                    <a:pt x="641246" y="1255721"/>
                  </a:lnTo>
                  <a:lnTo>
                    <a:pt x="592865" y="1251055"/>
                  </a:lnTo>
                  <a:lnTo>
                    <a:pt x="545537" y="1243408"/>
                  </a:lnTo>
                  <a:lnTo>
                    <a:pt x="499378" y="1232888"/>
                  </a:lnTo>
                  <a:lnTo>
                    <a:pt x="454506" y="1219600"/>
                  </a:lnTo>
                  <a:lnTo>
                    <a:pt x="411037" y="1203652"/>
                  </a:lnTo>
                  <a:lnTo>
                    <a:pt x="369088" y="1185149"/>
                  </a:lnTo>
                  <a:lnTo>
                    <a:pt x="328776" y="1164199"/>
                  </a:lnTo>
                  <a:lnTo>
                    <a:pt x="290218" y="1140907"/>
                  </a:lnTo>
                  <a:lnTo>
                    <a:pt x="253531" y="1115380"/>
                  </a:lnTo>
                  <a:lnTo>
                    <a:pt x="218831" y="1087726"/>
                  </a:lnTo>
                  <a:lnTo>
                    <a:pt x="186235" y="1058049"/>
                  </a:lnTo>
                  <a:lnTo>
                    <a:pt x="155861" y="1026458"/>
                  </a:lnTo>
                  <a:lnTo>
                    <a:pt x="127825" y="993058"/>
                  </a:lnTo>
                  <a:lnTo>
                    <a:pt x="102244" y="957956"/>
                  </a:lnTo>
                  <a:lnTo>
                    <a:pt x="79235" y="921258"/>
                  </a:lnTo>
                  <a:lnTo>
                    <a:pt x="58914" y="883072"/>
                  </a:lnTo>
                  <a:lnTo>
                    <a:pt x="41400" y="843503"/>
                  </a:lnTo>
                  <a:lnTo>
                    <a:pt x="26807" y="802658"/>
                  </a:lnTo>
                  <a:lnTo>
                    <a:pt x="15254" y="760644"/>
                  </a:lnTo>
                  <a:lnTo>
                    <a:pt x="6857" y="717566"/>
                  </a:lnTo>
                  <a:lnTo>
                    <a:pt x="1733" y="673533"/>
                  </a:lnTo>
                  <a:lnTo>
                    <a:pt x="0" y="628650"/>
                  </a:lnTo>
                  <a:close/>
                </a:path>
              </a:pathLst>
            </a:custGeom>
            <a:ln w="12700">
              <a:solidFill>
                <a:srgbClr val="0033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655637" y="4545329"/>
            <a:ext cx="880744" cy="92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" algn="ctr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Potential</a:t>
            </a:r>
            <a:endParaRPr sz="1200">
              <a:latin typeface="Century Gothic"/>
              <a:cs typeface="Century Gothic"/>
            </a:endParaRPr>
          </a:p>
          <a:p>
            <a:pPr marL="12065" algn="ctr">
              <a:lnSpc>
                <a:spcPts val="1385"/>
              </a:lnSpc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Savings</a:t>
            </a:r>
            <a:endParaRPr sz="1200">
              <a:latin typeface="Century Gothic"/>
              <a:cs typeface="Century Gothic"/>
            </a:endParaRPr>
          </a:p>
          <a:p>
            <a:pPr marL="23495" algn="ctr">
              <a:lnSpc>
                <a:spcPts val="2355"/>
              </a:lnSpc>
            </a:pP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2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0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6%</a:t>
            </a:r>
            <a:endParaRPr sz="20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of IT</a:t>
            </a:r>
            <a:r>
              <a:rPr sz="12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Budget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407987" y="6361176"/>
            <a:ext cx="1394460" cy="1270000"/>
            <a:chOff x="407987" y="6361176"/>
            <a:chExt cx="1394460" cy="1270000"/>
          </a:xfrm>
        </p:grpSpPr>
        <p:sp>
          <p:nvSpPr>
            <p:cNvPr id="94" name="object 94"/>
            <p:cNvSpPr/>
            <p:nvPr/>
          </p:nvSpPr>
          <p:spPr>
            <a:xfrm>
              <a:off x="414337" y="6367526"/>
              <a:ext cx="1381760" cy="1257300"/>
            </a:xfrm>
            <a:custGeom>
              <a:avLst/>
              <a:gdLst/>
              <a:ahLst/>
              <a:cxnLst/>
              <a:rect l="l" t="t" r="r" b="b"/>
              <a:pathLst>
                <a:path w="1381760" h="1257300">
                  <a:moveTo>
                    <a:pt x="690562" y="0"/>
                  </a:moveTo>
                  <a:lnTo>
                    <a:pt x="641246" y="1578"/>
                  </a:lnTo>
                  <a:lnTo>
                    <a:pt x="592865" y="6242"/>
                  </a:lnTo>
                  <a:lnTo>
                    <a:pt x="545537" y="13885"/>
                  </a:lnTo>
                  <a:lnTo>
                    <a:pt x="499378" y="24401"/>
                  </a:lnTo>
                  <a:lnTo>
                    <a:pt x="454506" y="37683"/>
                  </a:lnTo>
                  <a:lnTo>
                    <a:pt x="411037" y="53626"/>
                  </a:lnTo>
                  <a:lnTo>
                    <a:pt x="369088" y="72122"/>
                  </a:lnTo>
                  <a:lnTo>
                    <a:pt x="328776" y="93065"/>
                  </a:lnTo>
                  <a:lnTo>
                    <a:pt x="290218" y="116349"/>
                  </a:lnTo>
                  <a:lnTo>
                    <a:pt x="253531" y="141867"/>
                  </a:lnTo>
                  <a:lnTo>
                    <a:pt x="218831" y="169514"/>
                  </a:lnTo>
                  <a:lnTo>
                    <a:pt x="186235" y="199182"/>
                  </a:lnTo>
                  <a:lnTo>
                    <a:pt x="155861" y="230765"/>
                  </a:lnTo>
                  <a:lnTo>
                    <a:pt x="127825" y="264157"/>
                  </a:lnTo>
                  <a:lnTo>
                    <a:pt x="102244" y="299251"/>
                  </a:lnTo>
                  <a:lnTo>
                    <a:pt x="79235" y="335942"/>
                  </a:lnTo>
                  <a:lnTo>
                    <a:pt x="58914" y="374122"/>
                  </a:lnTo>
                  <a:lnTo>
                    <a:pt x="41400" y="413685"/>
                  </a:lnTo>
                  <a:lnTo>
                    <a:pt x="26807" y="454524"/>
                  </a:lnTo>
                  <a:lnTo>
                    <a:pt x="15254" y="496534"/>
                  </a:lnTo>
                  <a:lnTo>
                    <a:pt x="6857" y="539608"/>
                  </a:lnTo>
                  <a:lnTo>
                    <a:pt x="1733" y="583640"/>
                  </a:lnTo>
                  <a:lnTo>
                    <a:pt x="0" y="628523"/>
                  </a:lnTo>
                  <a:lnTo>
                    <a:pt x="1733" y="673421"/>
                  </a:lnTo>
                  <a:lnTo>
                    <a:pt x="6857" y="717467"/>
                  </a:lnTo>
                  <a:lnTo>
                    <a:pt x="15254" y="760554"/>
                  </a:lnTo>
                  <a:lnTo>
                    <a:pt x="26807" y="802576"/>
                  </a:lnTo>
                  <a:lnTo>
                    <a:pt x="41400" y="843427"/>
                  </a:lnTo>
                  <a:lnTo>
                    <a:pt x="58914" y="882999"/>
                  </a:lnTo>
                  <a:lnTo>
                    <a:pt x="79235" y="921188"/>
                  </a:lnTo>
                  <a:lnTo>
                    <a:pt x="102244" y="957885"/>
                  </a:lnTo>
                  <a:lnTo>
                    <a:pt x="127825" y="992986"/>
                  </a:lnTo>
                  <a:lnTo>
                    <a:pt x="155861" y="1026384"/>
                  </a:lnTo>
                  <a:lnTo>
                    <a:pt x="186235" y="1057972"/>
                  </a:lnTo>
                  <a:lnTo>
                    <a:pt x="218831" y="1087644"/>
                  </a:lnTo>
                  <a:lnTo>
                    <a:pt x="253531" y="1115294"/>
                  </a:lnTo>
                  <a:lnTo>
                    <a:pt x="290218" y="1140815"/>
                  </a:lnTo>
                  <a:lnTo>
                    <a:pt x="328776" y="1164102"/>
                  </a:lnTo>
                  <a:lnTo>
                    <a:pt x="369088" y="1185047"/>
                  </a:lnTo>
                  <a:lnTo>
                    <a:pt x="411037" y="1203544"/>
                  </a:lnTo>
                  <a:lnTo>
                    <a:pt x="454506" y="1219487"/>
                  </a:lnTo>
                  <a:lnTo>
                    <a:pt x="499378" y="1232770"/>
                  </a:lnTo>
                  <a:lnTo>
                    <a:pt x="545537" y="1243287"/>
                  </a:lnTo>
                  <a:lnTo>
                    <a:pt x="592865" y="1250930"/>
                  </a:lnTo>
                  <a:lnTo>
                    <a:pt x="641246" y="1255594"/>
                  </a:lnTo>
                  <a:lnTo>
                    <a:pt x="690562" y="1257173"/>
                  </a:lnTo>
                  <a:lnTo>
                    <a:pt x="739879" y="1255594"/>
                  </a:lnTo>
                  <a:lnTo>
                    <a:pt x="788260" y="1250930"/>
                  </a:lnTo>
                  <a:lnTo>
                    <a:pt x="835590" y="1243287"/>
                  </a:lnTo>
                  <a:lnTo>
                    <a:pt x="881751" y="1232770"/>
                  </a:lnTo>
                  <a:lnTo>
                    <a:pt x="926626" y="1219487"/>
                  </a:lnTo>
                  <a:lnTo>
                    <a:pt x="970098" y="1203544"/>
                  </a:lnTo>
                  <a:lnTo>
                    <a:pt x="1012050" y="1185047"/>
                  </a:lnTo>
                  <a:lnTo>
                    <a:pt x="1052365" y="1164102"/>
                  </a:lnTo>
                  <a:lnTo>
                    <a:pt x="1090927" y="1140815"/>
                  </a:lnTo>
                  <a:lnTo>
                    <a:pt x="1127619" y="1115294"/>
                  </a:lnTo>
                  <a:lnTo>
                    <a:pt x="1162323" y="1087644"/>
                  </a:lnTo>
                  <a:lnTo>
                    <a:pt x="1194922" y="1057972"/>
                  </a:lnTo>
                  <a:lnTo>
                    <a:pt x="1225301" y="1026384"/>
                  </a:lnTo>
                  <a:lnTo>
                    <a:pt x="1253341" y="992986"/>
                  </a:lnTo>
                  <a:lnTo>
                    <a:pt x="1278926" y="957885"/>
                  </a:lnTo>
                  <a:lnTo>
                    <a:pt x="1301938" y="921188"/>
                  </a:lnTo>
                  <a:lnTo>
                    <a:pt x="1322262" y="882999"/>
                  </a:lnTo>
                  <a:lnTo>
                    <a:pt x="1339780" y="843427"/>
                  </a:lnTo>
                  <a:lnTo>
                    <a:pt x="1354375" y="802576"/>
                  </a:lnTo>
                  <a:lnTo>
                    <a:pt x="1365930" y="760554"/>
                  </a:lnTo>
                  <a:lnTo>
                    <a:pt x="1374329" y="717467"/>
                  </a:lnTo>
                  <a:lnTo>
                    <a:pt x="1379454" y="673421"/>
                  </a:lnTo>
                  <a:lnTo>
                    <a:pt x="1381188" y="628523"/>
                  </a:lnTo>
                  <a:lnTo>
                    <a:pt x="1379454" y="583640"/>
                  </a:lnTo>
                  <a:lnTo>
                    <a:pt x="1374329" y="539608"/>
                  </a:lnTo>
                  <a:lnTo>
                    <a:pt x="1365930" y="496534"/>
                  </a:lnTo>
                  <a:lnTo>
                    <a:pt x="1354375" y="454524"/>
                  </a:lnTo>
                  <a:lnTo>
                    <a:pt x="1339780" y="413685"/>
                  </a:lnTo>
                  <a:lnTo>
                    <a:pt x="1322262" y="374122"/>
                  </a:lnTo>
                  <a:lnTo>
                    <a:pt x="1301938" y="335942"/>
                  </a:lnTo>
                  <a:lnTo>
                    <a:pt x="1278926" y="299251"/>
                  </a:lnTo>
                  <a:lnTo>
                    <a:pt x="1253341" y="264157"/>
                  </a:lnTo>
                  <a:lnTo>
                    <a:pt x="1225301" y="230765"/>
                  </a:lnTo>
                  <a:lnTo>
                    <a:pt x="1194922" y="199182"/>
                  </a:lnTo>
                  <a:lnTo>
                    <a:pt x="1162323" y="169514"/>
                  </a:lnTo>
                  <a:lnTo>
                    <a:pt x="1127619" y="141867"/>
                  </a:lnTo>
                  <a:lnTo>
                    <a:pt x="1090927" y="116349"/>
                  </a:lnTo>
                  <a:lnTo>
                    <a:pt x="1052365" y="93065"/>
                  </a:lnTo>
                  <a:lnTo>
                    <a:pt x="1012050" y="72122"/>
                  </a:lnTo>
                  <a:lnTo>
                    <a:pt x="970098" y="53626"/>
                  </a:lnTo>
                  <a:lnTo>
                    <a:pt x="926626" y="37683"/>
                  </a:lnTo>
                  <a:lnTo>
                    <a:pt x="881751" y="24401"/>
                  </a:lnTo>
                  <a:lnTo>
                    <a:pt x="835590" y="13885"/>
                  </a:lnTo>
                  <a:lnTo>
                    <a:pt x="788260" y="6242"/>
                  </a:lnTo>
                  <a:lnTo>
                    <a:pt x="739879" y="1578"/>
                  </a:lnTo>
                  <a:lnTo>
                    <a:pt x="690562" y="0"/>
                  </a:lnTo>
                  <a:close/>
                </a:path>
              </a:pathLst>
            </a:custGeom>
            <a:solidFill>
              <a:srgbClr val="00C0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14337" y="6367526"/>
              <a:ext cx="1381760" cy="1257300"/>
            </a:xfrm>
            <a:custGeom>
              <a:avLst/>
              <a:gdLst/>
              <a:ahLst/>
              <a:cxnLst/>
              <a:rect l="l" t="t" r="r" b="b"/>
              <a:pathLst>
                <a:path w="1381760" h="1257300">
                  <a:moveTo>
                    <a:pt x="0" y="628523"/>
                  </a:moveTo>
                  <a:lnTo>
                    <a:pt x="1733" y="583640"/>
                  </a:lnTo>
                  <a:lnTo>
                    <a:pt x="6857" y="539608"/>
                  </a:lnTo>
                  <a:lnTo>
                    <a:pt x="15254" y="496534"/>
                  </a:lnTo>
                  <a:lnTo>
                    <a:pt x="26807" y="454524"/>
                  </a:lnTo>
                  <a:lnTo>
                    <a:pt x="41400" y="413685"/>
                  </a:lnTo>
                  <a:lnTo>
                    <a:pt x="58914" y="374122"/>
                  </a:lnTo>
                  <a:lnTo>
                    <a:pt x="79235" y="335942"/>
                  </a:lnTo>
                  <a:lnTo>
                    <a:pt x="102244" y="299251"/>
                  </a:lnTo>
                  <a:lnTo>
                    <a:pt x="127825" y="264157"/>
                  </a:lnTo>
                  <a:lnTo>
                    <a:pt x="155861" y="230765"/>
                  </a:lnTo>
                  <a:lnTo>
                    <a:pt x="186235" y="199182"/>
                  </a:lnTo>
                  <a:lnTo>
                    <a:pt x="218831" y="169514"/>
                  </a:lnTo>
                  <a:lnTo>
                    <a:pt x="253531" y="141867"/>
                  </a:lnTo>
                  <a:lnTo>
                    <a:pt x="290218" y="116349"/>
                  </a:lnTo>
                  <a:lnTo>
                    <a:pt x="328776" y="93065"/>
                  </a:lnTo>
                  <a:lnTo>
                    <a:pt x="369088" y="72122"/>
                  </a:lnTo>
                  <a:lnTo>
                    <a:pt x="411037" y="53626"/>
                  </a:lnTo>
                  <a:lnTo>
                    <a:pt x="454506" y="37683"/>
                  </a:lnTo>
                  <a:lnTo>
                    <a:pt x="499378" y="24401"/>
                  </a:lnTo>
                  <a:lnTo>
                    <a:pt x="545537" y="13885"/>
                  </a:lnTo>
                  <a:lnTo>
                    <a:pt x="592865" y="6242"/>
                  </a:lnTo>
                  <a:lnTo>
                    <a:pt x="641246" y="1578"/>
                  </a:lnTo>
                  <a:lnTo>
                    <a:pt x="690562" y="0"/>
                  </a:lnTo>
                  <a:lnTo>
                    <a:pt x="739879" y="1578"/>
                  </a:lnTo>
                  <a:lnTo>
                    <a:pt x="788260" y="6242"/>
                  </a:lnTo>
                  <a:lnTo>
                    <a:pt x="835590" y="13885"/>
                  </a:lnTo>
                  <a:lnTo>
                    <a:pt x="881751" y="24401"/>
                  </a:lnTo>
                  <a:lnTo>
                    <a:pt x="926626" y="37683"/>
                  </a:lnTo>
                  <a:lnTo>
                    <a:pt x="970098" y="53626"/>
                  </a:lnTo>
                  <a:lnTo>
                    <a:pt x="1012050" y="72122"/>
                  </a:lnTo>
                  <a:lnTo>
                    <a:pt x="1052365" y="93065"/>
                  </a:lnTo>
                  <a:lnTo>
                    <a:pt x="1090927" y="116349"/>
                  </a:lnTo>
                  <a:lnTo>
                    <a:pt x="1127619" y="141867"/>
                  </a:lnTo>
                  <a:lnTo>
                    <a:pt x="1162323" y="169514"/>
                  </a:lnTo>
                  <a:lnTo>
                    <a:pt x="1194922" y="199182"/>
                  </a:lnTo>
                  <a:lnTo>
                    <a:pt x="1225301" y="230765"/>
                  </a:lnTo>
                  <a:lnTo>
                    <a:pt x="1253341" y="264157"/>
                  </a:lnTo>
                  <a:lnTo>
                    <a:pt x="1278926" y="299251"/>
                  </a:lnTo>
                  <a:lnTo>
                    <a:pt x="1301938" y="335942"/>
                  </a:lnTo>
                  <a:lnTo>
                    <a:pt x="1322262" y="374122"/>
                  </a:lnTo>
                  <a:lnTo>
                    <a:pt x="1339780" y="413685"/>
                  </a:lnTo>
                  <a:lnTo>
                    <a:pt x="1354375" y="454524"/>
                  </a:lnTo>
                  <a:lnTo>
                    <a:pt x="1365930" y="496534"/>
                  </a:lnTo>
                  <a:lnTo>
                    <a:pt x="1374329" y="539608"/>
                  </a:lnTo>
                  <a:lnTo>
                    <a:pt x="1379454" y="583640"/>
                  </a:lnTo>
                  <a:lnTo>
                    <a:pt x="1381188" y="628523"/>
                  </a:lnTo>
                  <a:lnTo>
                    <a:pt x="1379454" y="673421"/>
                  </a:lnTo>
                  <a:lnTo>
                    <a:pt x="1374329" y="717467"/>
                  </a:lnTo>
                  <a:lnTo>
                    <a:pt x="1365930" y="760554"/>
                  </a:lnTo>
                  <a:lnTo>
                    <a:pt x="1354375" y="802576"/>
                  </a:lnTo>
                  <a:lnTo>
                    <a:pt x="1339780" y="843427"/>
                  </a:lnTo>
                  <a:lnTo>
                    <a:pt x="1322262" y="882999"/>
                  </a:lnTo>
                  <a:lnTo>
                    <a:pt x="1301938" y="921188"/>
                  </a:lnTo>
                  <a:lnTo>
                    <a:pt x="1278926" y="957885"/>
                  </a:lnTo>
                  <a:lnTo>
                    <a:pt x="1253341" y="992986"/>
                  </a:lnTo>
                  <a:lnTo>
                    <a:pt x="1225301" y="1026384"/>
                  </a:lnTo>
                  <a:lnTo>
                    <a:pt x="1194922" y="1057972"/>
                  </a:lnTo>
                  <a:lnTo>
                    <a:pt x="1162323" y="1087644"/>
                  </a:lnTo>
                  <a:lnTo>
                    <a:pt x="1127619" y="1115294"/>
                  </a:lnTo>
                  <a:lnTo>
                    <a:pt x="1090927" y="1140815"/>
                  </a:lnTo>
                  <a:lnTo>
                    <a:pt x="1052365" y="1164102"/>
                  </a:lnTo>
                  <a:lnTo>
                    <a:pt x="1012050" y="1185047"/>
                  </a:lnTo>
                  <a:lnTo>
                    <a:pt x="970098" y="1203544"/>
                  </a:lnTo>
                  <a:lnTo>
                    <a:pt x="926626" y="1219487"/>
                  </a:lnTo>
                  <a:lnTo>
                    <a:pt x="881751" y="1232770"/>
                  </a:lnTo>
                  <a:lnTo>
                    <a:pt x="835590" y="1243287"/>
                  </a:lnTo>
                  <a:lnTo>
                    <a:pt x="788260" y="1250930"/>
                  </a:lnTo>
                  <a:lnTo>
                    <a:pt x="739879" y="1255594"/>
                  </a:lnTo>
                  <a:lnTo>
                    <a:pt x="690562" y="1257173"/>
                  </a:lnTo>
                  <a:lnTo>
                    <a:pt x="641246" y="1255594"/>
                  </a:lnTo>
                  <a:lnTo>
                    <a:pt x="592865" y="1250930"/>
                  </a:lnTo>
                  <a:lnTo>
                    <a:pt x="545537" y="1243287"/>
                  </a:lnTo>
                  <a:lnTo>
                    <a:pt x="499378" y="1232770"/>
                  </a:lnTo>
                  <a:lnTo>
                    <a:pt x="454506" y="1219487"/>
                  </a:lnTo>
                  <a:lnTo>
                    <a:pt x="411037" y="1203544"/>
                  </a:lnTo>
                  <a:lnTo>
                    <a:pt x="369088" y="1185047"/>
                  </a:lnTo>
                  <a:lnTo>
                    <a:pt x="328776" y="1164102"/>
                  </a:lnTo>
                  <a:lnTo>
                    <a:pt x="290218" y="1140815"/>
                  </a:lnTo>
                  <a:lnTo>
                    <a:pt x="253531" y="1115294"/>
                  </a:lnTo>
                  <a:lnTo>
                    <a:pt x="218831" y="1087644"/>
                  </a:lnTo>
                  <a:lnTo>
                    <a:pt x="186235" y="1057972"/>
                  </a:lnTo>
                  <a:lnTo>
                    <a:pt x="155861" y="1026384"/>
                  </a:lnTo>
                  <a:lnTo>
                    <a:pt x="127825" y="992986"/>
                  </a:lnTo>
                  <a:lnTo>
                    <a:pt x="102244" y="957885"/>
                  </a:lnTo>
                  <a:lnTo>
                    <a:pt x="79235" y="921188"/>
                  </a:lnTo>
                  <a:lnTo>
                    <a:pt x="58914" y="882999"/>
                  </a:lnTo>
                  <a:lnTo>
                    <a:pt x="41400" y="843427"/>
                  </a:lnTo>
                  <a:lnTo>
                    <a:pt x="26807" y="802576"/>
                  </a:lnTo>
                  <a:lnTo>
                    <a:pt x="15254" y="760554"/>
                  </a:lnTo>
                  <a:lnTo>
                    <a:pt x="6857" y="717467"/>
                  </a:lnTo>
                  <a:lnTo>
                    <a:pt x="1733" y="673421"/>
                  </a:lnTo>
                  <a:lnTo>
                    <a:pt x="0" y="628523"/>
                  </a:lnTo>
                  <a:close/>
                </a:path>
              </a:pathLst>
            </a:custGeom>
            <a:ln w="12700">
              <a:solidFill>
                <a:srgbClr val="00C0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645794" y="6476936"/>
            <a:ext cx="923925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ctr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Potential</a:t>
            </a:r>
            <a:endParaRPr sz="1200">
              <a:latin typeface="Century Gothic"/>
              <a:cs typeface="Century Gothic"/>
            </a:endParaRPr>
          </a:p>
          <a:p>
            <a:pPr marR="4445" algn="ctr">
              <a:lnSpc>
                <a:spcPts val="1435"/>
              </a:lnSpc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Savings</a:t>
            </a:r>
            <a:endParaRPr sz="12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r>
              <a:rPr sz="2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0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10%</a:t>
            </a:r>
            <a:endParaRPr sz="2000">
              <a:latin typeface="Century Gothic"/>
              <a:cs typeface="Century Gothic"/>
            </a:endParaRPr>
          </a:p>
          <a:p>
            <a:pPr marR="15875" algn="ctr">
              <a:lnSpc>
                <a:spcPct val="100000"/>
              </a:lnSpc>
              <a:spcBef>
                <a:spcPts val="305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of IT</a:t>
            </a:r>
            <a:r>
              <a:rPr sz="12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Budget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722501" y="8046973"/>
            <a:ext cx="1393825" cy="1280160"/>
            <a:chOff x="1722501" y="8046973"/>
            <a:chExt cx="1393825" cy="1280160"/>
          </a:xfrm>
        </p:grpSpPr>
        <p:sp>
          <p:nvSpPr>
            <p:cNvPr id="98" name="object 98"/>
            <p:cNvSpPr/>
            <p:nvPr/>
          </p:nvSpPr>
          <p:spPr>
            <a:xfrm>
              <a:off x="1728851" y="8053323"/>
              <a:ext cx="1381125" cy="1267460"/>
            </a:xfrm>
            <a:custGeom>
              <a:avLst/>
              <a:gdLst/>
              <a:ahLst/>
              <a:cxnLst/>
              <a:rect l="l" t="t" r="r" b="b"/>
              <a:pathLst>
                <a:path w="1381125" h="1267459">
                  <a:moveTo>
                    <a:pt x="690499" y="0"/>
                  </a:moveTo>
                  <a:lnTo>
                    <a:pt x="641182" y="1590"/>
                  </a:lnTo>
                  <a:lnTo>
                    <a:pt x="592803" y="6290"/>
                  </a:lnTo>
                  <a:lnTo>
                    <a:pt x="545476" y="13992"/>
                  </a:lnTo>
                  <a:lnTo>
                    <a:pt x="499320" y="24589"/>
                  </a:lnTo>
                  <a:lnTo>
                    <a:pt x="454450" y="37974"/>
                  </a:lnTo>
                  <a:lnTo>
                    <a:pt x="410984" y="54039"/>
                  </a:lnTo>
                  <a:lnTo>
                    <a:pt x="369039" y="72679"/>
                  </a:lnTo>
                  <a:lnTo>
                    <a:pt x="328731" y="93784"/>
                  </a:lnTo>
                  <a:lnTo>
                    <a:pt x="290176" y="117249"/>
                  </a:lnTo>
                  <a:lnTo>
                    <a:pt x="253493" y="142967"/>
                  </a:lnTo>
                  <a:lnTo>
                    <a:pt x="218797" y="170829"/>
                  </a:lnTo>
                  <a:lnTo>
                    <a:pt x="186206" y="200729"/>
                  </a:lnTo>
                  <a:lnTo>
                    <a:pt x="155836" y="232559"/>
                  </a:lnTo>
                  <a:lnTo>
                    <a:pt x="127804" y="266213"/>
                  </a:lnTo>
                  <a:lnTo>
                    <a:pt x="102226" y="301584"/>
                  </a:lnTo>
                  <a:lnTo>
                    <a:pt x="79221" y="338563"/>
                  </a:lnTo>
                  <a:lnTo>
                    <a:pt x="58904" y="377045"/>
                  </a:lnTo>
                  <a:lnTo>
                    <a:pt x="41392" y="416921"/>
                  </a:lnTo>
                  <a:lnTo>
                    <a:pt x="26802" y="458085"/>
                  </a:lnTo>
                  <a:lnTo>
                    <a:pt x="15251" y="500430"/>
                  </a:lnTo>
                  <a:lnTo>
                    <a:pt x="6856" y="543848"/>
                  </a:lnTo>
                  <a:lnTo>
                    <a:pt x="1733" y="588232"/>
                  </a:lnTo>
                  <a:lnTo>
                    <a:pt x="0" y="633476"/>
                  </a:lnTo>
                  <a:lnTo>
                    <a:pt x="1733" y="678711"/>
                  </a:lnTo>
                  <a:lnTo>
                    <a:pt x="6856" y="723088"/>
                  </a:lnTo>
                  <a:lnTo>
                    <a:pt x="15251" y="766499"/>
                  </a:lnTo>
                  <a:lnTo>
                    <a:pt x="26802" y="808838"/>
                  </a:lnTo>
                  <a:lnTo>
                    <a:pt x="41392" y="849997"/>
                  </a:lnTo>
                  <a:lnTo>
                    <a:pt x="58904" y="889869"/>
                  </a:lnTo>
                  <a:lnTo>
                    <a:pt x="79221" y="928346"/>
                  </a:lnTo>
                  <a:lnTo>
                    <a:pt x="102226" y="965322"/>
                  </a:lnTo>
                  <a:lnTo>
                    <a:pt x="127804" y="1000689"/>
                  </a:lnTo>
                  <a:lnTo>
                    <a:pt x="155836" y="1034340"/>
                  </a:lnTo>
                  <a:lnTo>
                    <a:pt x="186206" y="1066168"/>
                  </a:lnTo>
                  <a:lnTo>
                    <a:pt x="218797" y="1096066"/>
                  </a:lnTo>
                  <a:lnTo>
                    <a:pt x="253493" y="1123926"/>
                  </a:lnTo>
                  <a:lnTo>
                    <a:pt x="290176" y="1149642"/>
                  </a:lnTo>
                  <a:lnTo>
                    <a:pt x="328731" y="1173106"/>
                  </a:lnTo>
                  <a:lnTo>
                    <a:pt x="369039" y="1194211"/>
                  </a:lnTo>
                  <a:lnTo>
                    <a:pt x="410984" y="1212849"/>
                  </a:lnTo>
                  <a:lnTo>
                    <a:pt x="454450" y="1228914"/>
                  </a:lnTo>
                  <a:lnTo>
                    <a:pt x="499320" y="1242299"/>
                  </a:lnTo>
                  <a:lnTo>
                    <a:pt x="545476" y="1252896"/>
                  </a:lnTo>
                  <a:lnTo>
                    <a:pt x="592803" y="1260598"/>
                  </a:lnTo>
                  <a:lnTo>
                    <a:pt x="641182" y="1265298"/>
                  </a:lnTo>
                  <a:lnTo>
                    <a:pt x="690499" y="1266888"/>
                  </a:lnTo>
                  <a:lnTo>
                    <a:pt x="739815" y="1265298"/>
                  </a:lnTo>
                  <a:lnTo>
                    <a:pt x="788197" y="1260598"/>
                  </a:lnTo>
                  <a:lnTo>
                    <a:pt x="835527" y="1252896"/>
                  </a:lnTo>
                  <a:lnTo>
                    <a:pt x="881687" y="1242299"/>
                  </a:lnTo>
                  <a:lnTo>
                    <a:pt x="926562" y="1228914"/>
                  </a:lnTo>
                  <a:lnTo>
                    <a:pt x="970034" y="1212849"/>
                  </a:lnTo>
                  <a:lnTo>
                    <a:pt x="1011986" y="1194211"/>
                  </a:lnTo>
                  <a:lnTo>
                    <a:pt x="1052302" y="1173106"/>
                  </a:lnTo>
                  <a:lnTo>
                    <a:pt x="1090864" y="1149642"/>
                  </a:lnTo>
                  <a:lnTo>
                    <a:pt x="1127555" y="1123926"/>
                  </a:lnTo>
                  <a:lnTo>
                    <a:pt x="1162259" y="1096066"/>
                  </a:lnTo>
                  <a:lnTo>
                    <a:pt x="1194859" y="1066168"/>
                  </a:lnTo>
                  <a:lnTo>
                    <a:pt x="1225237" y="1034340"/>
                  </a:lnTo>
                  <a:lnTo>
                    <a:pt x="1253277" y="1000689"/>
                  </a:lnTo>
                  <a:lnTo>
                    <a:pt x="1278862" y="965322"/>
                  </a:lnTo>
                  <a:lnTo>
                    <a:pt x="1301875" y="928346"/>
                  </a:lnTo>
                  <a:lnTo>
                    <a:pt x="1322199" y="889869"/>
                  </a:lnTo>
                  <a:lnTo>
                    <a:pt x="1339717" y="849997"/>
                  </a:lnTo>
                  <a:lnTo>
                    <a:pt x="1354312" y="808838"/>
                  </a:lnTo>
                  <a:lnTo>
                    <a:pt x="1365867" y="766499"/>
                  </a:lnTo>
                  <a:lnTo>
                    <a:pt x="1374265" y="723088"/>
                  </a:lnTo>
                  <a:lnTo>
                    <a:pt x="1379390" y="678711"/>
                  </a:lnTo>
                  <a:lnTo>
                    <a:pt x="1381125" y="633476"/>
                  </a:lnTo>
                  <a:lnTo>
                    <a:pt x="1379390" y="588232"/>
                  </a:lnTo>
                  <a:lnTo>
                    <a:pt x="1374265" y="543848"/>
                  </a:lnTo>
                  <a:lnTo>
                    <a:pt x="1365867" y="500430"/>
                  </a:lnTo>
                  <a:lnTo>
                    <a:pt x="1354312" y="458085"/>
                  </a:lnTo>
                  <a:lnTo>
                    <a:pt x="1339717" y="416921"/>
                  </a:lnTo>
                  <a:lnTo>
                    <a:pt x="1322199" y="377045"/>
                  </a:lnTo>
                  <a:lnTo>
                    <a:pt x="1301875" y="338563"/>
                  </a:lnTo>
                  <a:lnTo>
                    <a:pt x="1278862" y="301584"/>
                  </a:lnTo>
                  <a:lnTo>
                    <a:pt x="1253277" y="266213"/>
                  </a:lnTo>
                  <a:lnTo>
                    <a:pt x="1225237" y="232559"/>
                  </a:lnTo>
                  <a:lnTo>
                    <a:pt x="1194859" y="200729"/>
                  </a:lnTo>
                  <a:lnTo>
                    <a:pt x="1162259" y="170829"/>
                  </a:lnTo>
                  <a:lnTo>
                    <a:pt x="1127555" y="142967"/>
                  </a:lnTo>
                  <a:lnTo>
                    <a:pt x="1090864" y="117249"/>
                  </a:lnTo>
                  <a:lnTo>
                    <a:pt x="1052302" y="93784"/>
                  </a:lnTo>
                  <a:lnTo>
                    <a:pt x="1011986" y="72679"/>
                  </a:lnTo>
                  <a:lnTo>
                    <a:pt x="970034" y="54039"/>
                  </a:lnTo>
                  <a:lnTo>
                    <a:pt x="926562" y="37974"/>
                  </a:lnTo>
                  <a:lnTo>
                    <a:pt x="881687" y="24589"/>
                  </a:lnTo>
                  <a:lnTo>
                    <a:pt x="835527" y="13992"/>
                  </a:lnTo>
                  <a:lnTo>
                    <a:pt x="788197" y="6290"/>
                  </a:lnTo>
                  <a:lnTo>
                    <a:pt x="739815" y="1590"/>
                  </a:lnTo>
                  <a:lnTo>
                    <a:pt x="690499" y="0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728851" y="8053323"/>
              <a:ext cx="1381125" cy="1267460"/>
            </a:xfrm>
            <a:custGeom>
              <a:avLst/>
              <a:gdLst/>
              <a:ahLst/>
              <a:cxnLst/>
              <a:rect l="l" t="t" r="r" b="b"/>
              <a:pathLst>
                <a:path w="1381125" h="1267459">
                  <a:moveTo>
                    <a:pt x="0" y="633476"/>
                  </a:moveTo>
                  <a:lnTo>
                    <a:pt x="1733" y="588232"/>
                  </a:lnTo>
                  <a:lnTo>
                    <a:pt x="6856" y="543848"/>
                  </a:lnTo>
                  <a:lnTo>
                    <a:pt x="15251" y="500430"/>
                  </a:lnTo>
                  <a:lnTo>
                    <a:pt x="26802" y="458085"/>
                  </a:lnTo>
                  <a:lnTo>
                    <a:pt x="41392" y="416921"/>
                  </a:lnTo>
                  <a:lnTo>
                    <a:pt x="58904" y="377045"/>
                  </a:lnTo>
                  <a:lnTo>
                    <a:pt x="79221" y="338563"/>
                  </a:lnTo>
                  <a:lnTo>
                    <a:pt x="102226" y="301584"/>
                  </a:lnTo>
                  <a:lnTo>
                    <a:pt x="127804" y="266213"/>
                  </a:lnTo>
                  <a:lnTo>
                    <a:pt x="155836" y="232559"/>
                  </a:lnTo>
                  <a:lnTo>
                    <a:pt x="186206" y="200729"/>
                  </a:lnTo>
                  <a:lnTo>
                    <a:pt x="218797" y="170829"/>
                  </a:lnTo>
                  <a:lnTo>
                    <a:pt x="253493" y="142967"/>
                  </a:lnTo>
                  <a:lnTo>
                    <a:pt x="290176" y="117249"/>
                  </a:lnTo>
                  <a:lnTo>
                    <a:pt x="328731" y="93784"/>
                  </a:lnTo>
                  <a:lnTo>
                    <a:pt x="369039" y="72679"/>
                  </a:lnTo>
                  <a:lnTo>
                    <a:pt x="410984" y="54039"/>
                  </a:lnTo>
                  <a:lnTo>
                    <a:pt x="454450" y="37974"/>
                  </a:lnTo>
                  <a:lnTo>
                    <a:pt x="499320" y="24589"/>
                  </a:lnTo>
                  <a:lnTo>
                    <a:pt x="545476" y="13992"/>
                  </a:lnTo>
                  <a:lnTo>
                    <a:pt x="592803" y="6290"/>
                  </a:lnTo>
                  <a:lnTo>
                    <a:pt x="641182" y="1590"/>
                  </a:lnTo>
                  <a:lnTo>
                    <a:pt x="690499" y="0"/>
                  </a:lnTo>
                  <a:lnTo>
                    <a:pt x="739815" y="1590"/>
                  </a:lnTo>
                  <a:lnTo>
                    <a:pt x="788197" y="6290"/>
                  </a:lnTo>
                  <a:lnTo>
                    <a:pt x="835527" y="13992"/>
                  </a:lnTo>
                  <a:lnTo>
                    <a:pt x="881687" y="24589"/>
                  </a:lnTo>
                  <a:lnTo>
                    <a:pt x="926562" y="37974"/>
                  </a:lnTo>
                  <a:lnTo>
                    <a:pt x="970034" y="54039"/>
                  </a:lnTo>
                  <a:lnTo>
                    <a:pt x="1011986" y="72679"/>
                  </a:lnTo>
                  <a:lnTo>
                    <a:pt x="1052302" y="93784"/>
                  </a:lnTo>
                  <a:lnTo>
                    <a:pt x="1090864" y="117249"/>
                  </a:lnTo>
                  <a:lnTo>
                    <a:pt x="1127555" y="142967"/>
                  </a:lnTo>
                  <a:lnTo>
                    <a:pt x="1162259" y="170829"/>
                  </a:lnTo>
                  <a:lnTo>
                    <a:pt x="1194859" y="200729"/>
                  </a:lnTo>
                  <a:lnTo>
                    <a:pt x="1225237" y="232559"/>
                  </a:lnTo>
                  <a:lnTo>
                    <a:pt x="1253277" y="266213"/>
                  </a:lnTo>
                  <a:lnTo>
                    <a:pt x="1278862" y="301584"/>
                  </a:lnTo>
                  <a:lnTo>
                    <a:pt x="1301875" y="338563"/>
                  </a:lnTo>
                  <a:lnTo>
                    <a:pt x="1322199" y="377045"/>
                  </a:lnTo>
                  <a:lnTo>
                    <a:pt x="1339717" y="416921"/>
                  </a:lnTo>
                  <a:lnTo>
                    <a:pt x="1354312" y="458085"/>
                  </a:lnTo>
                  <a:lnTo>
                    <a:pt x="1365867" y="500430"/>
                  </a:lnTo>
                  <a:lnTo>
                    <a:pt x="1374265" y="543848"/>
                  </a:lnTo>
                  <a:lnTo>
                    <a:pt x="1379390" y="588232"/>
                  </a:lnTo>
                  <a:lnTo>
                    <a:pt x="1381125" y="633476"/>
                  </a:lnTo>
                  <a:lnTo>
                    <a:pt x="1379390" y="678711"/>
                  </a:lnTo>
                  <a:lnTo>
                    <a:pt x="1374265" y="723088"/>
                  </a:lnTo>
                  <a:lnTo>
                    <a:pt x="1365867" y="766499"/>
                  </a:lnTo>
                  <a:lnTo>
                    <a:pt x="1354312" y="808838"/>
                  </a:lnTo>
                  <a:lnTo>
                    <a:pt x="1339717" y="849997"/>
                  </a:lnTo>
                  <a:lnTo>
                    <a:pt x="1322199" y="889869"/>
                  </a:lnTo>
                  <a:lnTo>
                    <a:pt x="1301875" y="928346"/>
                  </a:lnTo>
                  <a:lnTo>
                    <a:pt x="1278862" y="965322"/>
                  </a:lnTo>
                  <a:lnTo>
                    <a:pt x="1253277" y="1000689"/>
                  </a:lnTo>
                  <a:lnTo>
                    <a:pt x="1225237" y="1034340"/>
                  </a:lnTo>
                  <a:lnTo>
                    <a:pt x="1194859" y="1066168"/>
                  </a:lnTo>
                  <a:lnTo>
                    <a:pt x="1162259" y="1096066"/>
                  </a:lnTo>
                  <a:lnTo>
                    <a:pt x="1127555" y="1123926"/>
                  </a:lnTo>
                  <a:lnTo>
                    <a:pt x="1090864" y="1149642"/>
                  </a:lnTo>
                  <a:lnTo>
                    <a:pt x="1052302" y="1173106"/>
                  </a:lnTo>
                  <a:lnTo>
                    <a:pt x="1011986" y="1194211"/>
                  </a:lnTo>
                  <a:lnTo>
                    <a:pt x="970034" y="1212849"/>
                  </a:lnTo>
                  <a:lnTo>
                    <a:pt x="926562" y="1228914"/>
                  </a:lnTo>
                  <a:lnTo>
                    <a:pt x="881687" y="1242299"/>
                  </a:lnTo>
                  <a:lnTo>
                    <a:pt x="835527" y="1252896"/>
                  </a:lnTo>
                  <a:lnTo>
                    <a:pt x="788197" y="1260598"/>
                  </a:lnTo>
                  <a:lnTo>
                    <a:pt x="739815" y="1265298"/>
                  </a:lnTo>
                  <a:lnTo>
                    <a:pt x="690499" y="1266888"/>
                  </a:lnTo>
                  <a:lnTo>
                    <a:pt x="641182" y="1265298"/>
                  </a:lnTo>
                  <a:lnTo>
                    <a:pt x="592803" y="1260598"/>
                  </a:lnTo>
                  <a:lnTo>
                    <a:pt x="545476" y="1252896"/>
                  </a:lnTo>
                  <a:lnTo>
                    <a:pt x="499320" y="1242299"/>
                  </a:lnTo>
                  <a:lnTo>
                    <a:pt x="454450" y="1228914"/>
                  </a:lnTo>
                  <a:lnTo>
                    <a:pt x="410984" y="1212849"/>
                  </a:lnTo>
                  <a:lnTo>
                    <a:pt x="369039" y="1194211"/>
                  </a:lnTo>
                  <a:lnTo>
                    <a:pt x="328731" y="1173106"/>
                  </a:lnTo>
                  <a:lnTo>
                    <a:pt x="290176" y="1149642"/>
                  </a:lnTo>
                  <a:lnTo>
                    <a:pt x="253493" y="1123926"/>
                  </a:lnTo>
                  <a:lnTo>
                    <a:pt x="218797" y="1096066"/>
                  </a:lnTo>
                  <a:lnTo>
                    <a:pt x="186206" y="1066168"/>
                  </a:lnTo>
                  <a:lnTo>
                    <a:pt x="155836" y="1034340"/>
                  </a:lnTo>
                  <a:lnTo>
                    <a:pt x="127804" y="1000689"/>
                  </a:lnTo>
                  <a:lnTo>
                    <a:pt x="102226" y="965322"/>
                  </a:lnTo>
                  <a:lnTo>
                    <a:pt x="79221" y="928346"/>
                  </a:lnTo>
                  <a:lnTo>
                    <a:pt x="58904" y="889869"/>
                  </a:lnTo>
                  <a:lnTo>
                    <a:pt x="41392" y="849997"/>
                  </a:lnTo>
                  <a:lnTo>
                    <a:pt x="26802" y="808838"/>
                  </a:lnTo>
                  <a:lnTo>
                    <a:pt x="15251" y="766499"/>
                  </a:lnTo>
                  <a:lnTo>
                    <a:pt x="6856" y="723088"/>
                  </a:lnTo>
                  <a:lnTo>
                    <a:pt x="1733" y="678711"/>
                  </a:lnTo>
                  <a:lnTo>
                    <a:pt x="0" y="633476"/>
                  </a:lnTo>
                  <a:close/>
                </a:path>
              </a:pathLst>
            </a:custGeom>
            <a:ln w="12700">
              <a:solidFill>
                <a:srgbClr val="711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1972691" y="8170544"/>
            <a:ext cx="882015" cy="92583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0" marR="110489" algn="ctr">
              <a:lnSpc>
                <a:spcPts val="1430"/>
              </a:lnSpc>
              <a:spcBef>
                <a:spcPts val="155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Potential Savings</a:t>
            </a:r>
            <a:endParaRPr sz="1200">
              <a:latin typeface="Century Gothic"/>
              <a:cs typeface="Century Gothic"/>
            </a:endParaRPr>
          </a:p>
          <a:p>
            <a:pPr marL="22860" algn="ctr">
              <a:lnSpc>
                <a:spcPts val="2330"/>
              </a:lnSpc>
            </a:pP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2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4%</a:t>
            </a:r>
            <a:endParaRPr sz="20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of IT</a:t>
            </a:r>
            <a:r>
              <a:rPr sz="12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Budget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15257526" y="2713101"/>
            <a:ext cx="1393825" cy="1279525"/>
            <a:chOff x="15257526" y="2713101"/>
            <a:chExt cx="1393825" cy="1279525"/>
          </a:xfrm>
        </p:grpSpPr>
        <p:sp>
          <p:nvSpPr>
            <p:cNvPr id="102" name="object 102"/>
            <p:cNvSpPr/>
            <p:nvPr/>
          </p:nvSpPr>
          <p:spPr>
            <a:xfrm>
              <a:off x="15263876" y="2719451"/>
              <a:ext cx="1381125" cy="1266825"/>
            </a:xfrm>
            <a:custGeom>
              <a:avLst/>
              <a:gdLst/>
              <a:ahLst/>
              <a:cxnLst/>
              <a:rect l="l" t="t" r="r" b="b"/>
              <a:pathLst>
                <a:path w="1381125" h="1266825">
                  <a:moveTo>
                    <a:pt x="690498" y="0"/>
                  </a:moveTo>
                  <a:lnTo>
                    <a:pt x="641182" y="1589"/>
                  </a:lnTo>
                  <a:lnTo>
                    <a:pt x="592803" y="6287"/>
                  </a:lnTo>
                  <a:lnTo>
                    <a:pt x="545476" y="13986"/>
                  </a:lnTo>
                  <a:lnTo>
                    <a:pt x="499320" y="24579"/>
                  </a:lnTo>
                  <a:lnTo>
                    <a:pt x="454450" y="37958"/>
                  </a:lnTo>
                  <a:lnTo>
                    <a:pt x="410984" y="54018"/>
                  </a:lnTo>
                  <a:lnTo>
                    <a:pt x="369039" y="72651"/>
                  </a:lnTo>
                  <a:lnTo>
                    <a:pt x="328731" y="93749"/>
                  </a:lnTo>
                  <a:lnTo>
                    <a:pt x="290176" y="117206"/>
                  </a:lnTo>
                  <a:lnTo>
                    <a:pt x="253493" y="142915"/>
                  </a:lnTo>
                  <a:lnTo>
                    <a:pt x="218797" y="170769"/>
                  </a:lnTo>
                  <a:lnTo>
                    <a:pt x="186206" y="200661"/>
                  </a:lnTo>
                  <a:lnTo>
                    <a:pt x="155836" y="232483"/>
                  </a:lnTo>
                  <a:lnTo>
                    <a:pt x="127804" y="266129"/>
                  </a:lnTo>
                  <a:lnTo>
                    <a:pt x="102226" y="301492"/>
                  </a:lnTo>
                  <a:lnTo>
                    <a:pt x="79221" y="338464"/>
                  </a:lnTo>
                  <a:lnTo>
                    <a:pt x="58904" y="376939"/>
                  </a:lnTo>
                  <a:lnTo>
                    <a:pt x="41392" y="416809"/>
                  </a:lnTo>
                  <a:lnTo>
                    <a:pt x="26802" y="457968"/>
                  </a:lnTo>
                  <a:lnTo>
                    <a:pt x="15251" y="500309"/>
                  </a:lnTo>
                  <a:lnTo>
                    <a:pt x="6856" y="543724"/>
                  </a:lnTo>
                  <a:lnTo>
                    <a:pt x="1733" y="588106"/>
                  </a:lnTo>
                  <a:lnTo>
                    <a:pt x="0" y="633349"/>
                  </a:lnTo>
                  <a:lnTo>
                    <a:pt x="1733" y="678592"/>
                  </a:lnTo>
                  <a:lnTo>
                    <a:pt x="6856" y="722976"/>
                  </a:lnTo>
                  <a:lnTo>
                    <a:pt x="15251" y="766394"/>
                  </a:lnTo>
                  <a:lnTo>
                    <a:pt x="26802" y="808739"/>
                  </a:lnTo>
                  <a:lnTo>
                    <a:pt x="41392" y="849903"/>
                  </a:lnTo>
                  <a:lnTo>
                    <a:pt x="58904" y="889779"/>
                  </a:lnTo>
                  <a:lnTo>
                    <a:pt x="79221" y="928261"/>
                  </a:lnTo>
                  <a:lnTo>
                    <a:pt x="102226" y="965240"/>
                  </a:lnTo>
                  <a:lnTo>
                    <a:pt x="127804" y="1000611"/>
                  </a:lnTo>
                  <a:lnTo>
                    <a:pt x="155836" y="1034265"/>
                  </a:lnTo>
                  <a:lnTo>
                    <a:pt x="186206" y="1066095"/>
                  </a:lnTo>
                  <a:lnTo>
                    <a:pt x="218797" y="1095995"/>
                  </a:lnTo>
                  <a:lnTo>
                    <a:pt x="253493" y="1123857"/>
                  </a:lnTo>
                  <a:lnTo>
                    <a:pt x="290176" y="1149575"/>
                  </a:lnTo>
                  <a:lnTo>
                    <a:pt x="328731" y="1173040"/>
                  </a:lnTo>
                  <a:lnTo>
                    <a:pt x="369039" y="1194145"/>
                  </a:lnTo>
                  <a:lnTo>
                    <a:pt x="410984" y="1212785"/>
                  </a:lnTo>
                  <a:lnTo>
                    <a:pt x="454450" y="1228850"/>
                  </a:lnTo>
                  <a:lnTo>
                    <a:pt x="499320" y="1242235"/>
                  </a:lnTo>
                  <a:lnTo>
                    <a:pt x="545476" y="1252832"/>
                  </a:lnTo>
                  <a:lnTo>
                    <a:pt x="592803" y="1260534"/>
                  </a:lnTo>
                  <a:lnTo>
                    <a:pt x="641182" y="1265234"/>
                  </a:lnTo>
                  <a:lnTo>
                    <a:pt x="690498" y="1266825"/>
                  </a:lnTo>
                  <a:lnTo>
                    <a:pt x="739815" y="1265234"/>
                  </a:lnTo>
                  <a:lnTo>
                    <a:pt x="788197" y="1260534"/>
                  </a:lnTo>
                  <a:lnTo>
                    <a:pt x="835527" y="1252832"/>
                  </a:lnTo>
                  <a:lnTo>
                    <a:pt x="881687" y="1242235"/>
                  </a:lnTo>
                  <a:lnTo>
                    <a:pt x="926562" y="1228850"/>
                  </a:lnTo>
                  <a:lnTo>
                    <a:pt x="970034" y="1212785"/>
                  </a:lnTo>
                  <a:lnTo>
                    <a:pt x="1011986" y="1194145"/>
                  </a:lnTo>
                  <a:lnTo>
                    <a:pt x="1052302" y="1173040"/>
                  </a:lnTo>
                  <a:lnTo>
                    <a:pt x="1090864" y="1149575"/>
                  </a:lnTo>
                  <a:lnTo>
                    <a:pt x="1127555" y="1123857"/>
                  </a:lnTo>
                  <a:lnTo>
                    <a:pt x="1162259" y="1095995"/>
                  </a:lnTo>
                  <a:lnTo>
                    <a:pt x="1194859" y="1066095"/>
                  </a:lnTo>
                  <a:lnTo>
                    <a:pt x="1225237" y="1034265"/>
                  </a:lnTo>
                  <a:lnTo>
                    <a:pt x="1253277" y="1000611"/>
                  </a:lnTo>
                  <a:lnTo>
                    <a:pt x="1278862" y="965240"/>
                  </a:lnTo>
                  <a:lnTo>
                    <a:pt x="1301875" y="928261"/>
                  </a:lnTo>
                  <a:lnTo>
                    <a:pt x="1322199" y="889779"/>
                  </a:lnTo>
                  <a:lnTo>
                    <a:pt x="1339717" y="849903"/>
                  </a:lnTo>
                  <a:lnTo>
                    <a:pt x="1354312" y="808739"/>
                  </a:lnTo>
                  <a:lnTo>
                    <a:pt x="1365867" y="766394"/>
                  </a:lnTo>
                  <a:lnTo>
                    <a:pt x="1374265" y="722976"/>
                  </a:lnTo>
                  <a:lnTo>
                    <a:pt x="1379390" y="678592"/>
                  </a:lnTo>
                  <a:lnTo>
                    <a:pt x="1381125" y="633349"/>
                  </a:lnTo>
                  <a:lnTo>
                    <a:pt x="1379390" y="588106"/>
                  </a:lnTo>
                  <a:lnTo>
                    <a:pt x="1374265" y="543724"/>
                  </a:lnTo>
                  <a:lnTo>
                    <a:pt x="1365867" y="500309"/>
                  </a:lnTo>
                  <a:lnTo>
                    <a:pt x="1354312" y="457968"/>
                  </a:lnTo>
                  <a:lnTo>
                    <a:pt x="1339717" y="416809"/>
                  </a:lnTo>
                  <a:lnTo>
                    <a:pt x="1322199" y="376939"/>
                  </a:lnTo>
                  <a:lnTo>
                    <a:pt x="1301875" y="338464"/>
                  </a:lnTo>
                  <a:lnTo>
                    <a:pt x="1278862" y="301492"/>
                  </a:lnTo>
                  <a:lnTo>
                    <a:pt x="1253277" y="266129"/>
                  </a:lnTo>
                  <a:lnTo>
                    <a:pt x="1225237" y="232483"/>
                  </a:lnTo>
                  <a:lnTo>
                    <a:pt x="1194859" y="200661"/>
                  </a:lnTo>
                  <a:lnTo>
                    <a:pt x="1162259" y="170769"/>
                  </a:lnTo>
                  <a:lnTo>
                    <a:pt x="1127555" y="142915"/>
                  </a:lnTo>
                  <a:lnTo>
                    <a:pt x="1090864" y="117206"/>
                  </a:lnTo>
                  <a:lnTo>
                    <a:pt x="1052302" y="93749"/>
                  </a:lnTo>
                  <a:lnTo>
                    <a:pt x="1011986" y="72651"/>
                  </a:lnTo>
                  <a:lnTo>
                    <a:pt x="970034" y="54018"/>
                  </a:lnTo>
                  <a:lnTo>
                    <a:pt x="926562" y="37958"/>
                  </a:lnTo>
                  <a:lnTo>
                    <a:pt x="881687" y="24579"/>
                  </a:lnTo>
                  <a:lnTo>
                    <a:pt x="835527" y="13986"/>
                  </a:lnTo>
                  <a:lnTo>
                    <a:pt x="788197" y="6287"/>
                  </a:lnTo>
                  <a:lnTo>
                    <a:pt x="739815" y="1589"/>
                  </a:lnTo>
                  <a:lnTo>
                    <a:pt x="690498" y="0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5263876" y="2719451"/>
              <a:ext cx="1381125" cy="1266825"/>
            </a:xfrm>
            <a:custGeom>
              <a:avLst/>
              <a:gdLst/>
              <a:ahLst/>
              <a:cxnLst/>
              <a:rect l="l" t="t" r="r" b="b"/>
              <a:pathLst>
                <a:path w="1381125" h="1266825">
                  <a:moveTo>
                    <a:pt x="0" y="633349"/>
                  </a:moveTo>
                  <a:lnTo>
                    <a:pt x="1733" y="588106"/>
                  </a:lnTo>
                  <a:lnTo>
                    <a:pt x="6856" y="543724"/>
                  </a:lnTo>
                  <a:lnTo>
                    <a:pt x="15251" y="500309"/>
                  </a:lnTo>
                  <a:lnTo>
                    <a:pt x="26802" y="457968"/>
                  </a:lnTo>
                  <a:lnTo>
                    <a:pt x="41392" y="416809"/>
                  </a:lnTo>
                  <a:lnTo>
                    <a:pt x="58904" y="376939"/>
                  </a:lnTo>
                  <a:lnTo>
                    <a:pt x="79221" y="338464"/>
                  </a:lnTo>
                  <a:lnTo>
                    <a:pt x="102226" y="301492"/>
                  </a:lnTo>
                  <a:lnTo>
                    <a:pt x="127804" y="266129"/>
                  </a:lnTo>
                  <a:lnTo>
                    <a:pt x="155836" y="232483"/>
                  </a:lnTo>
                  <a:lnTo>
                    <a:pt x="186206" y="200661"/>
                  </a:lnTo>
                  <a:lnTo>
                    <a:pt x="218797" y="170769"/>
                  </a:lnTo>
                  <a:lnTo>
                    <a:pt x="253493" y="142915"/>
                  </a:lnTo>
                  <a:lnTo>
                    <a:pt x="290176" y="117206"/>
                  </a:lnTo>
                  <a:lnTo>
                    <a:pt x="328731" y="93749"/>
                  </a:lnTo>
                  <a:lnTo>
                    <a:pt x="369039" y="72651"/>
                  </a:lnTo>
                  <a:lnTo>
                    <a:pt x="410984" y="54018"/>
                  </a:lnTo>
                  <a:lnTo>
                    <a:pt x="454450" y="37958"/>
                  </a:lnTo>
                  <a:lnTo>
                    <a:pt x="499320" y="24579"/>
                  </a:lnTo>
                  <a:lnTo>
                    <a:pt x="545476" y="13986"/>
                  </a:lnTo>
                  <a:lnTo>
                    <a:pt x="592803" y="6287"/>
                  </a:lnTo>
                  <a:lnTo>
                    <a:pt x="641182" y="1589"/>
                  </a:lnTo>
                  <a:lnTo>
                    <a:pt x="690498" y="0"/>
                  </a:lnTo>
                  <a:lnTo>
                    <a:pt x="739815" y="1589"/>
                  </a:lnTo>
                  <a:lnTo>
                    <a:pt x="788197" y="6287"/>
                  </a:lnTo>
                  <a:lnTo>
                    <a:pt x="835527" y="13986"/>
                  </a:lnTo>
                  <a:lnTo>
                    <a:pt x="881687" y="24579"/>
                  </a:lnTo>
                  <a:lnTo>
                    <a:pt x="926562" y="37958"/>
                  </a:lnTo>
                  <a:lnTo>
                    <a:pt x="970034" y="54018"/>
                  </a:lnTo>
                  <a:lnTo>
                    <a:pt x="1011986" y="72651"/>
                  </a:lnTo>
                  <a:lnTo>
                    <a:pt x="1052302" y="93749"/>
                  </a:lnTo>
                  <a:lnTo>
                    <a:pt x="1090864" y="117206"/>
                  </a:lnTo>
                  <a:lnTo>
                    <a:pt x="1127555" y="142915"/>
                  </a:lnTo>
                  <a:lnTo>
                    <a:pt x="1162259" y="170769"/>
                  </a:lnTo>
                  <a:lnTo>
                    <a:pt x="1194859" y="200661"/>
                  </a:lnTo>
                  <a:lnTo>
                    <a:pt x="1225237" y="232483"/>
                  </a:lnTo>
                  <a:lnTo>
                    <a:pt x="1253277" y="266129"/>
                  </a:lnTo>
                  <a:lnTo>
                    <a:pt x="1278862" y="301492"/>
                  </a:lnTo>
                  <a:lnTo>
                    <a:pt x="1301875" y="338464"/>
                  </a:lnTo>
                  <a:lnTo>
                    <a:pt x="1322199" y="376939"/>
                  </a:lnTo>
                  <a:lnTo>
                    <a:pt x="1339717" y="416809"/>
                  </a:lnTo>
                  <a:lnTo>
                    <a:pt x="1354312" y="457968"/>
                  </a:lnTo>
                  <a:lnTo>
                    <a:pt x="1365867" y="500309"/>
                  </a:lnTo>
                  <a:lnTo>
                    <a:pt x="1374265" y="543724"/>
                  </a:lnTo>
                  <a:lnTo>
                    <a:pt x="1379390" y="588106"/>
                  </a:lnTo>
                  <a:lnTo>
                    <a:pt x="1381125" y="633349"/>
                  </a:lnTo>
                  <a:lnTo>
                    <a:pt x="1379390" y="678592"/>
                  </a:lnTo>
                  <a:lnTo>
                    <a:pt x="1374265" y="722976"/>
                  </a:lnTo>
                  <a:lnTo>
                    <a:pt x="1365867" y="766394"/>
                  </a:lnTo>
                  <a:lnTo>
                    <a:pt x="1354312" y="808739"/>
                  </a:lnTo>
                  <a:lnTo>
                    <a:pt x="1339717" y="849903"/>
                  </a:lnTo>
                  <a:lnTo>
                    <a:pt x="1322199" y="889779"/>
                  </a:lnTo>
                  <a:lnTo>
                    <a:pt x="1301875" y="928261"/>
                  </a:lnTo>
                  <a:lnTo>
                    <a:pt x="1278862" y="965240"/>
                  </a:lnTo>
                  <a:lnTo>
                    <a:pt x="1253277" y="1000611"/>
                  </a:lnTo>
                  <a:lnTo>
                    <a:pt x="1225237" y="1034265"/>
                  </a:lnTo>
                  <a:lnTo>
                    <a:pt x="1194859" y="1066095"/>
                  </a:lnTo>
                  <a:lnTo>
                    <a:pt x="1162259" y="1095995"/>
                  </a:lnTo>
                  <a:lnTo>
                    <a:pt x="1127555" y="1123857"/>
                  </a:lnTo>
                  <a:lnTo>
                    <a:pt x="1090864" y="1149575"/>
                  </a:lnTo>
                  <a:lnTo>
                    <a:pt x="1052302" y="1173040"/>
                  </a:lnTo>
                  <a:lnTo>
                    <a:pt x="1011986" y="1194145"/>
                  </a:lnTo>
                  <a:lnTo>
                    <a:pt x="970034" y="1212785"/>
                  </a:lnTo>
                  <a:lnTo>
                    <a:pt x="926562" y="1228850"/>
                  </a:lnTo>
                  <a:lnTo>
                    <a:pt x="881687" y="1242235"/>
                  </a:lnTo>
                  <a:lnTo>
                    <a:pt x="835527" y="1252832"/>
                  </a:lnTo>
                  <a:lnTo>
                    <a:pt x="788197" y="1260534"/>
                  </a:lnTo>
                  <a:lnTo>
                    <a:pt x="739815" y="1265234"/>
                  </a:lnTo>
                  <a:lnTo>
                    <a:pt x="690498" y="1266825"/>
                  </a:lnTo>
                  <a:lnTo>
                    <a:pt x="641182" y="1265234"/>
                  </a:lnTo>
                  <a:lnTo>
                    <a:pt x="592803" y="1260534"/>
                  </a:lnTo>
                  <a:lnTo>
                    <a:pt x="545476" y="1252832"/>
                  </a:lnTo>
                  <a:lnTo>
                    <a:pt x="499320" y="1242235"/>
                  </a:lnTo>
                  <a:lnTo>
                    <a:pt x="454450" y="1228850"/>
                  </a:lnTo>
                  <a:lnTo>
                    <a:pt x="410984" y="1212785"/>
                  </a:lnTo>
                  <a:lnTo>
                    <a:pt x="369039" y="1194145"/>
                  </a:lnTo>
                  <a:lnTo>
                    <a:pt x="328731" y="1173040"/>
                  </a:lnTo>
                  <a:lnTo>
                    <a:pt x="290176" y="1149575"/>
                  </a:lnTo>
                  <a:lnTo>
                    <a:pt x="253493" y="1123857"/>
                  </a:lnTo>
                  <a:lnTo>
                    <a:pt x="218797" y="1095995"/>
                  </a:lnTo>
                  <a:lnTo>
                    <a:pt x="186206" y="1066095"/>
                  </a:lnTo>
                  <a:lnTo>
                    <a:pt x="155836" y="1034265"/>
                  </a:lnTo>
                  <a:lnTo>
                    <a:pt x="127804" y="1000611"/>
                  </a:lnTo>
                  <a:lnTo>
                    <a:pt x="102226" y="965240"/>
                  </a:lnTo>
                  <a:lnTo>
                    <a:pt x="79221" y="928261"/>
                  </a:lnTo>
                  <a:lnTo>
                    <a:pt x="58904" y="889779"/>
                  </a:lnTo>
                  <a:lnTo>
                    <a:pt x="41392" y="849903"/>
                  </a:lnTo>
                  <a:lnTo>
                    <a:pt x="26802" y="808739"/>
                  </a:lnTo>
                  <a:lnTo>
                    <a:pt x="15251" y="766394"/>
                  </a:lnTo>
                  <a:lnTo>
                    <a:pt x="6856" y="722976"/>
                  </a:lnTo>
                  <a:lnTo>
                    <a:pt x="1733" y="678592"/>
                  </a:lnTo>
                  <a:lnTo>
                    <a:pt x="0" y="633349"/>
                  </a:lnTo>
                  <a:close/>
                </a:path>
              </a:pathLst>
            </a:custGeom>
            <a:ln w="12700">
              <a:solidFill>
                <a:srgbClr val="00B8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15625063" y="2832798"/>
            <a:ext cx="6616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Potential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5663163" y="3014344"/>
            <a:ext cx="587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Savings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5429230" y="3171507"/>
            <a:ext cx="106807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20</a:t>
            </a:r>
            <a:r>
              <a:rPr sz="20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0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40%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5372080" y="3522662"/>
            <a:ext cx="11639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sz="1200" b="1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Cloud</a:t>
            </a:r>
            <a:r>
              <a:rPr sz="1200" b="1" spc="-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Spend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15257526" y="8046973"/>
            <a:ext cx="1393825" cy="1280160"/>
            <a:chOff x="15257526" y="8046973"/>
            <a:chExt cx="1393825" cy="1280160"/>
          </a:xfrm>
        </p:grpSpPr>
        <p:sp>
          <p:nvSpPr>
            <p:cNvPr id="109" name="object 109"/>
            <p:cNvSpPr/>
            <p:nvPr/>
          </p:nvSpPr>
          <p:spPr>
            <a:xfrm>
              <a:off x="15263876" y="8053323"/>
              <a:ext cx="1381125" cy="1267460"/>
            </a:xfrm>
            <a:custGeom>
              <a:avLst/>
              <a:gdLst/>
              <a:ahLst/>
              <a:cxnLst/>
              <a:rect l="l" t="t" r="r" b="b"/>
              <a:pathLst>
                <a:path w="1381125" h="1267459">
                  <a:moveTo>
                    <a:pt x="690498" y="0"/>
                  </a:moveTo>
                  <a:lnTo>
                    <a:pt x="641182" y="1590"/>
                  </a:lnTo>
                  <a:lnTo>
                    <a:pt x="592803" y="6290"/>
                  </a:lnTo>
                  <a:lnTo>
                    <a:pt x="545476" y="13992"/>
                  </a:lnTo>
                  <a:lnTo>
                    <a:pt x="499320" y="24589"/>
                  </a:lnTo>
                  <a:lnTo>
                    <a:pt x="454450" y="37974"/>
                  </a:lnTo>
                  <a:lnTo>
                    <a:pt x="410984" y="54039"/>
                  </a:lnTo>
                  <a:lnTo>
                    <a:pt x="369039" y="72679"/>
                  </a:lnTo>
                  <a:lnTo>
                    <a:pt x="328731" y="93784"/>
                  </a:lnTo>
                  <a:lnTo>
                    <a:pt x="290176" y="117249"/>
                  </a:lnTo>
                  <a:lnTo>
                    <a:pt x="253493" y="142967"/>
                  </a:lnTo>
                  <a:lnTo>
                    <a:pt x="218797" y="170829"/>
                  </a:lnTo>
                  <a:lnTo>
                    <a:pt x="186206" y="200729"/>
                  </a:lnTo>
                  <a:lnTo>
                    <a:pt x="155836" y="232559"/>
                  </a:lnTo>
                  <a:lnTo>
                    <a:pt x="127804" y="266213"/>
                  </a:lnTo>
                  <a:lnTo>
                    <a:pt x="102226" y="301584"/>
                  </a:lnTo>
                  <a:lnTo>
                    <a:pt x="79221" y="338563"/>
                  </a:lnTo>
                  <a:lnTo>
                    <a:pt x="58904" y="377045"/>
                  </a:lnTo>
                  <a:lnTo>
                    <a:pt x="41392" y="416921"/>
                  </a:lnTo>
                  <a:lnTo>
                    <a:pt x="26802" y="458085"/>
                  </a:lnTo>
                  <a:lnTo>
                    <a:pt x="15251" y="500430"/>
                  </a:lnTo>
                  <a:lnTo>
                    <a:pt x="6856" y="543848"/>
                  </a:lnTo>
                  <a:lnTo>
                    <a:pt x="1733" y="588232"/>
                  </a:lnTo>
                  <a:lnTo>
                    <a:pt x="0" y="633476"/>
                  </a:lnTo>
                  <a:lnTo>
                    <a:pt x="1733" y="678711"/>
                  </a:lnTo>
                  <a:lnTo>
                    <a:pt x="6856" y="723088"/>
                  </a:lnTo>
                  <a:lnTo>
                    <a:pt x="15251" y="766499"/>
                  </a:lnTo>
                  <a:lnTo>
                    <a:pt x="26802" y="808838"/>
                  </a:lnTo>
                  <a:lnTo>
                    <a:pt x="41392" y="849997"/>
                  </a:lnTo>
                  <a:lnTo>
                    <a:pt x="58904" y="889869"/>
                  </a:lnTo>
                  <a:lnTo>
                    <a:pt x="79221" y="928346"/>
                  </a:lnTo>
                  <a:lnTo>
                    <a:pt x="102226" y="965322"/>
                  </a:lnTo>
                  <a:lnTo>
                    <a:pt x="127804" y="1000689"/>
                  </a:lnTo>
                  <a:lnTo>
                    <a:pt x="155836" y="1034340"/>
                  </a:lnTo>
                  <a:lnTo>
                    <a:pt x="186206" y="1066168"/>
                  </a:lnTo>
                  <a:lnTo>
                    <a:pt x="218797" y="1096066"/>
                  </a:lnTo>
                  <a:lnTo>
                    <a:pt x="253493" y="1123926"/>
                  </a:lnTo>
                  <a:lnTo>
                    <a:pt x="290176" y="1149642"/>
                  </a:lnTo>
                  <a:lnTo>
                    <a:pt x="328731" y="1173106"/>
                  </a:lnTo>
                  <a:lnTo>
                    <a:pt x="369039" y="1194211"/>
                  </a:lnTo>
                  <a:lnTo>
                    <a:pt x="410984" y="1212849"/>
                  </a:lnTo>
                  <a:lnTo>
                    <a:pt x="454450" y="1228914"/>
                  </a:lnTo>
                  <a:lnTo>
                    <a:pt x="499320" y="1242299"/>
                  </a:lnTo>
                  <a:lnTo>
                    <a:pt x="545476" y="1252896"/>
                  </a:lnTo>
                  <a:lnTo>
                    <a:pt x="592803" y="1260598"/>
                  </a:lnTo>
                  <a:lnTo>
                    <a:pt x="641182" y="1265298"/>
                  </a:lnTo>
                  <a:lnTo>
                    <a:pt x="690498" y="1266888"/>
                  </a:lnTo>
                  <a:lnTo>
                    <a:pt x="739815" y="1265298"/>
                  </a:lnTo>
                  <a:lnTo>
                    <a:pt x="788197" y="1260598"/>
                  </a:lnTo>
                  <a:lnTo>
                    <a:pt x="835527" y="1252896"/>
                  </a:lnTo>
                  <a:lnTo>
                    <a:pt x="881687" y="1242299"/>
                  </a:lnTo>
                  <a:lnTo>
                    <a:pt x="926562" y="1228914"/>
                  </a:lnTo>
                  <a:lnTo>
                    <a:pt x="970034" y="1212849"/>
                  </a:lnTo>
                  <a:lnTo>
                    <a:pt x="1011986" y="1194211"/>
                  </a:lnTo>
                  <a:lnTo>
                    <a:pt x="1052302" y="1173106"/>
                  </a:lnTo>
                  <a:lnTo>
                    <a:pt x="1090864" y="1149642"/>
                  </a:lnTo>
                  <a:lnTo>
                    <a:pt x="1127555" y="1123926"/>
                  </a:lnTo>
                  <a:lnTo>
                    <a:pt x="1162259" y="1096066"/>
                  </a:lnTo>
                  <a:lnTo>
                    <a:pt x="1194859" y="1066168"/>
                  </a:lnTo>
                  <a:lnTo>
                    <a:pt x="1225237" y="1034340"/>
                  </a:lnTo>
                  <a:lnTo>
                    <a:pt x="1253277" y="1000689"/>
                  </a:lnTo>
                  <a:lnTo>
                    <a:pt x="1278862" y="965322"/>
                  </a:lnTo>
                  <a:lnTo>
                    <a:pt x="1301875" y="928346"/>
                  </a:lnTo>
                  <a:lnTo>
                    <a:pt x="1322199" y="889869"/>
                  </a:lnTo>
                  <a:lnTo>
                    <a:pt x="1339717" y="849997"/>
                  </a:lnTo>
                  <a:lnTo>
                    <a:pt x="1354312" y="808838"/>
                  </a:lnTo>
                  <a:lnTo>
                    <a:pt x="1365867" y="766499"/>
                  </a:lnTo>
                  <a:lnTo>
                    <a:pt x="1374265" y="723088"/>
                  </a:lnTo>
                  <a:lnTo>
                    <a:pt x="1379390" y="678711"/>
                  </a:lnTo>
                  <a:lnTo>
                    <a:pt x="1381125" y="633476"/>
                  </a:lnTo>
                  <a:lnTo>
                    <a:pt x="1379390" y="588232"/>
                  </a:lnTo>
                  <a:lnTo>
                    <a:pt x="1374265" y="543848"/>
                  </a:lnTo>
                  <a:lnTo>
                    <a:pt x="1365867" y="500430"/>
                  </a:lnTo>
                  <a:lnTo>
                    <a:pt x="1354312" y="458085"/>
                  </a:lnTo>
                  <a:lnTo>
                    <a:pt x="1339717" y="416921"/>
                  </a:lnTo>
                  <a:lnTo>
                    <a:pt x="1322199" y="377045"/>
                  </a:lnTo>
                  <a:lnTo>
                    <a:pt x="1301875" y="338563"/>
                  </a:lnTo>
                  <a:lnTo>
                    <a:pt x="1278862" y="301584"/>
                  </a:lnTo>
                  <a:lnTo>
                    <a:pt x="1253277" y="266213"/>
                  </a:lnTo>
                  <a:lnTo>
                    <a:pt x="1225237" y="232559"/>
                  </a:lnTo>
                  <a:lnTo>
                    <a:pt x="1194859" y="200729"/>
                  </a:lnTo>
                  <a:lnTo>
                    <a:pt x="1162259" y="170829"/>
                  </a:lnTo>
                  <a:lnTo>
                    <a:pt x="1127555" y="142967"/>
                  </a:lnTo>
                  <a:lnTo>
                    <a:pt x="1090864" y="117249"/>
                  </a:lnTo>
                  <a:lnTo>
                    <a:pt x="1052302" y="93784"/>
                  </a:lnTo>
                  <a:lnTo>
                    <a:pt x="1011986" y="72679"/>
                  </a:lnTo>
                  <a:lnTo>
                    <a:pt x="970034" y="54039"/>
                  </a:lnTo>
                  <a:lnTo>
                    <a:pt x="926562" y="37974"/>
                  </a:lnTo>
                  <a:lnTo>
                    <a:pt x="881687" y="24589"/>
                  </a:lnTo>
                  <a:lnTo>
                    <a:pt x="835527" y="13992"/>
                  </a:lnTo>
                  <a:lnTo>
                    <a:pt x="788197" y="6290"/>
                  </a:lnTo>
                  <a:lnTo>
                    <a:pt x="739815" y="1590"/>
                  </a:lnTo>
                  <a:lnTo>
                    <a:pt x="690498" y="0"/>
                  </a:lnTo>
                  <a:close/>
                </a:path>
              </a:pathLst>
            </a:custGeom>
            <a:solidFill>
              <a:srgbClr val="550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5263876" y="8053323"/>
              <a:ext cx="1381125" cy="1267460"/>
            </a:xfrm>
            <a:custGeom>
              <a:avLst/>
              <a:gdLst/>
              <a:ahLst/>
              <a:cxnLst/>
              <a:rect l="l" t="t" r="r" b="b"/>
              <a:pathLst>
                <a:path w="1381125" h="1267459">
                  <a:moveTo>
                    <a:pt x="0" y="633476"/>
                  </a:moveTo>
                  <a:lnTo>
                    <a:pt x="1733" y="588232"/>
                  </a:lnTo>
                  <a:lnTo>
                    <a:pt x="6856" y="543848"/>
                  </a:lnTo>
                  <a:lnTo>
                    <a:pt x="15251" y="500430"/>
                  </a:lnTo>
                  <a:lnTo>
                    <a:pt x="26802" y="458085"/>
                  </a:lnTo>
                  <a:lnTo>
                    <a:pt x="41392" y="416921"/>
                  </a:lnTo>
                  <a:lnTo>
                    <a:pt x="58904" y="377045"/>
                  </a:lnTo>
                  <a:lnTo>
                    <a:pt x="79221" y="338563"/>
                  </a:lnTo>
                  <a:lnTo>
                    <a:pt x="102226" y="301584"/>
                  </a:lnTo>
                  <a:lnTo>
                    <a:pt x="127804" y="266213"/>
                  </a:lnTo>
                  <a:lnTo>
                    <a:pt x="155836" y="232559"/>
                  </a:lnTo>
                  <a:lnTo>
                    <a:pt x="186206" y="200729"/>
                  </a:lnTo>
                  <a:lnTo>
                    <a:pt x="218797" y="170829"/>
                  </a:lnTo>
                  <a:lnTo>
                    <a:pt x="253493" y="142967"/>
                  </a:lnTo>
                  <a:lnTo>
                    <a:pt x="290176" y="117249"/>
                  </a:lnTo>
                  <a:lnTo>
                    <a:pt x="328731" y="93784"/>
                  </a:lnTo>
                  <a:lnTo>
                    <a:pt x="369039" y="72679"/>
                  </a:lnTo>
                  <a:lnTo>
                    <a:pt x="410984" y="54039"/>
                  </a:lnTo>
                  <a:lnTo>
                    <a:pt x="454450" y="37974"/>
                  </a:lnTo>
                  <a:lnTo>
                    <a:pt x="499320" y="24589"/>
                  </a:lnTo>
                  <a:lnTo>
                    <a:pt x="545476" y="13992"/>
                  </a:lnTo>
                  <a:lnTo>
                    <a:pt x="592803" y="6290"/>
                  </a:lnTo>
                  <a:lnTo>
                    <a:pt x="641182" y="1590"/>
                  </a:lnTo>
                  <a:lnTo>
                    <a:pt x="690498" y="0"/>
                  </a:lnTo>
                  <a:lnTo>
                    <a:pt x="739815" y="1590"/>
                  </a:lnTo>
                  <a:lnTo>
                    <a:pt x="788197" y="6290"/>
                  </a:lnTo>
                  <a:lnTo>
                    <a:pt x="835527" y="13992"/>
                  </a:lnTo>
                  <a:lnTo>
                    <a:pt x="881687" y="24589"/>
                  </a:lnTo>
                  <a:lnTo>
                    <a:pt x="926562" y="37974"/>
                  </a:lnTo>
                  <a:lnTo>
                    <a:pt x="970034" y="54039"/>
                  </a:lnTo>
                  <a:lnTo>
                    <a:pt x="1011986" y="72679"/>
                  </a:lnTo>
                  <a:lnTo>
                    <a:pt x="1052302" y="93784"/>
                  </a:lnTo>
                  <a:lnTo>
                    <a:pt x="1090864" y="117249"/>
                  </a:lnTo>
                  <a:lnTo>
                    <a:pt x="1127555" y="142967"/>
                  </a:lnTo>
                  <a:lnTo>
                    <a:pt x="1162259" y="170829"/>
                  </a:lnTo>
                  <a:lnTo>
                    <a:pt x="1194859" y="200729"/>
                  </a:lnTo>
                  <a:lnTo>
                    <a:pt x="1225237" y="232559"/>
                  </a:lnTo>
                  <a:lnTo>
                    <a:pt x="1253277" y="266213"/>
                  </a:lnTo>
                  <a:lnTo>
                    <a:pt x="1278862" y="301584"/>
                  </a:lnTo>
                  <a:lnTo>
                    <a:pt x="1301875" y="338563"/>
                  </a:lnTo>
                  <a:lnTo>
                    <a:pt x="1322199" y="377045"/>
                  </a:lnTo>
                  <a:lnTo>
                    <a:pt x="1339717" y="416921"/>
                  </a:lnTo>
                  <a:lnTo>
                    <a:pt x="1354312" y="458085"/>
                  </a:lnTo>
                  <a:lnTo>
                    <a:pt x="1365867" y="500430"/>
                  </a:lnTo>
                  <a:lnTo>
                    <a:pt x="1374265" y="543848"/>
                  </a:lnTo>
                  <a:lnTo>
                    <a:pt x="1379390" y="588232"/>
                  </a:lnTo>
                  <a:lnTo>
                    <a:pt x="1381125" y="633476"/>
                  </a:lnTo>
                  <a:lnTo>
                    <a:pt x="1379390" y="678711"/>
                  </a:lnTo>
                  <a:lnTo>
                    <a:pt x="1374265" y="723088"/>
                  </a:lnTo>
                  <a:lnTo>
                    <a:pt x="1365867" y="766499"/>
                  </a:lnTo>
                  <a:lnTo>
                    <a:pt x="1354312" y="808838"/>
                  </a:lnTo>
                  <a:lnTo>
                    <a:pt x="1339717" y="849997"/>
                  </a:lnTo>
                  <a:lnTo>
                    <a:pt x="1322199" y="889869"/>
                  </a:lnTo>
                  <a:lnTo>
                    <a:pt x="1301875" y="928346"/>
                  </a:lnTo>
                  <a:lnTo>
                    <a:pt x="1278862" y="965322"/>
                  </a:lnTo>
                  <a:lnTo>
                    <a:pt x="1253277" y="1000689"/>
                  </a:lnTo>
                  <a:lnTo>
                    <a:pt x="1225237" y="1034340"/>
                  </a:lnTo>
                  <a:lnTo>
                    <a:pt x="1194859" y="1066168"/>
                  </a:lnTo>
                  <a:lnTo>
                    <a:pt x="1162259" y="1096066"/>
                  </a:lnTo>
                  <a:lnTo>
                    <a:pt x="1127555" y="1123926"/>
                  </a:lnTo>
                  <a:lnTo>
                    <a:pt x="1090864" y="1149642"/>
                  </a:lnTo>
                  <a:lnTo>
                    <a:pt x="1052302" y="1173106"/>
                  </a:lnTo>
                  <a:lnTo>
                    <a:pt x="1011986" y="1194211"/>
                  </a:lnTo>
                  <a:lnTo>
                    <a:pt x="970034" y="1212849"/>
                  </a:lnTo>
                  <a:lnTo>
                    <a:pt x="926562" y="1228914"/>
                  </a:lnTo>
                  <a:lnTo>
                    <a:pt x="881687" y="1242299"/>
                  </a:lnTo>
                  <a:lnTo>
                    <a:pt x="835527" y="1252896"/>
                  </a:lnTo>
                  <a:lnTo>
                    <a:pt x="788197" y="1260598"/>
                  </a:lnTo>
                  <a:lnTo>
                    <a:pt x="739815" y="1265298"/>
                  </a:lnTo>
                  <a:lnTo>
                    <a:pt x="690498" y="1266888"/>
                  </a:lnTo>
                  <a:lnTo>
                    <a:pt x="641182" y="1265298"/>
                  </a:lnTo>
                  <a:lnTo>
                    <a:pt x="592803" y="1260598"/>
                  </a:lnTo>
                  <a:lnTo>
                    <a:pt x="545476" y="1252896"/>
                  </a:lnTo>
                  <a:lnTo>
                    <a:pt x="499320" y="1242299"/>
                  </a:lnTo>
                  <a:lnTo>
                    <a:pt x="454450" y="1228914"/>
                  </a:lnTo>
                  <a:lnTo>
                    <a:pt x="410984" y="1212849"/>
                  </a:lnTo>
                  <a:lnTo>
                    <a:pt x="369039" y="1194211"/>
                  </a:lnTo>
                  <a:lnTo>
                    <a:pt x="328731" y="1173106"/>
                  </a:lnTo>
                  <a:lnTo>
                    <a:pt x="290176" y="1149642"/>
                  </a:lnTo>
                  <a:lnTo>
                    <a:pt x="253493" y="1123926"/>
                  </a:lnTo>
                  <a:lnTo>
                    <a:pt x="218797" y="1096066"/>
                  </a:lnTo>
                  <a:lnTo>
                    <a:pt x="186206" y="1066168"/>
                  </a:lnTo>
                  <a:lnTo>
                    <a:pt x="155836" y="1034340"/>
                  </a:lnTo>
                  <a:lnTo>
                    <a:pt x="127804" y="1000689"/>
                  </a:lnTo>
                  <a:lnTo>
                    <a:pt x="102226" y="965322"/>
                  </a:lnTo>
                  <a:lnTo>
                    <a:pt x="79221" y="928346"/>
                  </a:lnTo>
                  <a:lnTo>
                    <a:pt x="58904" y="889869"/>
                  </a:lnTo>
                  <a:lnTo>
                    <a:pt x="41392" y="849997"/>
                  </a:lnTo>
                  <a:lnTo>
                    <a:pt x="26802" y="808838"/>
                  </a:lnTo>
                  <a:lnTo>
                    <a:pt x="15251" y="766499"/>
                  </a:lnTo>
                  <a:lnTo>
                    <a:pt x="6856" y="723088"/>
                  </a:lnTo>
                  <a:lnTo>
                    <a:pt x="1733" y="678711"/>
                  </a:lnTo>
                  <a:lnTo>
                    <a:pt x="0" y="633476"/>
                  </a:lnTo>
                  <a:close/>
                </a:path>
              </a:pathLst>
            </a:custGeom>
            <a:ln w="12700">
              <a:solidFill>
                <a:srgbClr val="550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15627350" y="8170544"/>
            <a:ext cx="661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Potential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5665450" y="8351773"/>
            <a:ext cx="588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Savings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1606530" y="8592248"/>
            <a:ext cx="48463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3835" indent="-165735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03835" algn="l"/>
              </a:tabLst>
            </a:pPr>
            <a:r>
              <a:rPr sz="1500" spc="-10" dirty="0">
                <a:solidFill>
                  <a:srgbClr val="52535B"/>
                </a:solidFill>
                <a:latin typeface="Century Gothic"/>
                <a:cs typeface="Century Gothic"/>
              </a:rPr>
              <a:t>Product-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centric</a:t>
            </a:r>
            <a:r>
              <a:rPr sz="1500" spc="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operating</a:t>
            </a:r>
            <a:r>
              <a:rPr sz="1500" spc="-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model</a:t>
            </a:r>
            <a:r>
              <a:rPr sz="15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52535B"/>
                </a:solidFill>
                <a:latin typeface="Century Gothic"/>
                <a:cs typeface="Century Gothic"/>
              </a:rPr>
              <a:t>focus</a:t>
            </a:r>
            <a:r>
              <a:rPr sz="1500" spc="29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3000" b="1" baseline="12500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r>
              <a:rPr sz="3000" b="1" spc="-37" baseline="125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3000" b="1" baseline="12500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3000" b="1" spc="-52" baseline="125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3000" b="1" spc="-37" baseline="12500" dirty="0">
                <a:solidFill>
                  <a:srgbClr val="FFFFFF"/>
                </a:solidFill>
                <a:latin typeface="Century Gothic"/>
                <a:cs typeface="Century Gothic"/>
              </a:rPr>
              <a:t>10%</a:t>
            </a:r>
            <a:endParaRPr sz="3000" baseline="12500">
              <a:latin typeface="Century Gothic"/>
              <a:cs typeface="Century Gothic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5513050" y="8899525"/>
            <a:ext cx="8807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of IT</a:t>
            </a:r>
            <a:r>
              <a:rPr sz="12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Budget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16629126" y="6361176"/>
            <a:ext cx="1393825" cy="1270000"/>
            <a:chOff x="16629126" y="6361176"/>
            <a:chExt cx="1393825" cy="1270000"/>
          </a:xfrm>
        </p:grpSpPr>
        <p:sp>
          <p:nvSpPr>
            <p:cNvPr id="116" name="object 116"/>
            <p:cNvSpPr/>
            <p:nvPr/>
          </p:nvSpPr>
          <p:spPr>
            <a:xfrm>
              <a:off x="16635476" y="6367526"/>
              <a:ext cx="1381125" cy="1257300"/>
            </a:xfrm>
            <a:custGeom>
              <a:avLst/>
              <a:gdLst/>
              <a:ahLst/>
              <a:cxnLst/>
              <a:rect l="l" t="t" r="r" b="b"/>
              <a:pathLst>
                <a:path w="1381125" h="1257300">
                  <a:moveTo>
                    <a:pt x="690498" y="0"/>
                  </a:moveTo>
                  <a:lnTo>
                    <a:pt x="641182" y="1578"/>
                  </a:lnTo>
                  <a:lnTo>
                    <a:pt x="592803" y="6242"/>
                  </a:lnTo>
                  <a:lnTo>
                    <a:pt x="545476" y="13885"/>
                  </a:lnTo>
                  <a:lnTo>
                    <a:pt x="499320" y="24401"/>
                  </a:lnTo>
                  <a:lnTo>
                    <a:pt x="454450" y="37683"/>
                  </a:lnTo>
                  <a:lnTo>
                    <a:pt x="410984" y="53626"/>
                  </a:lnTo>
                  <a:lnTo>
                    <a:pt x="369039" y="72122"/>
                  </a:lnTo>
                  <a:lnTo>
                    <a:pt x="328731" y="93065"/>
                  </a:lnTo>
                  <a:lnTo>
                    <a:pt x="290176" y="116349"/>
                  </a:lnTo>
                  <a:lnTo>
                    <a:pt x="253493" y="141867"/>
                  </a:lnTo>
                  <a:lnTo>
                    <a:pt x="218797" y="169514"/>
                  </a:lnTo>
                  <a:lnTo>
                    <a:pt x="186206" y="199182"/>
                  </a:lnTo>
                  <a:lnTo>
                    <a:pt x="155836" y="230765"/>
                  </a:lnTo>
                  <a:lnTo>
                    <a:pt x="127804" y="264157"/>
                  </a:lnTo>
                  <a:lnTo>
                    <a:pt x="102226" y="299251"/>
                  </a:lnTo>
                  <a:lnTo>
                    <a:pt x="79221" y="335942"/>
                  </a:lnTo>
                  <a:lnTo>
                    <a:pt x="58904" y="374122"/>
                  </a:lnTo>
                  <a:lnTo>
                    <a:pt x="41392" y="413685"/>
                  </a:lnTo>
                  <a:lnTo>
                    <a:pt x="26802" y="454524"/>
                  </a:lnTo>
                  <a:lnTo>
                    <a:pt x="15251" y="496534"/>
                  </a:lnTo>
                  <a:lnTo>
                    <a:pt x="6856" y="539608"/>
                  </a:lnTo>
                  <a:lnTo>
                    <a:pt x="1733" y="583640"/>
                  </a:lnTo>
                  <a:lnTo>
                    <a:pt x="0" y="628523"/>
                  </a:lnTo>
                  <a:lnTo>
                    <a:pt x="1733" y="673421"/>
                  </a:lnTo>
                  <a:lnTo>
                    <a:pt x="6856" y="717467"/>
                  </a:lnTo>
                  <a:lnTo>
                    <a:pt x="15251" y="760554"/>
                  </a:lnTo>
                  <a:lnTo>
                    <a:pt x="26802" y="802576"/>
                  </a:lnTo>
                  <a:lnTo>
                    <a:pt x="41392" y="843427"/>
                  </a:lnTo>
                  <a:lnTo>
                    <a:pt x="58904" y="882999"/>
                  </a:lnTo>
                  <a:lnTo>
                    <a:pt x="79221" y="921188"/>
                  </a:lnTo>
                  <a:lnTo>
                    <a:pt x="102226" y="957885"/>
                  </a:lnTo>
                  <a:lnTo>
                    <a:pt x="127804" y="992986"/>
                  </a:lnTo>
                  <a:lnTo>
                    <a:pt x="155836" y="1026384"/>
                  </a:lnTo>
                  <a:lnTo>
                    <a:pt x="186206" y="1057972"/>
                  </a:lnTo>
                  <a:lnTo>
                    <a:pt x="218797" y="1087644"/>
                  </a:lnTo>
                  <a:lnTo>
                    <a:pt x="253493" y="1115294"/>
                  </a:lnTo>
                  <a:lnTo>
                    <a:pt x="290176" y="1140815"/>
                  </a:lnTo>
                  <a:lnTo>
                    <a:pt x="328731" y="1164102"/>
                  </a:lnTo>
                  <a:lnTo>
                    <a:pt x="369039" y="1185047"/>
                  </a:lnTo>
                  <a:lnTo>
                    <a:pt x="410984" y="1203544"/>
                  </a:lnTo>
                  <a:lnTo>
                    <a:pt x="454450" y="1219487"/>
                  </a:lnTo>
                  <a:lnTo>
                    <a:pt x="499320" y="1232770"/>
                  </a:lnTo>
                  <a:lnTo>
                    <a:pt x="545476" y="1243287"/>
                  </a:lnTo>
                  <a:lnTo>
                    <a:pt x="592803" y="1250930"/>
                  </a:lnTo>
                  <a:lnTo>
                    <a:pt x="641182" y="1255594"/>
                  </a:lnTo>
                  <a:lnTo>
                    <a:pt x="690498" y="1257173"/>
                  </a:lnTo>
                  <a:lnTo>
                    <a:pt x="739815" y="1255594"/>
                  </a:lnTo>
                  <a:lnTo>
                    <a:pt x="788197" y="1250930"/>
                  </a:lnTo>
                  <a:lnTo>
                    <a:pt x="835527" y="1243287"/>
                  </a:lnTo>
                  <a:lnTo>
                    <a:pt x="881687" y="1232770"/>
                  </a:lnTo>
                  <a:lnTo>
                    <a:pt x="926562" y="1219487"/>
                  </a:lnTo>
                  <a:lnTo>
                    <a:pt x="970034" y="1203544"/>
                  </a:lnTo>
                  <a:lnTo>
                    <a:pt x="1011986" y="1185047"/>
                  </a:lnTo>
                  <a:lnTo>
                    <a:pt x="1052302" y="1164102"/>
                  </a:lnTo>
                  <a:lnTo>
                    <a:pt x="1090864" y="1140815"/>
                  </a:lnTo>
                  <a:lnTo>
                    <a:pt x="1127555" y="1115294"/>
                  </a:lnTo>
                  <a:lnTo>
                    <a:pt x="1162259" y="1087644"/>
                  </a:lnTo>
                  <a:lnTo>
                    <a:pt x="1194859" y="1057972"/>
                  </a:lnTo>
                  <a:lnTo>
                    <a:pt x="1225237" y="1026384"/>
                  </a:lnTo>
                  <a:lnTo>
                    <a:pt x="1253277" y="992986"/>
                  </a:lnTo>
                  <a:lnTo>
                    <a:pt x="1278862" y="957885"/>
                  </a:lnTo>
                  <a:lnTo>
                    <a:pt x="1301875" y="921188"/>
                  </a:lnTo>
                  <a:lnTo>
                    <a:pt x="1322199" y="882999"/>
                  </a:lnTo>
                  <a:lnTo>
                    <a:pt x="1339717" y="843427"/>
                  </a:lnTo>
                  <a:lnTo>
                    <a:pt x="1354312" y="802576"/>
                  </a:lnTo>
                  <a:lnTo>
                    <a:pt x="1365867" y="760554"/>
                  </a:lnTo>
                  <a:lnTo>
                    <a:pt x="1374265" y="717467"/>
                  </a:lnTo>
                  <a:lnTo>
                    <a:pt x="1379390" y="673421"/>
                  </a:lnTo>
                  <a:lnTo>
                    <a:pt x="1381125" y="628523"/>
                  </a:lnTo>
                  <a:lnTo>
                    <a:pt x="1379390" y="583640"/>
                  </a:lnTo>
                  <a:lnTo>
                    <a:pt x="1374265" y="539608"/>
                  </a:lnTo>
                  <a:lnTo>
                    <a:pt x="1365867" y="496534"/>
                  </a:lnTo>
                  <a:lnTo>
                    <a:pt x="1354312" y="454524"/>
                  </a:lnTo>
                  <a:lnTo>
                    <a:pt x="1339717" y="413685"/>
                  </a:lnTo>
                  <a:lnTo>
                    <a:pt x="1322199" y="374122"/>
                  </a:lnTo>
                  <a:lnTo>
                    <a:pt x="1301875" y="335942"/>
                  </a:lnTo>
                  <a:lnTo>
                    <a:pt x="1278862" y="299251"/>
                  </a:lnTo>
                  <a:lnTo>
                    <a:pt x="1253277" y="264157"/>
                  </a:lnTo>
                  <a:lnTo>
                    <a:pt x="1225237" y="230765"/>
                  </a:lnTo>
                  <a:lnTo>
                    <a:pt x="1194859" y="199182"/>
                  </a:lnTo>
                  <a:lnTo>
                    <a:pt x="1162259" y="169514"/>
                  </a:lnTo>
                  <a:lnTo>
                    <a:pt x="1127555" y="141867"/>
                  </a:lnTo>
                  <a:lnTo>
                    <a:pt x="1090864" y="116349"/>
                  </a:lnTo>
                  <a:lnTo>
                    <a:pt x="1052302" y="93065"/>
                  </a:lnTo>
                  <a:lnTo>
                    <a:pt x="1011986" y="72122"/>
                  </a:lnTo>
                  <a:lnTo>
                    <a:pt x="970034" y="53626"/>
                  </a:lnTo>
                  <a:lnTo>
                    <a:pt x="926562" y="37683"/>
                  </a:lnTo>
                  <a:lnTo>
                    <a:pt x="881687" y="24401"/>
                  </a:lnTo>
                  <a:lnTo>
                    <a:pt x="835527" y="13885"/>
                  </a:lnTo>
                  <a:lnTo>
                    <a:pt x="788197" y="6242"/>
                  </a:lnTo>
                  <a:lnTo>
                    <a:pt x="739815" y="1578"/>
                  </a:lnTo>
                  <a:lnTo>
                    <a:pt x="690498" y="0"/>
                  </a:lnTo>
                  <a:close/>
                </a:path>
              </a:pathLst>
            </a:custGeom>
            <a:solidFill>
              <a:srgbClr val="AA6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6635476" y="6367526"/>
              <a:ext cx="1381125" cy="1257300"/>
            </a:xfrm>
            <a:custGeom>
              <a:avLst/>
              <a:gdLst/>
              <a:ahLst/>
              <a:cxnLst/>
              <a:rect l="l" t="t" r="r" b="b"/>
              <a:pathLst>
                <a:path w="1381125" h="1257300">
                  <a:moveTo>
                    <a:pt x="0" y="628523"/>
                  </a:moveTo>
                  <a:lnTo>
                    <a:pt x="1733" y="583640"/>
                  </a:lnTo>
                  <a:lnTo>
                    <a:pt x="6856" y="539608"/>
                  </a:lnTo>
                  <a:lnTo>
                    <a:pt x="15251" y="496534"/>
                  </a:lnTo>
                  <a:lnTo>
                    <a:pt x="26802" y="454524"/>
                  </a:lnTo>
                  <a:lnTo>
                    <a:pt x="41392" y="413685"/>
                  </a:lnTo>
                  <a:lnTo>
                    <a:pt x="58904" y="374122"/>
                  </a:lnTo>
                  <a:lnTo>
                    <a:pt x="79221" y="335942"/>
                  </a:lnTo>
                  <a:lnTo>
                    <a:pt x="102226" y="299251"/>
                  </a:lnTo>
                  <a:lnTo>
                    <a:pt x="127804" y="264157"/>
                  </a:lnTo>
                  <a:lnTo>
                    <a:pt x="155836" y="230765"/>
                  </a:lnTo>
                  <a:lnTo>
                    <a:pt x="186206" y="199182"/>
                  </a:lnTo>
                  <a:lnTo>
                    <a:pt x="218797" y="169514"/>
                  </a:lnTo>
                  <a:lnTo>
                    <a:pt x="253493" y="141867"/>
                  </a:lnTo>
                  <a:lnTo>
                    <a:pt x="290176" y="116349"/>
                  </a:lnTo>
                  <a:lnTo>
                    <a:pt x="328731" y="93065"/>
                  </a:lnTo>
                  <a:lnTo>
                    <a:pt x="369039" y="72122"/>
                  </a:lnTo>
                  <a:lnTo>
                    <a:pt x="410984" y="53626"/>
                  </a:lnTo>
                  <a:lnTo>
                    <a:pt x="454450" y="37683"/>
                  </a:lnTo>
                  <a:lnTo>
                    <a:pt x="499320" y="24401"/>
                  </a:lnTo>
                  <a:lnTo>
                    <a:pt x="545476" y="13885"/>
                  </a:lnTo>
                  <a:lnTo>
                    <a:pt x="592803" y="6242"/>
                  </a:lnTo>
                  <a:lnTo>
                    <a:pt x="641182" y="1578"/>
                  </a:lnTo>
                  <a:lnTo>
                    <a:pt x="690498" y="0"/>
                  </a:lnTo>
                  <a:lnTo>
                    <a:pt x="739815" y="1578"/>
                  </a:lnTo>
                  <a:lnTo>
                    <a:pt x="788197" y="6242"/>
                  </a:lnTo>
                  <a:lnTo>
                    <a:pt x="835527" y="13885"/>
                  </a:lnTo>
                  <a:lnTo>
                    <a:pt x="881687" y="24401"/>
                  </a:lnTo>
                  <a:lnTo>
                    <a:pt x="926562" y="37683"/>
                  </a:lnTo>
                  <a:lnTo>
                    <a:pt x="970034" y="53626"/>
                  </a:lnTo>
                  <a:lnTo>
                    <a:pt x="1011986" y="72122"/>
                  </a:lnTo>
                  <a:lnTo>
                    <a:pt x="1052302" y="93065"/>
                  </a:lnTo>
                  <a:lnTo>
                    <a:pt x="1090864" y="116349"/>
                  </a:lnTo>
                  <a:lnTo>
                    <a:pt x="1127555" y="141867"/>
                  </a:lnTo>
                  <a:lnTo>
                    <a:pt x="1162259" y="169514"/>
                  </a:lnTo>
                  <a:lnTo>
                    <a:pt x="1194859" y="199182"/>
                  </a:lnTo>
                  <a:lnTo>
                    <a:pt x="1225237" y="230765"/>
                  </a:lnTo>
                  <a:lnTo>
                    <a:pt x="1253277" y="264157"/>
                  </a:lnTo>
                  <a:lnTo>
                    <a:pt x="1278862" y="299251"/>
                  </a:lnTo>
                  <a:lnTo>
                    <a:pt x="1301875" y="335942"/>
                  </a:lnTo>
                  <a:lnTo>
                    <a:pt x="1322199" y="374122"/>
                  </a:lnTo>
                  <a:lnTo>
                    <a:pt x="1339717" y="413685"/>
                  </a:lnTo>
                  <a:lnTo>
                    <a:pt x="1354312" y="454524"/>
                  </a:lnTo>
                  <a:lnTo>
                    <a:pt x="1365867" y="496534"/>
                  </a:lnTo>
                  <a:lnTo>
                    <a:pt x="1374265" y="539608"/>
                  </a:lnTo>
                  <a:lnTo>
                    <a:pt x="1379390" y="583640"/>
                  </a:lnTo>
                  <a:lnTo>
                    <a:pt x="1381125" y="628523"/>
                  </a:lnTo>
                  <a:lnTo>
                    <a:pt x="1379390" y="673421"/>
                  </a:lnTo>
                  <a:lnTo>
                    <a:pt x="1374265" y="717467"/>
                  </a:lnTo>
                  <a:lnTo>
                    <a:pt x="1365867" y="760554"/>
                  </a:lnTo>
                  <a:lnTo>
                    <a:pt x="1354312" y="802576"/>
                  </a:lnTo>
                  <a:lnTo>
                    <a:pt x="1339717" y="843427"/>
                  </a:lnTo>
                  <a:lnTo>
                    <a:pt x="1322199" y="882999"/>
                  </a:lnTo>
                  <a:lnTo>
                    <a:pt x="1301875" y="921188"/>
                  </a:lnTo>
                  <a:lnTo>
                    <a:pt x="1278862" y="957885"/>
                  </a:lnTo>
                  <a:lnTo>
                    <a:pt x="1253277" y="992986"/>
                  </a:lnTo>
                  <a:lnTo>
                    <a:pt x="1225237" y="1026384"/>
                  </a:lnTo>
                  <a:lnTo>
                    <a:pt x="1194859" y="1057972"/>
                  </a:lnTo>
                  <a:lnTo>
                    <a:pt x="1162259" y="1087644"/>
                  </a:lnTo>
                  <a:lnTo>
                    <a:pt x="1127555" y="1115294"/>
                  </a:lnTo>
                  <a:lnTo>
                    <a:pt x="1090864" y="1140815"/>
                  </a:lnTo>
                  <a:lnTo>
                    <a:pt x="1052302" y="1164102"/>
                  </a:lnTo>
                  <a:lnTo>
                    <a:pt x="1011986" y="1185047"/>
                  </a:lnTo>
                  <a:lnTo>
                    <a:pt x="970034" y="1203544"/>
                  </a:lnTo>
                  <a:lnTo>
                    <a:pt x="926562" y="1219487"/>
                  </a:lnTo>
                  <a:lnTo>
                    <a:pt x="881687" y="1232770"/>
                  </a:lnTo>
                  <a:lnTo>
                    <a:pt x="835527" y="1243287"/>
                  </a:lnTo>
                  <a:lnTo>
                    <a:pt x="788197" y="1250930"/>
                  </a:lnTo>
                  <a:lnTo>
                    <a:pt x="739815" y="1255594"/>
                  </a:lnTo>
                  <a:lnTo>
                    <a:pt x="690498" y="1257173"/>
                  </a:lnTo>
                  <a:lnTo>
                    <a:pt x="641182" y="1255594"/>
                  </a:lnTo>
                  <a:lnTo>
                    <a:pt x="592803" y="1250930"/>
                  </a:lnTo>
                  <a:lnTo>
                    <a:pt x="545476" y="1243287"/>
                  </a:lnTo>
                  <a:lnTo>
                    <a:pt x="499320" y="1232770"/>
                  </a:lnTo>
                  <a:lnTo>
                    <a:pt x="454450" y="1219487"/>
                  </a:lnTo>
                  <a:lnTo>
                    <a:pt x="410984" y="1203544"/>
                  </a:lnTo>
                  <a:lnTo>
                    <a:pt x="369039" y="1185047"/>
                  </a:lnTo>
                  <a:lnTo>
                    <a:pt x="328731" y="1164102"/>
                  </a:lnTo>
                  <a:lnTo>
                    <a:pt x="290176" y="1140815"/>
                  </a:lnTo>
                  <a:lnTo>
                    <a:pt x="253493" y="1115294"/>
                  </a:lnTo>
                  <a:lnTo>
                    <a:pt x="218797" y="1087644"/>
                  </a:lnTo>
                  <a:lnTo>
                    <a:pt x="186206" y="1057972"/>
                  </a:lnTo>
                  <a:lnTo>
                    <a:pt x="155836" y="1026384"/>
                  </a:lnTo>
                  <a:lnTo>
                    <a:pt x="127804" y="992986"/>
                  </a:lnTo>
                  <a:lnTo>
                    <a:pt x="102226" y="957885"/>
                  </a:lnTo>
                  <a:lnTo>
                    <a:pt x="79221" y="921188"/>
                  </a:lnTo>
                  <a:lnTo>
                    <a:pt x="58904" y="882999"/>
                  </a:lnTo>
                  <a:lnTo>
                    <a:pt x="41392" y="843427"/>
                  </a:lnTo>
                  <a:lnTo>
                    <a:pt x="26802" y="802576"/>
                  </a:lnTo>
                  <a:lnTo>
                    <a:pt x="15251" y="760554"/>
                  </a:lnTo>
                  <a:lnTo>
                    <a:pt x="6856" y="717467"/>
                  </a:lnTo>
                  <a:lnTo>
                    <a:pt x="1733" y="673421"/>
                  </a:lnTo>
                  <a:lnTo>
                    <a:pt x="0" y="628523"/>
                  </a:lnTo>
                  <a:close/>
                </a:path>
              </a:pathLst>
            </a:custGeom>
            <a:ln w="12700">
              <a:solidFill>
                <a:srgbClr val="AA6F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16874489" y="6476936"/>
            <a:ext cx="923925" cy="937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Potential</a:t>
            </a:r>
            <a:endParaRPr sz="1200">
              <a:latin typeface="Century Gothic"/>
              <a:cs typeface="Century Gothic"/>
            </a:endParaRPr>
          </a:p>
          <a:p>
            <a:pPr marR="4445" algn="ctr">
              <a:lnSpc>
                <a:spcPts val="1435"/>
              </a:lnSpc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Savings</a:t>
            </a:r>
            <a:endParaRPr sz="12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7</a:t>
            </a:r>
            <a:r>
              <a:rPr sz="2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0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15%</a:t>
            </a:r>
            <a:endParaRPr sz="2000">
              <a:latin typeface="Century Gothic"/>
              <a:cs typeface="Century Gothic"/>
            </a:endParaRPr>
          </a:p>
          <a:p>
            <a:pPr marR="15875" algn="ctr">
              <a:lnSpc>
                <a:spcPct val="100000"/>
              </a:lnSpc>
              <a:spcBef>
                <a:spcPts val="459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of IT</a:t>
            </a:r>
            <a:r>
              <a:rPr sz="12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Budget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16629126" y="4427601"/>
            <a:ext cx="1393825" cy="1270000"/>
            <a:chOff x="16629126" y="4427601"/>
            <a:chExt cx="1393825" cy="1270000"/>
          </a:xfrm>
        </p:grpSpPr>
        <p:sp>
          <p:nvSpPr>
            <p:cNvPr id="120" name="object 120"/>
            <p:cNvSpPr/>
            <p:nvPr/>
          </p:nvSpPr>
          <p:spPr>
            <a:xfrm>
              <a:off x="16635476" y="4433951"/>
              <a:ext cx="1381125" cy="1257300"/>
            </a:xfrm>
            <a:custGeom>
              <a:avLst/>
              <a:gdLst/>
              <a:ahLst/>
              <a:cxnLst/>
              <a:rect l="l" t="t" r="r" b="b"/>
              <a:pathLst>
                <a:path w="1381125" h="1257300">
                  <a:moveTo>
                    <a:pt x="690498" y="0"/>
                  </a:moveTo>
                  <a:lnTo>
                    <a:pt x="641182" y="1578"/>
                  </a:lnTo>
                  <a:lnTo>
                    <a:pt x="592803" y="6242"/>
                  </a:lnTo>
                  <a:lnTo>
                    <a:pt x="545476" y="13885"/>
                  </a:lnTo>
                  <a:lnTo>
                    <a:pt x="499320" y="24402"/>
                  </a:lnTo>
                  <a:lnTo>
                    <a:pt x="454450" y="37685"/>
                  </a:lnTo>
                  <a:lnTo>
                    <a:pt x="410984" y="53628"/>
                  </a:lnTo>
                  <a:lnTo>
                    <a:pt x="369039" y="72125"/>
                  </a:lnTo>
                  <a:lnTo>
                    <a:pt x="328731" y="93070"/>
                  </a:lnTo>
                  <a:lnTo>
                    <a:pt x="290176" y="116357"/>
                  </a:lnTo>
                  <a:lnTo>
                    <a:pt x="253493" y="141878"/>
                  </a:lnTo>
                  <a:lnTo>
                    <a:pt x="218797" y="169528"/>
                  </a:lnTo>
                  <a:lnTo>
                    <a:pt x="186206" y="199200"/>
                  </a:lnTo>
                  <a:lnTo>
                    <a:pt x="155836" y="230788"/>
                  </a:lnTo>
                  <a:lnTo>
                    <a:pt x="127804" y="264186"/>
                  </a:lnTo>
                  <a:lnTo>
                    <a:pt x="102226" y="299287"/>
                  </a:lnTo>
                  <a:lnTo>
                    <a:pt x="79221" y="335984"/>
                  </a:lnTo>
                  <a:lnTo>
                    <a:pt x="58904" y="374173"/>
                  </a:lnTo>
                  <a:lnTo>
                    <a:pt x="41392" y="413745"/>
                  </a:lnTo>
                  <a:lnTo>
                    <a:pt x="26802" y="454596"/>
                  </a:lnTo>
                  <a:lnTo>
                    <a:pt x="15251" y="496618"/>
                  </a:lnTo>
                  <a:lnTo>
                    <a:pt x="6856" y="539705"/>
                  </a:lnTo>
                  <a:lnTo>
                    <a:pt x="1733" y="583751"/>
                  </a:lnTo>
                  <a:lnTo>
                    <a:pt x="0" y="628650"/>
                  </a:lnTo>
                  <a:lnTo>
                    <a:pt x="1733" y="673533"/>
                  </a:lnTo>
                  <a:lnTo>
                    <a:pt x="6856" y="717566"/>
                  </a:lnTo>
                  <a:lnTo>
                    <a:pt x="15251" y="760644"/>
                  </a:lnTo>
                  <a:lnTo>
                    <a:pt x="26802" y="802658"/>
                  </a:lnTo>
                  <a:lnTo>
                    <a:pt x="41392" y="843503"/>
                  </a:lnTo>
                  <a:lnTo>
                    <a:pt x="58904" y="883072"/>
                  </a:lnTo>
                  <a:lnTo>
                    <a:pt x="79221" y="921258"/>
                  </a:lnTo>
                  <a:lnTo>
                    <a:pt x="102226" y="957956"/>
                  </a:lnTo>
                  <a:lnTo>
                    <a:pt x="127804" y="993058"/>
                  </a:lnTo>
                  <a:lnTo>
                    <a:pt x="155836" y="1026458"/>
                  </a:lnTo>
                  <a:lnTo>
                    <a:pt x="186206" y="1058049"/>
                  </a:lnTo>
                  <a:lnTo>
                    <a:pt x="218797" y="1087726"/>
                  </a:lnTo>
                  <a:lnTo>
                    <a:pt x="253493" y="1115380"/>
                  </a:lnTo>
                  <a:lnTo>
                    <a:pt x="290176" y="1140907"/>
                  </a:lnTo>
                  <a:lnTo>
                    <a:pt x="328731" y="1164199"/>
                  </a:lnTo>
                  <a:lnTo>
                    <a:pt x="369039" y="1185149"/>
                  </a:lnTo>
                  <a:lnTo>
                    <a:pt x="410984" y="1203652"/>
                  </a:lnTo>
                  <a:lnTo>
                    <a:pt x="454450" y="1219600"/>
                  </a:lnTo>
                  <a:lnTo>
                    <a:pt x="499320" y="1232888"/>
                  </a:lnTo>
                  <a:lnTo>
                    <a:pt x="545476" y="1243408"/>
                  </a:lnTo>
                  <a:lnTo>
                    <a:pt x="592803" y="1251055"/>
                  </a:lnTo>
                  <a:lnTo>
                    <a:pt x="641182" y="1255721"/>
                  </a:lnTo>
                  <a:lnTo>
                    <a:pt x="690498" y="1257300"/>
                  </a:lnTo>
                  <a:lnTo>
                    <a:pt x="739815" y="1255721"/>
                  </a:lnTo>
                  <a:lnTo>
                    <a:pt x="788197" y="1251055"/>
                  </a:lnTo>
                  <a:lnTo>
                    <a:pt x="835527" y="1243408"/>
                  </a:lnTo>
                  <a:lnTo>
                    <a:pt x="881687" y="1232888"/>
                  </a:lnTo>
                  <a:lnTo>
                    <a:pt x="926562" y="1219600"/>
                  </a:lnTo>
                  <a:lnTo>
                    <a:pt x="970034" y="1203652"/>
                  </a:lnTo>
                  <a:lnTo>
                    <a:pt x="1011986" y="1185149"/>
                  </a:lnTo>
                  <a:lnTo>
                    <a:pt x="1052302" y="1164199"/>
                  </a:lnTo>
                  <a:lnTo>
                    <a:pt x="1090864" y="1140907"/>
                  </a:lnTo>
                  <a:lnTo>
                    <a:pt x="1127555" y="1115380"/>
                  </a:lnTo>
                  <a:lnTo>
                    <a:pt x="1162259" y="1087726"/>
                  </a:lnTo>
                  <a:lnTo>
                    <a:pt x="1194859" y="1058049"/>
                  </a:lnTo>
                  <a:lnTo>
                    <a:pt x="1225237" y="1026458"/>
                  </a:lnTo>
                  <a:lnTo>
                    <a:pt x="1253277" y="993058"/>
                  </a:lnTo>
                  <a:lnTo>
                    <a:pt x="1278862" y="957956"/>
                  </a:lnTo>
                  <a:lnTo>
                    <a:pt x="1301875" y="921258"/>
                  </a:lnTo>
                  <a:lnTo>
                    <a:pt x="1322199" y="883072"/>
                  </a:lnTo>
                  <a:lnTo>
                    <a:pt x="1339717" y="843503"/>
                  </a:lnTo>
                  <a:lnTo>
                    <a:pt x="1354312" y="802658"/>
                  </a:lnTo>
                  <a:lnTo>
                    <a:pt x="1365867" y="760644"/>
                  </a:lnTo>
                  <a:lnTo>
                    <a:pt x="1374265" y="717566"/>
                  </a:lnTo>
                  <a:lnTo>
                    <a:pt x="1379390" y="673533"/>
                  </a:lnTo>
                  <a:lnTo>
                    <a:pt x="1381125" y="628650"/>
                  </a:lnTo>
                  <a:lnTo>
                    <a:pt x="1379390" y="583751"/>
                  </a:lnTo>
                  <a:lnTo>
                    <a:pt x="1374265" y="539705"/>
                  </a:lnTo>
                  <a:lnTo>
                    <a:pt x="1365867" y="496618"/>
                  </a:lnTo>
                  <a:lnTo>
                    <a:pt x="1354312" y="454596"/>
                  </a:lnTo>
                  <a:lnTo>
                    <a:pt x="1339717" y="413745"/>
                  </a:lnTo>
                  <a:lnTo>
                    <a:pt x="1322199" y="374173"/>
                  </a:lnTo>
                  <a:lnTo>
                    <a:pt x="1301875" y="335984"/>
                  </a:lnTo>
                  <a:lnTo>
                    <a:pt x="1278862" y="299287"/>
                  </a:lnTo>
                  <a:lnTo>
                    <a:pt x="1253277" y="264186"/>
                  </a:lnTo>
                  <a:lnTo>
                    <a:pt x="1225237" y="230788"/>
                  </a:lnTo>
                  <a:lnTo>
                    <a:pt x="1194859" y="199200"/>
                  </a:lnTo>
                  <a:lnTo>
                    <a:pt x="1162259" y="169528"/>
                  </a:lnTo>
                  <a:lnTo>
                    <a:pt x="1127555" y="141878"/>
                  </a:lnTo>
                  <a:lnTo>
                    <a:pt x="1090864" y="116357"/>
                  </a:lnTo>
                  <a:lnTo>
                    <a:pt x="1052302" y="93070"/>
                  </a:lnTo>
                  <a:lnTo>
                    <a:pt x="1011986" y="72125"/>
                  </a:lnTo>
                  <a:lnTo>
                    <a:pt x="970034" y="53628"/>
                  </a:lnTo>
                  <a:lnTo>
                    <a:pt x="926562" y="37685"/>
                  </a:lnTo>
                  <a:lnTo>
                    <a:pt x="881687" y="24402"/>
                  </a:lnTo>
                  <a:lnTo>
                    <a:pt x="835527" y="13885"/>
                  </a:lnTo>
                  <a:lnTo>
                    <a:pt x="788197" y="6242"/>
                  </a:lnTo>
                  <a:lnTo>
                    <a:pt x="739815" y="1578"/>
                  </a:lnTo>
                  <a:lnTo>
                    <a:pt x="690498" y="0"/>
                  </a:lnTo>
                  <a:close/>
                </a:path>
              </a:pathLst>
            </a:custGeom>
            <a:solidFill>
              <a:srgbClr val="1636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6635476" y="4433951"/>
              <a:ext cx="1381125" cy="1257300"/>
            </a:xfrm>
            <a:custGeom>
              <a:avLst/>
              <a:gdLst/>
              <a:ahLst/>
              <a:cxnLst/>
              <a:rect l="l" t="t" r="r" b="b"/>
              <a:pathLst>
                <a:path w="1381125" h="1257300">
                  <a:moveTo>
                    <a:pt x="0" y="628650"/>
                  </a:moveTo>
                  <a:lnTo>
                    <a:pt x="1733" y="583751"/>
                  </a:lnTo>
                  <a:lnTo>
                    <a:pt x="6856" y="539705"/>
                  </a:lnTo>
                  <a:lnTo>
                    <a:pt x="15251" y="496618"/>
                  </a:lnTo>
                  <a:lnTo>
                    <a:pt x="26802" y="454596"/>
                  </a:lnTo>
                  <a:lnTo>
                    <a:pt x="41392" y="413745"/>
                  </a:lnTo>
                  <a:lnTo>
                    <a:pt x="58904" y="374173"/>
                  </a:lnTo>
                  <a:lnTo>
                    <a:pt x="79221" y="335984"/>
                  </a:lnTo>
                  <a:lnTo>
                    <a:pt x="102226" y="299287"/>
                  </a:lnTo>
                  <a:lnTo>
                    <a:pt x="127804" y="264186"/>
                  </a:lnTo>
                  <a:lnTo>
                    <a:pt x="155836" y="230788"/>
                  </a:lnTo>
                  <a:lnTo>
                    <a:pt x="186206" y="199200"/>
                  </a:lnTo>
                  <a:lnTo>
                    <a:pt x="218797" y="169528"/>
                  </a:lnTo>
                  <a:lnTo>
                    <a:pt x="253493" y="141878"/>
                  </a:lnTo>
                  <a:lnTo>
                    <a:pt x="290176" y="116357"/>
                  </a:lnTo>
                  <a:lnTo>
                    <a:pt x="328731" y="93070"/>
                  </a:lnTo>
                  <a:lnTo>
                    <a:pt x="369039" y="72125"/>
                  </a:lnTo>
                  <a:lnTo>
                    <a:pt x="410984" y="53628"/>
                  </a:lnTo>
                  <a:lnTo>
                    <a:pt x="454450" y="37685"/>
                  </a:lnTo>
                  <a:lnTo>
                    <a:pt x="499320" y="24402"/>
                  </a:lnTo>
                  <a:lnTo>
                    <a:pt x="545476" y="13885"/>
                  </a:lnTo>
                  <a:lnTo>
                    <a:pt x="592803" y="6242"/>
                  </a:lnTo>
                  <a:lnTo>
                    <a:pt x="641182" y="1578"/>
                  </a:lnTo>
                  <a:lnTo>
                    <a:pt x="690498" y="0"/>
                  </a:lnTo>
                  <a:lnTo>
                    <a:pt x="739815" y="1578"/>
                  </a:lnTo>
                  <a:lnTo>
                    <a:pt x="788197" y="6242"/>
                  </a:lnTo>
                  <a:lnTo>
                    <a:pt x="835527" y="13885"/>
                  </a:lnTo>
                  <a:lnTo>
                    <a:pt x="881687" y="24402"/>
                  </a:lnTo>
                  <a:lnTo>
                    <a:pt x="926562" y="37685"/>
                  </a:lnTo>
                  <a:lnTo>
                    <a:pt x="970034" y="53628"/>
                  </a:lnTo>
                  <a:lnTo>
                    <a:pt x="1011986" y="72125"/>
                  </a:lnTo>
                  <a:lnTo>
                    <a:pt x="1052302" y="93070"/>
                  </a:lnTo>
                  <a:lnTo>
                    <a:pt x="1090864" y="116357"/>
                  </a:lnTo>
                  <a:lnTo>
                    <a:pt x="1127555" y="141878"/>
                  </a:lnTo>
                  <a:lnTo>
                    <a:pt x="1162259" y="169528"/>
                  </a:lnTo>
                  <a:lnTo>
                    <a:pt x="1194859" y="199200"/>
                  </a:lnTo>
                  <a:lnTo>
                    <a:pt x="1225237" y="230788"/>
                  </a:lnTo>
                  <a:lnTo>
                    <a:pt x="1253277" y="264186"/>
                  </a:lnTo>
                  <a:lnTo>
                    <a:pt x="1278862" y="299287"/>
                  </a:lnTo>
                  <a:lnTo>
                    <a:pt x="1301875" y="335984"/>
                  </a:lnTo>
                  <a:lnTo>
                    <a:pt x="1322199" y="374173"/>
                  </a:lnTo>
                  <a:lnTo>
                    <a:pt x="1339717" y="413745"/>
                  </a:lnTo>
                  <a:lnTo>
                    <a:pt x="1354312" y="454596"/>
                  </a:lnTo>
                  <a:lnTo>
                    <a:pt x="1365867" y="496618"/>
                  </a:lnTo>
                  <a:lnTo>
                    <a:pt x="1374265" y="539705"/>
                  </a:lnTo>
                  <a:lnTo>
                    <a:pt x="1379390" y="583751"/>
                  </a:lnTo>
                  <a:lnTo>
                    <a:pt x="1381125" y="628650"/>
                  </a:lnTo>
                  <a:lnTo>
                    <a:pt x="1379390" y="673533"/>
                  </a:lnTo>
                  <a:lnTo>
                    <a:pt x="1374265" y="717566"/>
                  </a:lnTo>
                  <a:lnTo>
                    <a:pt x="1365867" y="760644"/>
                  </a:lnTo>
                  <a:lnTo>
                    <a:pt x="1354312" y="802658"/>
                  </a:lnTo>
                  <a:lnTo>
                    <a:pt x="1339717" y="843503"/>
                  </a:lnTo>
                  <a:lnTo>
                    <a:pt x="1322199" y="883072"/>
                  </a:lnTo>
                  <a:lnTo>
                    <a:pt x="1301875" y="921258"/>
                  </a:lnTo>
                  <a:lnTo>
                    <a:pt x="1278862" y="957956"/>
                  </a:lnTo>
                  <a:lnTo>
                    <a:pt x="1253277" y="993058"/>
                  </a:lnTo>
                  <a:lnTo>
                    <a:pt x="1225237" y="1026458"/>
                  </a:lnTo>
                  <a:lnTo>
                    <a:pt x="1194859" y="1058049"/>
                  </a:lnTo>
                  <a:lnTo>
                    <a:pt x="1162259" y="1087726"/>
                  </a:lnTo>
                  <a:lnTo>
                    <a:pt x="1127555" y="1115380"/>
                  </a:lnTo>
                  <a:lnTo>
                    <a:pt x="1090864" y="1140907"/>
                  </a:lnTo>
                  <a:lnTo>
                    <a:pt x="1052302" y="1164199"/>
                  </a:lnTo>
                  <a:lnTo>
                    <a:pt x="1011986" y="1185149"/>
                  </a:lnTo>
                  <a:lnTo>
                    <a:pt x="970034" y="1203652"/>
                  </a:lnTo>
                  <a:lnTo>
                    <a:pt x="926562" y="1219600"/>
                  </a:lnTo>
                  <a:lnTo>
                    <a:pt x="881687" y="1232888"/>
                  </a:lnTo>
                  <a:lnTo>
                    <a:pt x="835527" y="1243408"/>
                  </a:lnTo>
                  <a:lnTo>
                    <a:pt x="788197" y="1251055"/>
                  </a:lnTo>
                  <a:lnTo>
                    <a:pt x="739815" y="1255721"/>
                  </a:lnTo>
                  <a:lnTo>
                    <a:pt x="690498" y="1257300"/>
                  </a:lnTo>
                  <a:lnTo>
                    <a:pt x="641182" y="1255721"/>
                  </a:lnTo>
                  <a:lnTo>
                    <a:pt x="592803" y="1251055"/>
                  </a:lnTo>
                  <a:lnTo>
                    <a:pt x="545476" y="1243408"/>
                  </a:lnTo>
                  <a:lnTo>
                    <a:pt x="499320" y="1232888"/>
                  </a:lnTo>
                  <a:lnTo>
                    <a:pt x="454450" y="1219600"/>
                  </a:lnTo>
                  <a:lnTo>
                    <a:pt x="410984" y="1203652"/>
                  </a:lnTo>
                  <a:lnTo>
                    <a:pt x="369039" y="1185149"/>
                  </a:lnTo>
                  <a:lnTo>
                    <a:pt x="328731" y="1164199"/>
                  </a:lnTo>
                  <a:lnTo>
                    <a:pt x="290176" y="1140907"/>
                  </a:lnTo>
                  <a:lnTo>
                    <a:pt x="253493" y="1115380"/>
                  </a:lnTo>
                  <a:lnTo>
                    <a:pt x="218797" y="1087726"/>
                  </a:lnTo>
                  <a:lnTo>
                    <a:pt x="186206" y="1058049"/>
                  </a:lnTo>
                  <a:lnTo>
                    <a:pt x="155836" y="1026458"/>
                  </a:lnTo>
                  <a:lnTo>
                    <a:pt x="127804" y="993058"/>
                  </a:lnTo>
                  <a:lnTo>
                    <a:pt x="102226" y="957956"/>
                  </a:lnTo>
                  <a:lnTo>
                    <a:pt x="79221" y="921258"/>
                  </a:lnTo>
                  <a:lnTo>
                    <a:pt x="58904" y="883072"/>
                  </a:lnTo>
                  <a:lnTo>
                    <a:pt x="41392" y="843503"/>
                  </a:lnTo>
                  <a:lnTo>
                    <a:pt x="26802" y="802658"/>
                  </a:lnTo>
                  <a:lnTo>
                    <a:pt x="15251" y="760644"/>
                  </a:lnTo>
                  <a:lnTo>
                    <a:pt x="6856" y="717566"/>
                  </a:lnTo>
                  <a:lnTo>
                    <a:pt x="1733" y="673533"/>
                  </a:lnTo>
                  <a:lnTo>
                    <a:pt x="0" y="628650"/>
                  </a:lnTo>
                  <a:close/>
                </a:path>
              </a:pathLst>
            </a:custGeom>
            <a:ln w="12700">
              <a:solidFill>
                <a:srgbClr val="1636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16884268" y="4545329"/>
            <a:ext cx="880744" cy="92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" algn="ctr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Potential</a:t>
            </a:r>
            <a:endParaRPr sz="1200">
              <a:latin typeface="Century Gothic"/>
              <a:cs typeface="Century Gothic"/>
            </a:endParaRPr>
          </a:p>
          <a:p>
            <a:pPr marL="12065" algn="ctr">
              <a:lnSpc>
                <a:spcPts val="1395"/>
              </a:lnSpc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Savings</a:t>
            </a:r>
            <a:endParaRPr sz="1200">
              <a:latin typeface="Century Gothic"/>
              <a:cs typeface="Century Gothic"/>
            </a:endParaRPr>
          </a:p>
          <a:p>
            <a:pPr marL="23495" algn="ctr">
              <a:lnSpc>
                <a:spcPts val="2360"/>
              </a:lnSpc>
            </a:pP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2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6%</a:t>
            </a:r>
            <a:endParaRPr sz="20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of IT</a:t>
            </a:r>
            <a:r>
              <a:rPr sz="12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Budget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575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2565"/>
              </a:spcBef>
            </a:pPr>
            <a:r>
              <a:rPr dirty="0"/>
              <a:t>Technology</a:t>
            </a:r>
            <a:r>
              <a:rPr spc="65" dirty="0"/>
              <a:t> </a:t>
            </a:r>
            <a:r>
              <a:rPr dirty="0"/>
              <a:t>Cost</a:t>
            </a:r>
            <a:r>
              <a:rPr spc="75" dirty="0"/>
              <a:t> </a:t>
            </a:r>
            <a:r>
              <a:rPr dirty="0"/>
              <a:t>Takeout</a:t>
            </a:r>
            <a:r>
              <a:rPr spc="145" dirty="0"/>
              <a:t> </a:t>
            </a:r>
            <a:r>
              <a:rPr dirty="0"/>
              <a:t>Journey</a:t>
            </a:r>
            <a:r>
              <a:rPr spc="75" dirty="0"/>
              <a:t> </a:t>
            </a:r>
            <a:r>
              <a:rPr spc="-10" dirty="0"/>
              <a:t>Progression</a:t>
            </a:r>
          </a:p>
          <a:p>
            <a:pPr marL="12700" marR="5080">
              <a:lnSpc>
                <a:spcPts val="2100"/>
              </a:lnSpc>
              <a:spcBef>
                <a:spcPts val="1025"/>
              </a:spcBef>
            </a:pP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We</a:t>
            </a:r>
            <a:r>
              <a:rPr sz="18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leverage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short-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term</a:t>
            </a:r>
            <a:r>
              <a:rPr sz="18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800" b="1" spc="-9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reduction</a:t>
            </a:r>
            <a:r>
              <a:rPr sz="18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r>
              <a:rPr sz="18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“pay</a:t>
            </a:r>
            <a:r>
              <a:rPr sz="18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way”</a:t>
            </a:r>
            <a:r>
              <a:rPr sz="18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forward</a:t>
            </a:r>
            <a:r>
              <a:rPr sz="1800" b="1" spc="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and enable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our</a:t>
            </a:r>
            <a:r>
              <a:rPr sz="1800" b="1" spc="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clients</a:t>
            </a:r>
            <a:r>
              <a:rPr sz="18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18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tackle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18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larger</a:t>
            </a:r>
            <a:r>
              <a:rPr sz="18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structural</a:t>
            </a:r>
            <a:r>
              <a:rPr sz="18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800" b="1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optimisation</a:t>
            </a:r>
            <a:r>
              <a:rPr sz="18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and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dramatically</a:t>
            </a:r>
            <a:r>
              <a:rPr sz="18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reduce</a:t>
            </a:r>
            <a:r>
              <a:rPr sz="18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18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80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8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structure.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81305" y="226377"/>
            <a:ext cx="235204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A9A8AD"/>
                </a:solidFill>
                <a:latin typeface="Century Gothic"/>
                <a:cs typeface="Century Gothic"/>
              </a:rPr>
              <a:t>Methodology</a:t>
            </a:r>
            <a:r>
              <a:rPr sz="1250" spc="15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250" dirty="0">
                <a:solidFill>
                  <a:srgbClr val="A9A8AD"/>
                </a:solidFill>
                <a:latin typeface="Century Gothic"/>
                <a:cs typeface="Century Gothic"/>
              </a:rPr>
              <a:t>and</a:t>
            </a:r>
            <a:r>
              <a:rPr sz="1250" spc="210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250" spc="-10" dirty="0">
                <a:solidFill>
                  <a:srgbClr val="A9A8AD"/>
                </a:solidFill>
                <a:latin typeface="Century Gothic"/>
                <a:cs typeface="Century Gothic"/>
              </a:rPr>
              <a:t>Approach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394" y="5278316"/>
            <a:ext cx="282575" cy="1745614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b="1" i="1" dirty="0">
                <a:latin typeface="Century Gothic"/>
                <a:cs typeface="Century Gothic"/>
              </a:rPr>
              <a:t>Run</a:t>
            </a:r>
            <a:r>
              <a:rPr sz="1650" b="1" i="1" spc="-45" dirty="0">
                <a:latin typeface="Century Gothic"/>
                <a:cs typeface="Century Gothic"/>
              </a:rPr>
              <a:t> </a:t>
            </a:r>
            <a:r>
              <a:rPr sz="1650" b="1" i="1" dirty="0">
                <a:latin typeface="Century Gothic"/>
                <a:cs typeface="Century Gothic"/>
              </a:rPr>
              <a:t>Rate</a:t>
            </a:r>
            <a:r>
              <a:rPr sz="1650" b="1" i="1" spc="35" dirty="0">
                <a:latin typeface="Century Gothic"/>
                <a:cs typeface="Century Gothic"/>
              </a:rPr>
              <a:t> </a:t>
            </a:r>
            <a:r>
              <a:rPr sz="1650" b="1" i="1" spc="-10" dirty="0">
                <a:latin typeface="Century Gothic"/>
                <a:cs typeface="Century Gothic"/>
              </a:rPr>
              <a:t>Savings</a:t>
            </a:r>
            <a:endParaRPr sz="165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7737" y="3462273"/>
            <a:ext cx="17312005" cy="5050155"/>
            <a:chOff x="947737" y="3462273"/>
            <a:chExt cx="17312005" cy="5050155"/>
          </a:xfrm>
        </p:grpSpPr>
        <p:sp>
          <p:nvSpPr>
            <p:cNvPr id="6" name="object 6"/>
            <p:cNvSpPr/>
            <p:nvPr/>
          </p:nvSpPr>
          <p:spPr>
            <a:xfrm>
              <a:off x="947737" y="3462273"/>
              <a:ext cx="76200" cy="5050155"/>
            </a:xfrm>
            <a:custGeom>
              <a:avLst/>
              <a:gdLst/>
              <a:ahLst/>
              <a:cxnLst/>
              <a:rect l="l" t="t" r="r" b="b"/>
              <a:pathLst>
                <a:path w="76200" h="505015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050155"/>
                  </a:lnTo>
                  <a:lnTo>
                    <a:pt x="44450" y="5050155"/>
                  </a:lnTo>
                  <a:lnTo>
                    <a:pt x="44450" y="63500"/>
                  </a:lnTo>
                  <a:close/>
                </a:path>
                <a:path w="76200" h="505015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505015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A9A8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33775" y="3867149"/>
              <a:ext cx="4581525" cy="4619625"/>
            </a:xfrm>
            <a:custGeom>
              <a:avLst/>
              <a:gdLst/>
              <a:ahLst/>
              <a:cxnLst/>
              <a:rect l="l" t="t" r="r" b="b"/>
              <a:pathLst>
                <a:path w="4581525" h="4619625">
                  <a:moveTo>
                    <a:pt x="4581525" y="0"/>
                  </a:moveTo>
                  <a:lnTo>
                    <a:pt x="0" y="0"/>
                  </a:lnTo>
                  <a:lnTo>
                    <a:pt x="0" y="4619625"/>
                  </a:lnTo>
                  <a:lnTo>
                    <a:pt x="4581525" y="4619625"/>
                  </a:lnTo>
                  <a:lnTo>
                    <a:pt x="4581525" y="0"/>
                  </a:lnTo>
                  <a:close/>
                </a:path>
              </a:pathLst>
            </a:custGeom>
            <a:solidFill>
              <a:srgbClr val="DCDCDF">
                <a:alpha val="3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43875" y="3867149"/>
              <a:ext cx="4505325" cy="4619625"/>
            </a:xfrm>
            <a:custGeom>
              <a:avLst/>
              <a:gdLst/>
              <a:ahLst/>
              <a:cxnLst/>
              <a:rect l="l" t="t" r="r" b="b"/>
              <a:pathLst>
                <a:path w="4505325" h="4619625">
                  <a:moveTo>
                    <a:pt x="4505325" y="0"/>
                  </a:moveTo>
                  <a:lnTo>
                    <a:pt x="0" y="0"/>
                  </a:lnTo>
                  <a:lnTo>
                    <a:pt x="0" y="4619625"/>
                  </a:lnTo>
                  <a:lnTo>
                    <a:pt x="4505325" y="4619625"/>
                  </a:lnTo>
                  <a:lnTo>
                    <a:pt x="4505325" y="0"/>
                  </a:lnTo>
                  <a:close/>
                </a:path>
              </a:pathLst>
            </a:custGeom>
            <a:solidFill>
              <a:srgbClr val="B8B8BE">
                <a:alpha val="3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658725" y="3867149"/>
              <a:ext cx="4638675" cy="1771650"/>
            </a:xfrm>
            <a:custGeom>
              <a:avLst/>
              <a:gdLst/>
              <a:ahLst/>
              <a:cxnLst/>
              <a:rect l="l" t="t" r="r" b="b"/>
              <a:pathLst>
                <a:path w="4638675" h="1771650">
                  <a:moveTo>
                    <a:pt x="0" y="1771650"/>
                  </a:moveTo>
                  <a:lnTo>
                    <a:pt x="4638675" y="1771650"/>
                  </a:lnTo>
                  <a:lnTo>
                    <a:pt x="4638675" y="0"/>
                  </a:lnTo>
                  <a:lnTo>
                    <a:pt x="0" y="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5F5F5F">
                <a:alpha val="3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90600" y="3867149"/>
              <a:ext cx="2514600" cy="4619625"/>
            </a:xfrm>
            <a:custGeom>
              <a:avLst/>
              <a:gdLst/>
              <a:ahLst/>
              <a:cxnLst/>
              <a:rect l="l" t="t" r="r" b="b"/>
              <a:pathLst>
                <a:path w="2514600" h="4619625">
                  <a:moveTo>
                    <a:pt x="2514600" y="0"/>
                  </a:moveTo>
                  <a:lnTo>
                    <a:pt x="0" y="0"/>
                  </a:lnTo>
                  <a:lnTo>
                    <a:pt x="0" y="4619625"/>
                  </a:lnTo>
                  <a:lnTo>
                    <a:pt x="2514600" y="4619625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FCCCC">
                <a:alpha val="3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630150" y="3709923"/>
              <a:ext cx="4845685" cy="4777105"/>
            </a:xfrm>
            <a:custGeom>
              <a:avLst/>
              <a:gdLst/>
              <a:ahLst/>
              <a:cxnLst/>
              <a:rect l="l" t="t" r="r" b="b"/>
              <a:pathLst>
                <a:path w="4845684" h="4777105">
                  <a:moveTo>
                    <a:pt x="4845685" y="1260983"/>
                  </a:moveTo>
                  <a:lnTo>
                    <a:pt x="4645914" y="0"/>
                  </a:lnTo>
                  <a:lnTo>
                    <a:pt x="3048203" y="725030"/>
                  </a:lnTo>
                  <a:lnTo>
                    <a:pt x="0" y="1919351"/>
                  </a:lnTo>
                  <a:lnTo>
                    <a:pt x="53657" y="1919351"/>
                  </a:lnTo>
                  <a:lnTo>
                    <a:pt x="19050" y="1928876"/>
                  </a:lnTo>
                  <a:lnTo>
                    <a:pt x="28575" y="1928876"/>
                  </a:lnTo>
                  <a:lnTo>
                    <a:pt x="28575" y="4776851"/>
                  </a:lnTo>
                  <a:lnTo>
                    <a:pt x="4667250" y="4776851"/>
                  </a:lnTo>
                  <a:lnTo>
                    <a:pt x="4667250" y="1928876"/>
                  </a:lnTo>
                  <a:lnTo>
                    <a:pt x="4657725" y="1928876"/>
                  </a:lnTo>
                  <a:lnTo>
                    <a:pt x="4657725" y="1290751"/>
                  </a:lnTo>
                  <a:lnTo>
                    <a:pt x="4845685" y="1260983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259300" y="3695699"/>
              <a:ext cx="1000125" cy="2362200"/>
            </a:xfrm>
            <a:custGeom>
              <a:avLst/>
              <a:gdLst/>
              <a:ahLst/>
              <a:cxnLst/>
              <a:rect l="l" t="t" r="r" b="b"/>
              <a:pathLst>
                <a:path w="1000125" h="2362200">
                  <a:moveTo>
                    <a:pt x="1000125" y="0"/>
                  </a:moveTo>
                  <a:lnTo>
                    <a:pt x="0" y="0"/>
                  </a:lnTo>
                  <a:lnTo>
                    <a:pt x="0" y="2362200"/>
                  </a:lnTo>
                  <a:lnTo>
                    <a:pt x="1000125" y="2362200"/>
                  </a:lnTo>
                  <a:lnTo>
                    <a:pt x="1000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141706" y="3801986"/>
            <a:ext cx="2033270" cy="83756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40640" algn="ctr">
              <a:lnSpc>
                <a:spcPct val="100000"/>
              </a:lnSpc>
              <a:spcBef>
                <a:spcPts val="1160"/>
              </a:spcBef>
            </a:pPr>
            <a:r>
              <a:rPr sz="2250" b="1" dirty="0">
                <a:solidFill>
                  <a:srgbClr val="00338D"/>
                </a:solidFill>
                <a:latin typeface="Century Gothic"/>
                <a:cs typeface="Century Gothic"/>
              </a:rPr>
              <a:t>30%</a:t>
            </a:r>
            <a:r>
              <a:rPr sz="225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00338D"/>
                </a:solidFill>
                <a:latin typeface="Century Gothic"/>
                <a:cs typeface="Century Gothic"/>
              </a:rPr>
              <a:t>-</a:t>
            </a:r>
            <a:r>
              <a:rPr sz="225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 40%+</a:t>
            </a:r>
            <a:endParaRPr sz="225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1550" b="1" i="1" dirty="0">
                <a:solidFill>
                  <a:srgbClr val="404040"/>
                </a:solidFill>
                <a:latin typeface="Century Gothic"/>
                <a:cs typeface="Century Gothic"/>
              </a:rPr>
              <a:t>Implement</a:t>
            </a:r>
            <a:r>
              <a:rPr sz="1550" b="1" i="1" spc="8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550" b="1" i="1" spc="-10" dirty="0">
                <a:solidFill>
                  <a:srgbClr val="404040"/>
                </a:solidFill>
                <a:latin typeface="Century Gothic"/>
                <a:cs typeface="Century Gothic"/>
              </a:rPr>
              <a:t>Structural</a:t>
            </a:r>
            <a:endParaRPr sz="1550">
              <a:latin typeface="Century Gothic"/>
              <a:cs typeface="Century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62050" y="3743325"/>
            <a:ext cx="16192500" cy="5105400"/>
            <a:chOff x="1162050" y="3743325"/>
            <a:chExt cx="16192500" cy="5105400"/>
          </a:xfrm>
        </p:grpSpPr>
        <p:sp>
          <p:nvSpPr>
            <p:cNvPr id="15" name="object 15"/>
            <p:cNvSpPr/>
            <p:nvPr/>
          </p:nvSpPr>
          <p:spPr>
            <a:xfrm>
              <a:off x="1162050" y="8124825"/>
              <a:ext cx="2371725" cy="381000"/>
            </a:xfrm>
            <a:custGeom>
              <a:avLst/>
              <a:gdLst/>
              <a:ahLst/>
              <a:cxnLst/>
              <a:rect l="l" t="t" r="r" b="b"/>
              <a:pathLst>
                <a:path w="2371725" h="381000">
                  <a:moveTo>
                    <a:pt x="2363470" y="0"/>
                  </a:moveTo>
                  <a:lnTo>
                    <a:pt x="0" y="381000"/>
                  </a:lnTo>
                  <a:lnTo>
                    <a:pt x="2371725" y="374014"/>
                  </a:lnTo>
                  <a:lnTo>
                    <a:pt x="23634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14725" y="7172325"/>
              <a:ext cx="4629150" cy="1676400"/>
            </a:xfrm>
            <a:custGeom>
              <a:avLst/>
              <a:gdLst/>
              <a:ahLst/>
              <a:cxnLst/>
              <a:rect l="l" t="t" r="r" b="b"/>
              <a:pathLst>
                <a:path w="4629150" h="1676400">
                  <a:moveTo>
                    <a:pt x="4613656" y="0"/>
                  </a:moveTo>
                  <a:lnTo>
                    <a:pt x="0" y="991107"/>
                  </a:lnTo>
                  <a:lnTo>
                    <a:pt x="31114" y="1664208"/>
                  </a:lnTo>
                  <a:lnTo>
                    <a:pt x="4629150" y="1676400"/>
                  </a:lnTo>
                  <a:lnTo>
                    <a:pt x="4613656" y="0"/>
                  </a:lnTo>
                  <a:close/>
                </a:path>
              </a:pathLst>
            </a:custGeom>
            <a:solidFill>
              <a:srgbClr val="9596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53400" y="5772150"/>
              <a:ext cx="4495800" cy="3028950"/>
            </a:xfrm>
            <a:custGeom>
              <a:avLst/>
              <a:gdLst/>
              <a:ahLst/>
              <a:cxnLst/>
              <a:rect l="l" t="t" r="r" b="b"/>
              <a:pathLst>
                <a:path w="4495800" h="3028950">
                  <a:moveTo>
                    <a:pt x="4450715" y="0"/>
                  </a:moveTo>
                  <a:lnTo>
                    <a:pt x="0" y="1315847"/>
                  </a:lnTo>
                  <a:lnTo>
                    <a:pt x="0" y="3028950"/>
                  </a:lnTo>
                  <a:lnTo>
                    <a:pt x="4495800" y="3028950"/>
                  </a:lnTo>
                  <a:lnTo>
                    <a:pt x="4450715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62325" y="3743324"/>
              <a:ext cx="13992225" cy="4486275"/>
            </a:xfrm>
            <a:custGeom>
              <a:avLst/>
              <a:gdLst/>
              <a:ahLst/>
              <a:cxnLst/>
              <a:rect l="l" t="t" r="r" b="b"/>
              <a:pathLst>
                <a:path w="13992225" h="4486275">
                  <a:moveTo>
                    <a:pt x="314325" y="4348099"/>
                  </a:moveTo>
                  <a:lnTo>
                    <a:pt x="306311" y="4304487"/>
                  </a:lnTo>
                  <a:lnTo>
                    <a:pt x="283997" y="4266590"/>
                  </a:lnTo>
                  <a:lnTo>
                    <a:pt x="249986" y="4236707"/>
                  </a:lnTo>
                  <a:lnTo>
                    <a:pt x="206870" y="4217098"/>
                  </a:lnTo>
                  <a:lnTo>
                    <a:pt x="157226" y="4210050"/>
                  </a:lnTo>
                  <a:lnTo>
                    <a:pt x="107505" y="4217098"/>
                  </a:lnTo>
                  <a:lnTo>
                    <a:pt x="64350" y="4236707"/>
                  </a:lnTo>
                  <a:lnTo>
                    <a:pt x="30314" y="4266590"/>
                  </a:lnTo>
                  <a:lnTo>
                    <a:pt x="8001" y="4304487"/>
                  </a:lnTo>
                  <a:lnTo>
                    <a:pt x="0" y="4348099"/>
                  </a:lnTo>
                  <a:lnTo>
                    <a:pt x="8001" y="4391787"/>
                  </a:lnTo>
                  <a:lnTo>
                    <a:pt x="30314" y="4429722"/>
                  </a:lnTo>
                  <a:lnTo>
                    <a:pt x="64350" y="4459630"/>
                  </a:lnTo>
                  <a:lnTo>
                    <a:pt x="107505" y="4479239"/>
                  </a:lnTo>
                  <a:lnTo>
                    <a:pt x="157226" y="4486275"/>
                  </a:lnTo>
                  <a:lnTo>
                    <a:pt x="206870" y="4479239"/>
                  </a:lnTo>
                  <a:lnTo>
                    <a:pt x="249986" y="4459630"/>
                  </a:lnTo>
                  <a:lnTo>
                    <a:pt x="283997" y="4429722"/>
                  </a:lnTo>
                  <a:lnTo>
                    <a:pt x="306311" y="4391787"/>
                  </a:lnTo>
                  <a:lnTo>
                    <a:pt x="314325" y="4348099"/>
                  </a:lnTo>
                  <a:close/>
                </a:path>
                <a:path w="13992225" h="4486275">
                  <a:moveTo>
                    <a:pt x="9477375" y="1862074"/>
                  </a:moveTo>
                  <a:lnTo>
                    <a:pt x="9469361" y="1818462"/>
                  </a:lnTo>
                  <a:lnTo>
                    <a:pt x="9447047" y="1780565"/>
                  </a:lnTo>
                  <a:lnTo>
                    <a:pt x="9413037" y="1750682"/>
                  </a:lnTo>
                  <a:lnTo>
                    <a:pt x="9369920" y="1731073"/>
                  </a:lnTo>
                  <a:lnTo>
                    <a:pt x="9320276" y="1724025"/>
                  </a:lnTo>
                  <a:lnTo>
                    <a:pt x="9270555" y="1731073"/>
                  </a:lnTo>
                  <a:lnTo>
                    <a:pt x="9227401" y="1750682"/>
                  </a:lnTo>
                  <a:lnTo>
                    <a:pt x="9193365" y="1780565"/>
                  </a:lnTo>
                  <a:lnTo>
                    <a:pt x="9171051" y="1818462"/>
                  </a:lnTo>
                  <a:lnTo>
                    <a:pt x="9163050" y="1862074"/>
                  </a:lnTo>
                  <a:lnTo>
                    <a:pt x="9171051" y="1905762"/>
                  </a:lnTo>
                  <a:lnTo>
                    <a:pt x="9193365" y="1943696"/>
                  </a:lnTo>
                  <a:lnTo>
                    <a:pt x="9227401" y="1973605"/>
                  </a:lnTo>
                  <a:lnTo>
                    <a:pt x="9270555" y="1993214"/>
                  </a:lnTo>
                  <a:lnTo>
                    <a:pt x="9320276" y="2000250"/>
                  </a:lnTo>
                  <a:lnTo>
                    <a:pt x="9369920" y="1993214"/>
                  </a:lnTo>
                  <a:lnTo>
                    <a:pt x="9413037" y="1973605"/>
                  </a:lnTo>
                  <a:lnTo>
                    <a:pt x="9447047" y="1943696"/>
                  </a:lnTo>
                  <a:lnTo>
                    <a:pt x="9469361" y="1905762"/>
                  </a:lnTo>
                  <a:lnTo>
                    <a:pt x="9477375" y="1862074"/>
                  </a:lnTo>
                  <a:close/>
                </a:path>
                <a:path w="13992225" h="4486275">
                  <a:moveTo>
                    <a:pt x="13992225" y="138049"/>
                  </a:moveTo>
                  <a:lnTo>
                    <a:pt x="13984211" y="94437"/>
                  </a:lnTo>
                  <a:lnTo>
                    <a:pt x="13961898" y="56540"/>
                  </a:lnTo>
                  <a:lnTo>
                    <a:pt x="13927887" y="26657"/>
                  </a:lnTo>
                  <a:lnTo>
                    <a:pt x="13884770" y="7048"/>
                  </a:lnTo>
                  <a:lnTo>
                    <a:pt x="13835126" y="0"/>
                  </a:lnTo>
                  <a:lnTo>
                    <a:pt x="13785406" y="7048"/>
                  </a:lnTo>
                  <a:lnTo>
                    <a:pt x="13742251" y="26657"/>
                  </a:lnTo>
                  <a:lnTo>
                    <a:pt x="13708215" y="56540"/>
                  </a:lnTo>
                  <a:lnTo>
                    <a:pt x="13685901" y="94437"/>
                  </a:lnTo>
                  <a:lnTo>
                    <a:pt x="13677900" y="138049"/>
                  </a:lnTo>
                  <a:lnTo>
                    <a:pt x="13685901" y="181737"/>
                  </a:lnTo>
                  <a:lnTo>
                    <a:pt x="13708215" y="219671"/>
                  </a:lnTo>
                  <a:lnTo>
                    <a:pt x="13742251" y="249580"/>
                  </a:lnTo>
                  <a:lnTo>
                    <a:pt x="13785406" y="269189"/>
                  </a:lnTo>
                  <a:lnTo>
                    <a:pt x="13835126" y="276225"/>
                  </a:lnTo>
                  <a:lnTo>
                    <a:pt x="13884770" y="269189"/>
                  </a:lnTo>
                  <a:lnTo>
                    <a:pt x="13927887" y="249580"/>
                  </a:lnTo>
                  <a:lnTo>
                    <a:pt x="13961898" y="219671"/>
                  </a:lnTo>
                  <a:lnTo>
                    <a:pt x="13984211" y="181737"/>
                  </a:lnTo>
                  <a:lnTo>
                    <a:pt x="13992225" y="138049"/>
                  </a:lnTo>
                  <a:close/>
                </a:path>
              </a:pathLst>
            </a:custGeom>
            <a:solidFill>
              <a:srgbClr val="B8B8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57445" y="6173255"/>
            <a:ext cx="1737360" cy="7283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96545">
              <a:lnSpc>
                <a:spcPct val="100000"/>
              </a:lnSpc>
              <a:spcBef>
                <a:spcPts val="655"/>
              </a:spcBef>
            </a:pPr>
            <a:r>
              <a:rPr sz="2250" b="1" dirty="0">
                <a:solidFill>
                  <a:srgbClr val="00338D"/>
                </a:solidFill>
                <a:latin typeface="Century Gothic"/>
                <a:cs typeface="Century Gothic"/>
              </a:rPr>
              <a:t>10%</a:t>
            </a:r>
            <a:r>
              <a:rPr sz="225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00338D"/>
                </a:solidFill>
                <a:latin typeface="Century Gothic"/>
                <a:cs typeface="Century Gothic"/>
              </a:rPr>
              <a:t>-</a:t>
            </a:r>
            <a:r>
              <a:rPr sz="225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25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20%</a:t>
            </a:r>
            <a:endParaRPr sz="22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550" b="1" i="1" dirty="0">
                <a:solidFill>
                  <a:srgbClr val="404040"/>
                </a:solidFill>
                <a:latin typeface="Century Gothic"/>
                <a:cs typeface="Century Gothic"/>
              </a:rPr>
              <a:t>Suspend</a:t>
            </a:r>
            <a:r>
              <a:rPr sz="1550" b="1" i="1" spc="11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550" b="1" i="1" spc="-10" dirty="0">
                <a:solidFill>
                  <a:srgbClr val="404040"/>
                </a:solidFill>
                <a:latin typeface="Century Gothic"/>
                <a:cs typeface="Century Gothic"/>
              </a:rPr>
              <a:t>demand</a:t>
            </a:r>
            <a:endParaRPr sz="155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85883" y="5050283"/>
            <a:ext cx="1891030" cy="78676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925"/>
              </a:spcBef>
            </a:pPr>
            <a:r>
              <a:rPr sz="2250" b="1" dirty="0">
                <a:solidFill>
                  <a:srgbClr val="00338D"/>
                </a:solidFill>
                <a:latin typeface="Century Gothic"/>
                <a:cs typeface="Century Gothic"/>
              </a:rPr>
              <a:t>20%</a:t>
            </a:r>
            <a:r>
              <a:rPr sz="225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00338D"/>
                </a:solidFill>
                <a:latin typeface="Century Gothic"/>
                <a:cs typeface="Century Gothic"/>
              </a:rPr>
              <a:t>-</a:t>
            </a:r>
            <a:r>
              <a:rPr sz="225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25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30%</a:t>
            </a:r>
            <a:endParaRPr sz="22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50" b="1" i="1" dirty="0">
                <a:solidFill>
                  <a:srgbClr val="404040"/>
                </a:solidFill>
                <a:latin typeface="Century Gothic"/>
                <a:cs typeface="Century Gothic"/>
              </a:rPr>
              <a:t>Implement</a:t>
            </a:r>
            <a:r>
              <a:rPr sz="1550" b="1" i="1" spc="8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550" b="1" i="1" spc="-10" dirty="0">
                <a:solidFill>
                  <a:srgbClr val="404040"/>
                </a:solidFill>
                <a:latin typeface="Century Gothic"/>
                <a:cs typeface="Century Gothic"/>
              </a:rPr>
              <a:t>Tactical</a:t>
            </a:r>
            <a:endParaRPr sz="1550">
              <a:latin typeface="Century Gothic"/>
              <a:cs typeface="Century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28675" y="8453373"/>
            <a:ext cx="16661765" cy="424180"/>
            <a:chOff x="828675" y="8453373"/>
            <a:chExt cx="16661765" cy="424180"/>
          </a:xfrm>
        </p:grpSpPr>
        <p:sp>
          <p:nvSpPr>
            <p:cNvPr id="22" name="object 22"/>
            <p:cNvSpPr/>
            <p:nvPr/>
          </p:nvSpPr>
          <p:spPr>
            <a:xfrm>
              <a:off x="828675" y="8477249"/>
              <a:ext cx="16287750" cy="400050"/>
            </a:xfrm>
            <a:custGeom>
              <a:avLst/>
              <a:gdLst/>
              <a:ahLst/>
              <a:cxnLst/>
              <a:rect l="l" t="t" r="r" b="b"/>
              <a:pathLst>
                <a:path w="16287750" h="400050">
                  <a:moveTo>
                    <a:pt x="16287750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16287750" y="400050"/>
                  </a:lnTo>
                  <a:lnTo>
                    <a:pt x="16287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3437" y="8453373"/>
              <a:ext cx="16656685" cy="76200"/>
            </a:xfrm>
            <a:custGeom>
              <a:avLst/>
              <a:gdLst/>
              <a:ahLst/>
              <a:cxnLst/>
              <a:rect l="l" t="t" r="r" b="b"/>
              <a:pathLst>
                <a:path w="16656685" h="76200">
                  <a:moveTo>
                    <a:pt x="16580421" y="0"/>
                  </a:moveTo>
                  <a:lnTo>
                    <a:pt x="16580421" y="76200"/>
                  </a:lnTo>
                  <a:lnTo>
                    <a:pt x="16643921" y="44450"/>
                  </a:lnTo>
                  <a:lnTo>
                    <a:pt x="16593375" y="44450"/>
                  </a:lnTo>
                  <a:lnTo>
                    <a:pt x="16593375" y="31750"/>
                  </a:lnTo>
                  <a:lnTo>
                    <a:pt x="16643921" y="31750"/>
                  </a:lnTo>
                  <a:lnTo>
                    <a:pt x="16580421" y="0"/>
                  </a:lnTo>
                  <a:close/>
                </a:path>
                <a:path w="16656685" h="76200">
                  <a:moveTo>
                    <a:pt x="1658042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6580421" y="44450"/>
                  </a:lnTo>
                  <a:lnTo>
                    <a:pt x="16580421" y="31750"/>
                  </a:lnTo>
                  <a:close/>
                </a:path>
                <a:path w="16656685" h="76200">
                  <a:moveTo>
                    <a:pt x="16643921" y="31750"/>
                  </a:moveTo>
                  <a:lnTo>
                    <a:pt x="16593375" y="31750"/>
                  </a:lnTo>
                  <a:lnTo>
                    <a:pt x="16593375" y="44450"/>
                  </a:lnTo>
                  <a:lnTo>
                    <a:pt x="16643921" y="44450"/>
                  </a:lnTo>
                  <a:lnTo>
                    <a:pt x="16656621" y="38100"/>
                  </a:lnTo>
                  <a:lnTo>
                    <a:pt x="16643921" y="31750"/>
                  </a:lnTo>
                  <a:close/>
                </a:path>
              </a:pathLst>
            </a:custGeom>
            <a:solidFill>
              <a:srgbClr val="A9A8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516245" y="3463226"/>
            <a:ext cx="4963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entury Gothic"/>
                <a:cs typeface="Century Gothic"/>
              </a:rPr>
              <a:t>Cost</a:t>
            </a:r>
            <a:r>
              <a:rPr sz="2400" b="1" i="1" spc="-60" dirty="0">
                <a:latin typeface="Century Gothic"/>
                <a:cs typeface="Century Gothic"/>
              </a:rPr>
              <a:t> </a:t>
            </a:r>
            <a:r>
              <a:rPr sz="2400" b="1" i="1" dirty="0">
                <a:latin typeface="Century Gothic"/>
                <a:cs typeface="Century Gothic"/>
              </a:rPr>
              <a:t>Takeout</a:t>
            </a:r>
            <a:r>
              <a:rPr sz="2400" b="1" i="1" spc="-50" dirty="0">
                <a:latin typeface="Century Gothic"/>
                <a:cs typeface="Century Gothic"/>
              </a:rPr>
              <a:t> </a:t>
            </a:r>
            <a:r>
              <a:rPr sz="2400" b="1" i="1" dirty="0">
                <a:latin typeface="Century Gothic"/>
                <a:cs typeface="Century Gothic"/>
              </a:rPr>
              <a:t>Journey</a:t>
            </a:r>
            <a:r>
              <a:rPr sz="2400" b="1" i="1" spc="25" dirty="0">
                <a:latin typeface="Century Gothic"/>
                <a:cs typeface="Century Gothic"/>
              </a:rPr>
              <a:t> </a:t>
            </a:r>
            <a:r>
              <a:rPr sz="2400" b="1" i="1" spc="-10" dirty="0">
                <a:latin typeface="Century Gothic"/>
                <a:cs typeface="Century Gothic"/>
              </a:rPr>
              <a:t>Progression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44878" y="6670188"/>
            <a:ext cx="1666875" cy="11055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1295"/>
              </a:spcBef>
            </a:pPr>
            <a:r>
              <a:rPr sz="2250" b="1" dirty="0">
                <a:solidFill>
                  <a:srgbClr val="00338D"/>
                </a:solidFill>
                <a:latin typeface="Century Gothic"/>
                <a:cs typeface="Century Gothic"/>
              </a:rPr>
              <a:t>0</a:t>
            </a:r>
            <a:r>
              <a:rPr sz="225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250" b="1" dirty="0">
                <a:solidFill>
                  <a:srgbClr val="00338D"/>
                </a:solidFill>
                <a:latin typeface="Century Gothic"/>
                <a:cs typeface="Century Gothic"/>
              </a:rPr>
              <a:t>-</a:t>
            </a:r>
            <a:r>
              <a:rPr sz="225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25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10%</a:t>
            </a:r>
            <a:endParaRPr sz="225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1550" b="1" i="1" dirty="0">
                <a:solidFill>
                  <a:srgbClr val="404040"/>
                </a:solidFill>
                <a:latin typeface="Century Gothic"/>
                <a:cs typeface="Century Gothic"/>
              </a:rPr>
              <a:t>Eliminate</a:t>
            </a:r>
            <a:r>
              <a:rPr sz="1550" b="1" i="1" spc="6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550" b="1" i="1" spc="-10" dirty="0">
                <a:solidFill>
                  <a:srgbClr val="404040"/>
                </a:solidFill>
                <a:latin typeface="Century Gothic"/>
                <a:cs typeface="Century Gothic"/>
              </a:rPr>
              <a:t>reserve</a:t>
            </a:r>
            <a:endParaRPr sz="1550">
              <a:latin typeface="Century Gothic"/>
              <a:cs typeface="Century Gothic"/>
            </a:endParaRPr>
          </a:p>
          <a:p>
            <a:pPr marL="6350" algn="ctr">
              <a:lnSpc>
                <a:spcPct val="100000"/>
              </a:lnSpc>
              <a:spcBef>
                <a:spcPts val="15"/>
              </a:spcBef>
            </a:pPr>
            <a:r>
              <a:rPr sz="1550" b="1" i="1" spc="-10" dirty="0">
                <a:solidFill>
                  <a:srgbClr val="404040"/>
                </a:solidFill>
                <a:latin typeface="Century Gothic"/>
                <a:cs typeface="Century Gothic"/>
              </a:rPr>
              <a:t>capacity</a:t>
            </a:r>
            <a:endParaRPr sz="155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66605" y="7129843"/>
            <a:ext cx="262890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6055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Optimise</a:t>
            </a:r>
            <a:r>
              <a:rPr sz="1800" spc="-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Sourcing</a:t>
            </a:r>
            <a:endParaRPr sz="1800">
              <a:latin typeface="Century Gothic"/>
              <a:cs typeface="Century Gothic"/>
            </a:endParaRPr>
          </a:p>
          <a:p>
            <a:pPr marL="186055" indent="-17335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186055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Service</a:t>
            </a:r>
            <a:r>
              <a:rPr sz="18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Differentiation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658725" y="6267830"/>
            <a:ext cx="463867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6610" indent="-17399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816610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Optimise</a:t>
            </a:r>
            <a:r>
              <a:rPr sz="1800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Delivery</a:t>
            </a:r>
            <a:r>
              <a:rPr sz="1800" spc="-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entury Gothic"/>
                <a:cs typeface="Century Gothic"/>
              </a:rPr>
              <a:t>Model</a:t>
            </a:r>
            <a:endParaRPr sz="1800">
              <a:latin typeface="Century Gothic"/>
              <a:cs typeface="Century Gothic"/>
            </a:endParaRPr>
          </a:p>
          <a:p>
            <a:pPr marL="816610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(Outsourcing)</a:t>
            </a:r>
            <a:endParaRPr sz="1800">
              <a:latin typeface="Century Gothic"/>
              <a:cs typeface="Century Gothic"/>
            </a:endParaRPr>
          </a:p>
          <a:p>
            <a:pPr marL="816610" marR="1683385" indent="-174625">
              <a:lnSpc>
                <a:spcPct val="100800"/>
              </a:lnSpc>
              <a:spcBef>
                <a:spcPts val="5"/>
              </a:spcBef>
              <a:buFont typeface="Arial"/>
              <a:buChar char="•"/>
              <a:tabLst>
                <a:tab pos="816610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Achieve</a:t>
            </a:r>
            <a:r>
              <a:rPr sz="1800" spc="-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Optimised Automation</a:t>
            </a:r>
            <a:endParaRPr sz="1800">
              <a:latin typeface="Century Gothic"/>
              <a:cs typeface="Century Gothic"/>
            </a:endParaRPr>
          </a:p>
          <a:p>
            <a:pPr marL="816610" indent="-173990">
              <a:lnSpc>
                <a:spcPts val="2130"/>
              </a:lnSpc>
              <a:spcBef>
                <a:spcPts val="15"/>
              </a:spcBef>
              <a:buFont typeface="Arial"/>
              <a:buChar char="•"/>
              <a:tabLst>
                <a:tab pos="816610" algn="l"/>
              </a:tabLst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Optimise</a:t>
            </a:r>
            <a:r>
              <a:rPr sz="18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IT</a:t>
            </a:r>
            <a:r>
              <a:rPr sz="18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Target</a:t>
            </a:r>
            <a:r>
              <a:rPr sz="1800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Operating</a:t>
            </a:r>
            <a:endParaRPr sz="1800">
              <a:latin typeface="Century Gothic"/>
              <a:cs typeface="Century Gothic"/>
            </a:endParaRPr>
          </a:p>
          <a:p>
            <a:pPr marL="816610">
              <a:lnSpc>
                <a:spcPts val="2130"/>
              </a:lnSpc>
            </a:pPr>
            <a:r>
              <a:rPr sz="1800" spc="-10" dirty="0">
                <a:solidFill>
                  <a:srgbClr val="FFFFFF"/>
                </a:solidFill>
                <a:latin typeface="Century Gothic"/>
                <a:cs typeface="Century Gothic"/>
              </a:rPr>
              <a:t>Model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33450" y="7096125"/>
            <a:ext cx="7181850" cy="1524000"/>
            <a:chOff x="933450" y="7096125"/>
            <a:chExt cx="7181850" cy="1524000"/>
          </a:xfrm>
        </p:grpSpPr>
        <p:sp>
          <p:nvSpPr>
            <p:cNvPr id="29" name="object 29"/>
            <p:cNvSpPr/>
            <p:nvPr/>
          </p:nvSpPr>
          <p:spPr>
            <a:xfrm>
              <a:off x="933450" y="8334375"/>
              <a:ext cx="304800" cy="285750"/>
            </a:xfrm>
            <a:custGeom>
              <a:avLst/>
              <a:gdLst/>
              <a:ahLst/>
              <a:cxnLst/>
              <a:rect l="l" t="t" r="r" b="b"/>
              <a:pathLst>
                <a:path w="304800" h="285750">
                  <a:moveTo>
                    <a:pt x="152400" y="0"/>
                  </a:moveTo>
                  <a:lnTo>
                    <a:pt x="104231" y="7287"/>
                  </a:lnTo>
                  <a:lnTo>
                    <a:pt x="62396" y="27578"/>
                  </a:lnTo>
                  <a:lnTo>
                    <a:pt x="29405" y="58512"/>
                  </a:lnTo>
                  <a:lnTo>
                    <a:pt x="7769" y="97731"/>
                  </a:lnTo>
                  <a:lnTo>
                    <a:pt x="0" y="142875"/>
                  </a:lnTo>
                  <a:lnTo>
                    <a:pt x="7769" y="188018"/>
                  </a:lnTo>
                  <a:lnTo>
                    <a:pt x="29405" y="227237"/>
                  </a:lnTo>
                  <a:lnTo>
                    <a:pt x="62396" y="258171"/>
                  </a:lnTo>
                  <a:lnTo>
                    <a:pt x="104231" y="278462"/>
                  </a:lnTo>
                  <a:lnTo>
                    <a:pt x="152400" y="285750"/>
                  </a:lnTo>
                  <a:lnTo>
                    <a:pt x="200568" y="278462"/>
                  </a:lnTo>
                  <a:lnTo>
                    <a:pt x="242403" y="258171"/>
                  </a:lnTo>
                  <a:lnTo>
                    <a:pt x="275394" y="227237"/>
                  </a:lnTo>
                  <a:lnTo>
                    <a:pt x="297030" y="188018"/>
                  </a:lnTo>
                  <a:lnTo>
                    <a:pt x="304800" y="142875"/>
                  </a:lnTo>
                  <a:lnTo>
                    <a:pt x="297030" y="97731"/>
                  </a:lnTo>
                  <a:lnTo>
                    <a:pt x="275394" y="58512"/>
                  </a:lnTo>
                  <a:lnTo>
                    <a:pt x="242403" y="27578"/>
                  </a:lnTo>
                  <a:lnTo>
                    <a:pt x="200568" y="728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8B8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71875" y="7096125"/>
              <a:ext cx="4543425" cy="1276350"/>
            </a:xfrm>
            <a:custGeom>
              <a:avLst/>
              <a:gdLst/>
              <a:ahLst/>
              <a:cxnLst/>
              <a:rect l="l" t="t" r="r" b="b"/>
              <a:pathLst>
                <a:path w="4543425" h="1276350">
                  <a:moveTo>
                    <a:pt x="4543425" y="0"/>
                  </a:moveTo>
                  <a:lnTo>
                    <a:pt x="0" y="1276350"/>
                  </a:lnTo>
                  <a:lnTo>
                    <a:pt x="4543425" y="1276350"/>
                  </a:lnTo>
                  <a:lnTo>
                    <a:pt x="4543425" y="0"/>
                  </a:lnTo>
                  <a:close/>
                </a:path>
              </a:pathLst>
            </a:custGeom>
            <a:solidFill>
              <a:srgbClr val="217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569584" y="7565453"/>
            <a:ext cx="2360295" cy="1000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69240" algn="l"/>
              </a:tabLst>
            </a:pPr>
            <a:r>
              <a:rPr sz="1550" dirty="0">
                <a:solidFill>
                  <a:srgbClr val="FFFFFF"/>
                </a:solidFill>
                <a:latin typeface="Century Gothic"/>
                <a:cs typeface="Century Gothic"/>
              </a:rPr>
              <a:t>Restructure</a:t>
            </a:r>
            <a:r>
              <a:rPr sz="1550" spc="2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Century Gothic"/>
                <a:cs typeface="Century Gothic"/>
              </a:rPr>
              <a:t>projects</a:t>
            </a:r>
            <a:endParaRPr sz="155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69240" algn="l"/>
              </a:tabLst>
            </a:pPr>
            <a:r>
              <a:rPr sz="1550" dirty="0">
                <a:solidFill>
                  <a:srgbClr val="FFFFFF"/>
                </a:solidFill>
                <a:latin typeface="Century Gothic"/>
                <a:cs typeface="Century Gothic"/>
              </a:rPr>
              <a:t>Reduce</a:t>
            </a:r>
            <a:r>
              <a:rPr sz="1550" spc="1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Century Gothic"/>
                <a:cs typeface="Century Gothic"/>
              </a:rPr>
              <a:t>contractors</a:t>
            </a:r>
            <a:endParaRPr sz="155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69240" algn="l"/>
              </a:tabLst>
            </a:pPr>
            <a:r>
              <a:rPr sz="1550" dirty="0">
                <a:solidFill>
                  <a:srgbClr val="FFFFFF"/>
                </a:solidFill>
                <a:latin typeface="Century Gothic"/>
                <a:cs typeface="Century Gothic"/>
              </a:rPr>
              <a:t>Freeze</a:t>
            </a:r>
            <a:r>
              <a:rPr sz="1550" spc="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Century Gothic"/>
                <a:cs typeface="Century Gothic"/>
              </a:rPr>
              <a:t>new</a:t>
            </a:r>
            <a:r>
              <a:rPr sz="1550" spc="1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Century Gothic"/>
                <a:cs typeface="Century Gothic"/>
              </a:rPr>
              <a:t>&amp;</a:t>
            </a:r>
            <a:r>
              <a:rPr sz="1550" spc="1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Century Gothic"/>
                <a:cs typeface="Century Gothic"/>
              </a:rPr>
              <a:t>backfill</a:t>
            </a:r>
            <a:endParaRPr sz="1550">
              <a:latin typeface="Century Gothic"/>
              <a:cs typeface="Century Gothic"/>
            </a:endParaRPr>
          </a:p>
          <a:p>
            <a:pPr marL="269875">
              <a:lnSpc>
                <a:spcPct val="100000"/>
              </a:lnSpc>
              <a:spcBef>
                <a:spcPts val="90"/>
              </a:spcBef>
            </a:pPr>
            <a:r>
              <a:rPr sz="1550" spc="-10" dirty="0">
                <a:solidFill>
                  <a:srgbClr val="FFFFFF"/>
                </a:solidFill>
                <a:latin typeface="Century Gothic"/>
                <a:cs typeface="Century Gothic"/>
              </a:rPr>
              <a:t>hiring</a:t>
            </a:r>
            <a:endParaRPr sz="1550">
              <a:latin typeface="Century Gothic"/>
              <a:cs typeface="Century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743075" y="3628961"/>
            <a:ext cx="10768330" cy="3562985"/>
            <a:chOff x="1743075" y="3628961"/>
            <a:chExt cx="10768330" cy="3562985"/>
          </a:xfrm>
        </p:grpSpPr>
        <p:sp>
          <p:nvSpPr>
            <p:cNvPr id="33" name="object 33"/>
            <p:cNvSpPr/>
            <p:nvPr/>
          </p:nvSpPr>
          <p:spPr>
            <a:xfrm>
              <a:off x="7991475" y="6915150"/>
              <a:ext cx="314325" cy="276225"/>
            </a:xfrm>
            <a:custGeom>
              <a:avLst/>
              <a:gdLst/>
              <a:ahLst/>
              <a:cxnLst/>
              <a:rect l="l" t="t" r="r" b="b"/>
              <a:pathLst>
                <a:path w="314325" h="276225">
                  <a:moveTo>
                    <a:pt x="157225" y="0"/>
                  </a:moveTo>
                  <a:lnTo>
                    <a:pt x="107517" y="7041"/>
                  </a:lnTo>
                  <a:lnTo>
                    <a:pt x="64355" y="26647"/>
                  </a:lnTo>
                  <a:lnTo>
                    <a:pt x="30325" y="56537"/>
                  </a:lnTo>
                  <a:lnTo>
                    <a:pt x="8012" y="94431"/>
                  </a:lnTo>
                  <a:lnTo>
                    <a:pt x="0" y="138049"/>
                  </a:lnTo>
                  <a:lnTo>
                    <a:pt x="8012" y="181728"/>
                  </a:lnTo>
                  <a:lnTo>
                    <a:pt x="30325" y="219660"/>
                  </a:lnTo>
                  <a:lnTo>
                    <a:pt x="64355" y="249569"/>
                  </a:lnTo>
                  <a:lnTo>
                    <a:pt x="107517" y="269182"/>
                  </a:lnTo>
                  <a:lnTo>
                    <a:pt x="157225" y="276225"/>
                  </a:lnTo>
                  <a:lnTo>
                    <a:pt x="206872" y="269182"/>
                  </a:lnTo>
                  <a:lnTo>
                    <a:pt x="249996" y="249569"/>
                  </a:lnTo>
                  <a:lnTo>
                    <a:pt x="284007" y="219660"/>
                  </a:lnTo>
                  <a:lnTo>
                    <a:pt x="306313" y="181728"/>
                  </a:lnTo>
                  <a:lnTo>
                    <a:pt x="314325" y="138049"/>
                  </a:lnTo>
                  <a:lnTo>
                    <a:pt x="306313" y="94431"/>
                  </a:lnTo>
                  <a:lnTo>
                    <a:pt x="284007" y="56537"/>
                  </a:lnTo>
                  <a:lnTo>
                    <a:pt x="249996" y="26647"/>
                  </a:lnTo>
                  <a:lnTo>
                    <a:pt x="206872" y="7041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B8B8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8800" y="3628961"/>
              <a:ext cx="10682351" cy="122396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075" y="3914711"/>
              <a:ext cx="9739376" cy="72866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881251" y="3700398"/>
              <a:ext cx="10525125" cy="1029335"/>
            </a:xfrm>
            <a:custGeom>
              <a:avLst/>
              <a:gdLst/>
              <a:ahLst/>
              <a:cxnLst/>
              <a:rect l="l" t="t" r="r" b="b"/>
              <a:pathLst>
                <a:path w="10525125" h="1029335">
                  <a:moveTo>
                    <a:pt x="10010775" y="0"/>
                  </a:moveTo>
                  <a:lnTo>
                    <a:pt x="10010775" y="257301"/>
                  </a:lnTo>
                  <a:lnTo>
                    <a:pt x="0" y="257301"/>
                  </a:lnTo>
                  <a:lnTo>
                    <a:pt x="0" y="771525"/>
                  </a:lnTo>
                  <a:lnTo>
                    <a:pt x="10010775" y="771525"/>
                  </a:lnTo>
                  <a:lnTo>
                    <a:pt x="10010775" y="1028826"/>
                  </a:lnTo>
                  <a:lnTo>
                    <a:pt x="10525125" y="514476"/>
                  </a:lnTo>
                  <a:lnTo>
                    <a:pt x="100107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81251" y="3700398"/>
              <a:ext cx="10525125" cy="1029335"/>
            </a:xfrm>
            <a:custGeom>
              <a:avLst/>
              <a:gdLst/>
              <a:ahLst/>
              <a:cxnLst/>
              <a:rect l="l" t="t" r="r" b="b"/>
              <a:pathLst>
                <a:path w="10525125" h="1029335">
                  <a:moveTo>
                    <a:pt x="0" y="257301"/>
                  </a:moveTo>
                  <a:lnTo>
                    <a:pt x="10010775" y="257301"/>
                  </a:lnTo>
                  <a:lnTo>
                    <a:pt x="10010775" y="0"/>
                  </a:lnTo>
                  <a:lnTo>
                    <a:pt x="10525125" y="514476"/>
                  </a:lnTo>
                  <a:lnTo>
                    <a:pt x="10010775" y="1028826"/>
                  </a:lnTo>
                  <a:lnTo>
                    <a:pt x="10010775" y="771525"/>
                  </a:lnTo>
                  <a:lnTo>
                    <a:pt x="0" y="771525"/>
                  </a:lnTo>
                  <a:lnTo>
                    <a:pt x="0" y="25730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945004" y="4019867"/>
            <a:ext cx="930529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dirty="0">
                <a:solidFill>
                  <a:srgbClr val="FFFFFF"/>
                </a:solidFill>
                <a:latin typeface="Century Gothic"/>
                <a:cs typeface="Century Gothic"/>
              </a:rPr>
              <a:t>Create</a:t>
            </a:r>
            <a:r>
              <a:rPr sz="2250" spc="-9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dirty="0">
                <a:solidFill>
                  <a:srgbClr val="FFFFFF"/>
                </a:solidFill>
                <a:latin typeface="Century Gothic"/>
                <a:cs typeface="Century Gothic"/>
              </a:rPr>
              <a:t>budget</a:t>
            </a:r>
            <a:r>
              <a:rPr sz="2250" spc="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dirty="0">
                <a:solidFill>
                  <a:srgbClr val="FFFFFF"/>
                </a:solidFill>
                <a:latin typeface="Century Gothic"/>
                <a:cs typeface="Century Gothic"/>
              </a:rPr>
              <a:t>capacity</a:t>
            </a:r>
            <a:r>
              <a:rPr sz="2250" spc="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2250" spc="-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dirty="0">
                <a:solidFill>
                  <a:srgbClr val="FFFFFF"/>
                </a:solidFill>
                <a:latin typeface="Century Gothic"/>
                <a:cs typeface="Century Gothic"/>
              </a:rPr>
              <a:t>fund</a:t>
            </a:r>
            <a:r>
              <a:rPr sz="2250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dirty="0">
                <a:solidFill>
                  <a:srgbClr val="FFFFFF"/>
                </a:solidFill>
                <a:latin typeface="Century Gothic"/>
                <a:cs typeface="Century Gothic"/>
              </a:rPr>
              <a:t>structural</a:t>
            </a:r>
            <a:r>
              <a:rPr sz="2250" spc="-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50" dirty="0">
                <a:solidFill>
                  <a:srgbClr val="FFFFFF"/>
                </a:solidFill>
                <a:latin typeface="Century Gothic"/>
                <a:cs typeface="Century Gothic"/>
              </a:rPr>
              <a:t>transformation</a:t>
            </a:r>
            <a:r>
              <a:rPr sz="2250" spc="-10" dirty="0">
                <a:solidFill>
                  <a:srgbClr val="FFFFFF"/>
                </a:solidFill>
                <a:latin typeface="Century Gothic"/>
                <a:cs typeface="Century Gothic"/>
              </a:rPr>
              <a:t> initiatives</a:t>
            </a:r>
            <a:endParaRPr sz="2250">
              <a:latin typeface="Century Gothic"/>
              <a:cs typeface="Century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171575" y="6038850"/>
            <a:ext cx="17087850" cy="3076575"/>
            <a:chOff x="1171575" y="6038850"/>
            <a:chExt cx="17087850" cy="3076575"/>
          </a:xfrm>
        </p:grpSpPr>
        <p:sp>
          <p:nvSpPr>
            <p:cNvPr id="40" name="object 40"/>
            <p:cNvSpPr/>
            <p:nvPr/>
          </p:nvSpPr>
          <p:spPr>
            <a:xfrm>
              <a:off x="17259300" y="6038850"/>
              <a:ext cx="1000125" cy="2419350"/>
            </a:xfrm>
            <a:custGeom>
              <a:avLst/>
              <a:gdLst/>
              <a:ahLst/>
              <a:cxnLst/>
              <a:rect l="l" t="t" r="r" b="b"/>
              <a:pathLst>
                <a:path w="1000125" h="2419350">
                  <a:moveTo>
                    <a:pt x="1000125" y="0"/>
                  </a:moveTo>
                  <a:lnTo>
                    <a:pt x="0" y="0"/>
                  </a:lnTo>
                  <a:lnTo>
                    <a:pt x="0" y="2419350"/>
                  </a:lnTo>
                  <a:lnTo>
                    <a:pt x="1000125" y="2419350"/>
                  </a:lnTo>
                  <a:lnTo>
                    <a:pt x="1000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90625" y="8696325"/>
              <a:ext cx="16068675" cy="400050"/>
            </a:xfrm>
            <a:custGeom>
              <a:avLst/>
              <a:gdLst/>
              <a:ahLst/>
              <a:cxnLst/>
              <a:rect l="l" t="t" r="r" b="b"/>
              <a:pathLst>
                <a:path w="16068675" h="400050">
                  <a:moveTo>
                    <a:pt x="11334750" y="0"/>
                  </a:moveTo>
                  <a:lnTo>
                    <a:pt x="11332122" y="77866"/>
                  </a:lnTo>
                  <a:lnTo>
                    <a:pt x="11324971" y="141446"/>
                  </a:lnTo>
                  <a:lnTo>
                    <a:pt x="11314390" y="184308"/>
                  </a:lnTo>
                  <a:lnTo>
                    <a:pt x="11301476" y="200025"/>
                  </a:lnTo>
                  <a:lnTo>
                    <a:pt x="5700649" y="200025"/>
                  </a:lnTo>
                  <a:lnTo>
                    <a:pt x="5687734" y="215741"/>
                  </a:lnTo>
                  <a:lnTo>
                    <a:pt x="5677154" y="258603"/>
                  </a:lnTo>
                  <a:lnTo>
                    <a:pt x="5670002" y="322183"/>
                  </a:lnTo>
                  <a:lnTo>
                    <a:pt x="5667375" y="400050"/>
                  </a:lnTo>
                  <a:lnTo>
                    <a:pt x="5664747" y="322183"/>
                  </a:lnTo>
                  <a:lnTo>
                    <a:pt x="5657596" y="258603"/>
                  </a:lnTo>
                  <a:lnTo>
                    <a:pt x="5647015" y="215741"/>
                  </a:lnTo>
                  <a:lnTo>
                    <a:pt x="5634101" y="200025"/>
                  </a:lnTo>
                  <a:lnTo>
                    <a:pt x="33337" y="200025"/>
                  </a:lnTo>
                  <a:lnTo>
                    <a:pt x="20359" y="184308"/>
                  </a:lnTo>
                  <a:lnTo>
                    <a:pt x="9763" y="141446"/>
                  </a:lnTo>
                  <a:lnTo>
                    <a:pt x="2619" y="77866"/>
                  </a:lnTo>
                  <a:lnTo>
                    <a:pt x="0" y="0"/>
                  </a:lnTo>
                </a:path>
                <a:path w="16068675" h="400050">
                  <a:moveTo>
                    <a:pt x="16068675" y="0"/>
                  </a:moveTo>
                  <a:lnTo>
                    <a:pt x="16066047" y="77866"/>
                  </a:lnTo>
                  <a:lnTo>
                    <a:pt x="16058896" y="141446"/>
                  </a:lnTo>
                  <a:lnTo>
                    <a:pt x="16048315" y="184308"/>
                  </a:lnTo>
                  <a:lnTo>
                    <a:pt x="16035401" y="200025"/>
                  </a:lnTo>
                  <a:lnTo>
                    <a:pt x="13811250" y="200025"/>
                  </a:lnTo>
                  <a:lnTo>
                    <a:pt x="13798282" y="215741"/>
                  </a:lnTo>
                  <a:lnTo>
                    <a:pt x="13787707" y="258603"/>
                  </a:lnTo>
                  <a:lnTo>
                    <a:pt x="13780585" y="322183"/>
                  </a:lnTo>
                  <a:lnTo>
                    <a:pt x="13777976" y="400050"/>
                  </a:lnTo>
                  <a:lnTo>
                    <a:pt x="13775346" y="322183"/>
                  </a:lnTo>
                  <a:lnTo>
                    <a:pt x="13768181" y="258603"/>
                  </a:lnTo>
                  <a:lnTo>
                    <a:pt x="13757562" y="215741"/>
                  </a:lnTo>
                  <a:lnTo>
                    <a:pt x="13744575" y="200025"/>
                  </a:lnTo>
                  <a:lnTo>
                    <a:pt x="11520424" y="200025"/>
                  </a:lnTo>
                  <a:lnTo>
                    <a:pt x="11507509" y="184308"/>
                  </a:lnTo>
                  <a:lnTo>
                    <a:pt x="11496929" y="141446"/>
                  </a:lnTo>
                  <a:lnTo>
                    <a:pt x="11489777" y="77866"/>
                  </a:lnTo>
                  <a:lnTo>
                    <a:pt x="11487150" y="0"/>
                  </a:lnTo>
                </a:path>
              </a:pathLst>
            </a:custGeom>
            <a:ln w="38100">
              <a:solidFill>
                <a:srgbClr val="5253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2199366" y="9184957"/>
            <a:ext cx="5334000" cy="8528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</a:pPr>
            <a:r>
              <a:rPr sz="1800" b="1" dirty="0">
                <a:solidFill>
                  <a:srgbClr val="2F2F2F"/>
                </a:solidFill>
                <a:latin typeface="Century Gothic"/>
                <a:cs typeface="Century Gothic"/>
              </a:rPr>
              <a:t>Structural</a:t>
            </a:r>
            <a:r>
              <a:rPr sz="1800" b="1" spc="-15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2F2F2F"/>
                </a:solidFill>
                <a:latin typeface="Century Gothic"/>
                <a:cs typeface="Century Gothic"/>
              </a:rPr>
              <a:t>levers:</a:t>
            </a:r>
            <a:r>
              <a:rPr sz="1800" b="1" spc="395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Capability</a:t>
            </a:r>
            <a:r>
              <a:rPr sz="1800" spc="-80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development,</a:t>
            </a:r>
            <a:r>
              <a:rPr sz="1800" spc="-65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entury Gothic"/>
                <a:cs typeface="Century Gothic"/>
              </a:rPr>
              <a:t>likely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requires</a:t>
            </a:r>
            <a:r>
              <a:rPr sz="1800" spc="-45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time</a:t>
            </a:r>
            <a:r>
              <a:rPr sz="1800" spc="-60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and</a:t>
            </a:r>
            <a:r>
              <a:rPr sz="1800" spc="20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entury Gothic"/>
                <a:cs typeface="Century Gothic"/>
              </a:rPr>
              <a:t>investment,</a:t>
            </a:r>
            <a:r>
              <a:rPr sz="1800" spc="-60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and</a:t>
            </a:r>
            <a:r>
              <a:rPr sz="1800" spc="-50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results</a:t>
            </a:r>
            <a:r>
              <a:rPr sz="1800" spc="-40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F2F2F"/>
                </a:solidFill>
                <a:latin typeface="Century Gothic"/>
                <a:cs typeface="Century Gothic"/>
              </a:rPr>
              <a:t>in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significant</a:t>
            </a:r>
            <a:r>
              <a:rPr sz="1800" spc="-65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changes</a:t>
            </a:r>
            <a:r>
              <a:rPr sz="1800" spc="-75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in</a:t>
            </a:r>
            <a:r>
              <a:rPr sz="1800" spc="-35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F2F2F"/>
                </a:solidFill>
                <a:latin typeface="Century Gothic"/>
                <a:cs typeface="Century Gothic"/>
              </a:rPr>
              <a:t>cost</a:t>
            </a:r>
            <a:r>
              <a:rPr sz="1800" spc="-60" dirty="0">
                <a:solidFill>
                  <a:srgbClr val="2F2F2F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F2F2F"/>
                </a:solidFill>
                <a:latin typeface="Century Gothic"/>
                <a:cs typeface="Century Gothic"/>
              </a:rPr>
              <a:t>structure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613660" y="9202737"/>
            <a:ext cx="7792084" cy="5765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</a:pPr>
            <a:r>
              <a:rPr sz="1800" b="1" dirty="0">
                <a:solidFill>
                  <a:srgbClr val="52535B"/>
                </a:solidFill>
                <a:latin typeface="Century Gothic"/>
                <a:cs typeface="Century Gothic"/>
              </a:rPr>
              <a:t>Tactical</a:t>
            </a:r>
            <a:r>
              <a:rPr sz="1800" b="1" spc="-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52535B"/>
                </a:solidFill>
                <a:latin typeface="Century Gothic"/>
                <a:cs typeface="Century Gothic"/>
              </a:rPr>
              <a:t>levers:</a:t>
            </a:r>
            <a:r>
              <a:rPr sz="1800" b="1" spc="-7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Generate</a:t>
            </a:r>
            <a:r>
              <a:rPr sz="1800" spc="-6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ongoing</a:t>
            </a:r>
            <a:r>
              <a:rPr sz="180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efficiencies</a:t>
            </a:r>
            <a:r>
              <a:rPr sz="18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r>
              <a:rPr sz="18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cost</a:t>
            </a:r>
            <a:r>
              <a:rPr sz="180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benefits</a:t>
            </a:r>
            <a:r>
              <a:rPr sz="18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in</a:t>
            </a:r>
            <a:r>
              <a:rPr sz="180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52535B"/>
                </a:solidFill>
                <a:latin typeface="Century Gothic"/>
                <a:cs typeface="Century Gothic"/>
              </a:rPr>
              <a:t>the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near</a:t>
            </a:r>
            <a:r>
              <a:rPr sz="1800" spc="-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term</a:t>
            </a:r>
            <a:r>
              <a:rPr sz="18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with</a:t>
            </a:r>
            <a:r>
              <a:rPr sz="180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impacts</a:t>
            </a:r>
            <a:r>
              <a:rPr sz="1800" spc="-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typically</a:t>
            </a:r>
            <a:r>
              <a:rPr sz="1800" spc="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limited</a:t>
            </a:r>
            <a:r>
              <a:rPr sz="18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to</a:t>
            </a:r>
            <a:r>
              <a:rPr sz="18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smaller</a:t>
            </a:r>
            <a:r>
              <a:rPr sz="1800" spc="-10" dirty="0">
                <a:solidFill>
                  <a:srgbClr val="52535B"/>
                </a:solidFill>
                <a:latin typeface="Century Gothic"/>
                <a:cs typeface="Century Gothic"/>
              </a:rPr>
              <a:t> scale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6597" y="8850094"/>
            <a:ext cx="530860" cy="1201420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algn="ctr">
              <a:lnSpc>
                <a:spcPts val="1964"/>
              </a:lnSpc>
              <a:spcBef>
                <a:spcPts val="110"/>
              </a:spcBef>
            </a:pPr>
            <a:r>
              <a:rPr sz="1650" b="1" i="1" dirty="0">
                <a:latin typeface="Century Gothic"/>
                <a:cs typeface="Century Gothic"/>
              </a:rPr>
              <a:t>Cost</a:t>
            </a:r>
            <a:r>
              <a:rPr sz="1650" b="1" i="1" spc="5" dirty="0">
                <a:latin typeface="Century Gothic"/>
                <a:cs typeface="Century Gothic"/>
              </a:rPr>
              <a:t> </a:t>
            </a:r>
            <a:r>
              <a:rPr sz="1650" b="1" i="1" spc="-10" dirty="0">
                <a:latin typeface="Century Gothic"/>
                <a:cs typeface="Century Gothic"/>
              </a:rPr>
              <a:t>saving</a:t>
            </a:r>
            <a:endParaRPr sz="1650">
              <a:latin typeface="Century Gothic"/>
              <a:cs typeface="Century Gothic"/>
            </a:endParaRPr>
          </a:p>
          <a:p>
            <a:pPr marL="635" algn="ctr">
              <a:lnSpc>
                <a:spcPts val="1964"/>
              </a:lnSpc>
            </a:pPr>
            <a:r>
              <a:rPr sz="1650" b="1" i="1" spc="-10" dirty="0">
                <a:latin typeface="Century Gothic"/>
                <a:cs typeface="Century Gothic"/>
              </a:rPr>
              <a:t>levers</a:t>
            </a:r>
            <a:endParaRPr sz="16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637" y="1301114"/>
            <a:ext cx="11807190" cy="769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Case</a:t>
            </a:r>
            <a:r>
              <a:rPr spc="105" dirty="0"/>
              <a:t> </a:t>
            </a:r>
            <a:r>
              <a:rPr dirty="0"/>
              <a:t>study:</a:t>
            </a:r>
            <a:r>
              <a:rPr spc="65" dirty="0"/>
              <a:t> </a:t>
            </a:r>
            <a:r>
              <a:rPr dirty="0"/>
              <a:t>Nigerian</a:t>
            </a:r>
            <a:r>
              <a:rPr spc="85" dirty="0"/>
              <a:t> </a:t>
            </a:r>
            <a:r>
              <a:rPr dirty="0"/>
              <a:t>Commercial</a:t>
            </a:r>
            <a:r>
              <a:rPr spc="65" dirty="0"/>
              <a:t> </a:t>
            </a:r>
            <a:r>
              <a:rPr spc="-20" dirty="0"/>
              <a:t>Bank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57050" y="226377"/>
            <a:ext cx="307276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solidFill>
                  <a:srgbClr val="A9A8AD"/>
                </a:solidFill>
                <a:latin typeface="Century Gothic"/>
                <a:cs typeface="Century Gothic"/>
              </a:rPr>
              <a:t>Methodology</a:t>
            </a:r>
            <a:r>
              <a:rPr sz="1700" spc="-6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A9A8AD"/>
                </a:solidFill>
                <a:latin typeface="Century Gothic"/>
                <a:cs typeface="Century Gothic"/>
              </a:rPr>
              <a:t>and</a:t>
            </a:r>
            <a:r>
              <a:rPr sz="1700" spc="-20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A9A8AD"/>
                </a:solidFill>
                <a:latin typeface="Century Gothic"/>
                <a:cs typeface="Century Gothic"/>
              </a:rPr>
              <a:t>Approach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017" y="1947480"/>
            <a:ext cx="17031335" cy="17703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100" b="1" dirty="0">
                <a:solidFill>
                  <a:srgbClr val="473697"/>
                </a:solidFill>
                <a:latin typeface="Century Gothic"/>
                <a:cs typeface="Century Gothic"/>
              </a:rPr>
              <a:t>Client</a:t>
            </a:r>
            <a:r>
              <a:rPr sz="2100" b="1" spc="-80" dirty="0">
                <a:solidFill>
                  <a:srgbClr val="473697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473697"/>
                </a:solidFill>
                <a:latin typeface="Century Gothic"/>
                <a:cs typeface="Century Gothic"/>
              </a:rPr>
              <a:t>challenge:</a:t>
            </a:r>
            <a:endParaRPr sz="2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2100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client</a:t>
            </a:r>
            <a:r>
              <a:rPr sz="2100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had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210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challenge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high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operating</a:t>
            </a:r>
            <a:r>
              <a:rPr sz="2100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2100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sought to</a:t>
            </a:r>
            <a:r>
              <a:rPr sz="2100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drive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2100" spc="9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optimisation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initiative</a:t>
            </a:r>
            <a:r>
              <a:rPr sz="210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focused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on</a:t>
            </a:r>
            <a:r>
              <a:rPr sz="21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technology</a:t>
            </a:r>
            <a:r>
              <a:rPr sz="210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spend.</a:t>
            </a:r>
            <a:r>
              <a:rPr sz="2100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endParaRPr sz="2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objective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was</a:t>
            </a:r>
            <a:r>
              <a:rPr sz="2100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identify</a:t>
            </a:r>
            <a:r>
              <a:rPr sz="210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key</a:t>
            </a:r>
            <a:r>
              <a:rPr sz="210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initiatives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reduce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210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bank’s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cost-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to-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income</a:t>
            </a:r>
            <a:r>
              <a:rPr sz="210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ratio</a:t>
            </a:r>
            <a:r>
              <a:rPr sz="2100" spc="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over</a:t>
            </a:r>
            <a:r>
              <a:rPr sz="2100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210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period..</a:t>
            </a:r>
            <a:endParaRPr sz="2100">
              <a:latin typeface="Century Gothic"/>
              <a:cs typeface="Century Gothic"/>
            </a:endParaRPr>
          </a:p>
          <a:p>
            <a:pPr marL="31750">
              <a:lnSpc>
                <a:spcPct val="100000"/>
              </a:lnSpc>
              <a:spcBef>
                <a:spcPts val="1610"/>
              </a:spcBef>
              <a:tabLst>
                <a:tab pos="10891520" algn="l"/>
              </a:tabLst>
            </a:pPr>
            <a:r>
              <a:rPr sz="2100" b="1" dirty="0">
                <a:solidFill>
                  <a:srgbClr val="473697"/>
                </a:solidFill>
                <a:latin typeface="Century Gothic"/>
                <a:cs typeface="Century Gothic"/>
              </a:rPr>
              <a:t>Scope</a:t>
            </a:r>
            <a:r>
              <a:rPr sz="2100" b="1" spc="-20" dirty="0">
                <a:solidFill>
                  <a:srgbClr val="473697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473697"/>
                </a:solidFill>
                <a:latin typeface="Century Gothic"/>
                <a:cs typeface="Century Gothic"/>
              </a:rPr>
              <a:t>of</a:t>
            </a:r>
            <a:r>
              <a:rPr sz="2100" b="1" spc="-5" dirty="0">
                <a:solidFill>
                  <a:srgbClr val="473697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473697"/>
                </a:solidFill>
                <a:latin typeface="Century Gothic"/>
                <a:cs typeface="Century Gothic"/>
              </a:rPr>
              <a:t>Services</a:t>
            </a:r>
            <a:r>
              <a:rPr sz="2100" b="1" dirty="0">
                <a:solidFill>
                  <a:srgbClr val="473697"/>
                </a:solidFill>
                <a:latin typeface="Century Gothic"/>
                <a:cs typeface="Century Gothic"/>
              </a:rPr>
              <a:t>	</a:t>
            </a:r>
            <a:r>
              <a:rPr sz="2100" b="1" spc="-10" dirty="0">
                <a:solidFill>
                  <a:srgbClr val="473697"/>
                </a:solidFill>
                <a:latin typeface="Century Gothic"/>
                <a:cs typeface="Century Gothic"/>
              </a:rPr>
              <a:t>Results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9645" y="3904932"/>
            <a:ext cx="7377430" cy="6257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1325" marR="5080" indent="-428625">
              <a:lnSpc>
                <a:spcPct val="100499"/>
              </a:lnSpc>
              <a:spcBef>
                <a:spcPts val="90"/>
              </a:spcBef>
              <a:buFont typeface="Arial"/>
              <a:buChar char="•"/>
              <a:tabLst>
                <a:tab pos="441325" algn="l"/>
              </a:tabLst>
            </a:pPr>
            <a:r>
              <a:rPr sz="2100" b="1" dirty="0">
                <a:solidFill>
                  <a:srgbClr val="54535A"/>
                </a:solidFill>
                <a:latin typeface="Century Gothic"/>
                <a:cs typeface="Century Gothic"/>
              </a:rPr>
              <a:t>Cost</a:t>
            </a:r>
            <a:r>
              <a:rPr sz="2100" b="1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54535A"/>
                </a:solidFill>
                <a:latin typeface="Century Gothic"/>
                <a:cs typeface="Century Gothic"/>
              </a:rPr>
              <a:t>Analysis:</a:t>
            </a:r>
            <a:r>
              <a:rPr sz="2100" b="1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KPMG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performed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detailed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analysis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of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IT spend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categories</a:t>
            </a:r>
            <a:r>
              <a:rPr sz="2100" spc="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identify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major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cost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drivers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including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network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communication,</a:t>
            </a:r>
            <a:r>
              <a:rPr sz="2100" spc="-8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software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licenses</a:t>
            </a:r>
            <a:r>
              <a:rPr sz="2100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infrastructure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maintenance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(which</a:t>
            </a:r>
            <a:r>
              <a:rPr sz="2100" spc="5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jointly</a:t>
            </a:r>
            <a:r>
              <a:rPr sz="2100" spc="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accounted for</a:t>
            </a:r>
            <a:r>
              <a:rPr sz="2100" spc="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~80%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total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IT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spend).</a:t>
            </a:r>
            <a:endParaRPr sz="2100" dirty="0">
              <a:latin typeface="Century Gothic"/>
              <a:cs typeface="Century Gothic"/>
            </a:endParaRPr>
          </a:p>
          <a:p>
            <a:pPr marL="441325" marR="125095" indent="-428625">
              <a:lnSpc>
                <a:spcPct val="100099"/>
              </a:lnSpc>
              <a:spcBef>
                <a:spcPts val="1755"/>
              </a:spcBef>
              <a:buFont typeface="Arial"/>
              <a:buChar char="•"/>
              <a:tabLst>
                <a:tab pos="441325" algn="l"/>
              </a:tabLst>
            </a:pPr>
            <a:r>
              <a:rPr sz="2100" b="1" dirty="0">
                <a:solidFill>
                  <a:srgbClr val="54535A"/>
                </a:solidFill>
                <a:latin typeface="Century Gothic"/>
                <a:cs typeface="Century Gothic"/>
              </a:rPr>
              <a:t>Software:</a:t>
            </a:r>
            <a:r>
              <a:rPr sz="2100" b="1" spc="-8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We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evaluated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licenses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across</a:t>
            </a:r>
            <a:r>
              <a:rPr sz="2100" spc="-8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key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applications</a:t>
            </a:r>
            <a:r>
              <a:rPr sz="2100" spc="-8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8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analysed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contract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terms</a:t>
            </a:r>
            <a:r>
              <a:rPr sz="2100" spc="-7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to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determine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over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or</a:t>
            </a:r>
            <a:r>
              <a:rPr sz="2100" spc="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under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utilisation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license.</a:t>
            </a:r>
            <a:r>
              <a:rPr sz="2100" spc="-7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lang="en-US"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KPMG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supported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client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in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identifying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potential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user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license</a:t>
            </a:r>
            <a:r>
              <a:rPr sz="2100" spc="-9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optimisation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opportunities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across</a:t>
            </a:r>
            <a:r>
              <a:rPr sz="2100" spc="-10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productivity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tools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enterprise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systems.</a:t>
            </a:r>
            <a:endParaRPr sz="2100" dirty="0">
              <a:latin typeface="Century Gothic"/>
              <a:cs typeface="Century Gothic"/>
            </a:endParaRPr>
          </a:p>
          <a:p>
            <a:pPr marL="441325" marR="95250" indent="-428625">
              <a:lnSpc>
                <a:spcPct val="100299"/>
              </a:lnSpc>
              <a:spcBef>
                <a:spcPts val="1825"/>
              </a:spcBef>
              <a:buFont typeface="Arial"/>
              <a:buChar char="•"/>
              <a:tabLst>
                <a:tab pos="441325" algn="l"/>
              </a:tabLst>
            </a:pPr>
            <a:r>
              <a:rPr sz="2100" b="1" dirty="0">
                <a:solidFill>
                  <a:srgbClr val="54535A"/>
                </a:solidFill>
                <a:latin typeface="Century Gothic"/>
                <a:cs typeface="Century Gothic"/>
              </a:rPr>
              <a:t>Infrastructure</a:t>
            </a:r>
            <a:r>
              <a:rPr sz="2100" b="1" spc="-10" dirty="0">
                <a:solidFill>
                  <a:srgbClr val="54535A"/>
                </a:solidFill>
                <a:latin typeface="Century Gothic"/>
                <a:cs typeface="Century Gothic"/>
              </a:rPr>
              <a:t> Maintenance:</a:t>
            </a:r>
            <a:r>
              <a:rPr sz="2100" b="1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We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helped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Bank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to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evaluate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maintenance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contracts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against</a:t>
            </a:r>
            <a:r>
              <a:rPr sz="2100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service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levels and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cost</a:t>
            </a:r>
            <a:r>
              <a:rPr sz="2100" spc="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across</a:t>
            </a:r>
            <a:r>
              <a:rPr sz="2100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4</a:t>
            </a:r>
            <a:r>
              <a:rPr sz="2100" spc="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vendors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utilised</a:t>
            </a:r>
            <a:r>
              <a:rPr sz="2100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for</a:t>
            </a:r>
            <a:r>
              <a:rPr sz="2100" spc="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ATM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maintenance.</a:t>
            </a:r>
            <a:r>
              <a:rPr sz="2100" spc="-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Identified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opportunities</a:t>
            </a:r>
            <a:r>
              <a:rPr sz="2100" spc="-8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for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consolidation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ATM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maintenance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contract</a:t>
            </a:r>
            <a:r>
              <a:rPr sz="2100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the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more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efficient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service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providers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with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lower</a:t>
            </a:r>
            <a:r>
              <a:rPr sz="2100" spc="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cost</a:t>
            </a:r>
            <a:r>
              <a:rPr sz="2100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and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better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service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quality.</a:t>
            </a:r>
            <a:endParaRPr sz="2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26800" y="3904932"/>
            <a:ext cx="5308600" cy="5294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marR="5080" indent="-429259">
              <a:lnSpc>
                <a:spcPct val="100099"/>
              </a:lnSpc>
              <a:spcBef>
                <a:spcPts val="100"/>
              </a:spcBef>
              <a:buFont typeface="Arial"/>
              <a:buChar char="•"/>
              <a:tabLst>
                <a:tab pos="441325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Reduction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 46%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in</a:t>
            </a:r>
            <a:r>
              <a:rPr sz="2100" spc="-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number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of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concurrent</a:t>
            </a:r>
            <a:r>
              <a:rPr sz="2100" spc="-10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user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licenses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delivered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almost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50%</a:t>
            </a:r>
            <a:r>
              <a:rPr sz="2100" spc="-8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license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cost</a:t>
            </a:r>
            <a:r>
              <a:rPr sz="2100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savings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from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user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licenses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not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required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by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Bank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but</a:t>
            </a:r>
            <a:r>
              <a:rPr sz="2100" spc="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paid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annually</a:t>
            </a:r>
            <a:r>
              <a:rPr sz="2100" spc="-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in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anticipation</a:t>
            </a:r>
            <a:r>
              <a:rPr sz="2100" spc="-8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of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growth.</a:t>
            </a:r>
            <a:endParaRPr sz="2100">
              <a:latin typeface="Century Gothic"/>
              <a:cs typeface="Century Gothic"/>
            </a:endParaRPr>
          </a:p>
          <a:p>
            <a:pPr marL="441325" marR="130175" indent="-429259">
              <a:lnSpc>
                <a:spcPct val="100099"/>
              </a:lnSpc>
              <a:spcBef>
                <a:spcPts val="1830"/>
              </a:spcBef>
              <a:buFont typeface="Arial"/>
              <a:buChar char="•"/>
              <a:tabLst>
                <a:tab pos="441325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Segmentation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user</a:t>
            </a:r>
            <a:r>
              <a:rPr sz="2100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license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categories</a:t>
            </a:r>
            <a:r>
              <a:rPr sz="2100" spc="-9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for</a:t>
            </a:r>
            <a:r>
              <a:rPr sz="2100" spc="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basic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advanced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users.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More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than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70% of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bank’s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users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were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basic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users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while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incurring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fees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for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advanced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users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which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only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made</a:t>
            </a:r>
            <a:r>
              <a:rPr sz="2100" spc="-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up 30%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total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users.</a:t>
            </a:r>
            <a:endParaRPr sz="2100">
              <a:latin typeface="Century Gothic"/>
              <a:cs typeface="Century Gothic"/>
            </a:endParaRPr>
          </a:p>
          <a:p>
            <a:pPr marL="441325" marR="176530" indent="-429259">
              <a:lnSpc>
                <a:spcPct val="99800"/>
              </a:lnSpc>
              <a:spcBef>
                <a:spcPts val="1839"/>
              </a:spcBef>
              <a:buFont typeface="Arial"/>
              <a:buChar char="•"/>
              <a:tabLst>
                <a:tab pos="441325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Rationalisation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ATM</a:t>
            </a:r>
            <a:r>
              <a:rPr sz="2100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maintenance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service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contracts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from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4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service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providers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2.</a:t>
            </a:r>
            <a:endParaRPr sz="2100">
              <a:latin typeface="Century Gothic"/>
              <a:cs typeface="Century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5" y="4238688"/>
            <a:ext cx="1771713" cy="4505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637" y="1186433"/>
            <a:ext cx="15418435" cy="769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Case</a:t>
            </a:r>
            <a:r>
              <a:rPr spc="125" dirty="0"/>
              <a:t> </a:t>
            </a:r>
            <a:r>
              <a:rPr dirty="0"/>
              <a:t>study:</a:t>
            </a:r>
            <a:r>
              <a:rPr spc="75" dirty="0"/>
              <a:t> </a:t>
            </a:r>
            <a:r>
              <a:rPr dirty="0"/>
              <a:t>Global</a:t>
            </a:r>
            <a:r>
              <a:rPr spc="75" dirty="0"/>
              <a:t> </a:t>
            </a:r>
            <a:r>
              <a:rPr dirty="0"/>
              <a:t>Telecommunications</a:t>
            </a:r>
            <a:r>
              <a:rPr spc="130" dirty="0"/>
              <a:t> </a:t>
            </a:r>
            <a:r>
              <a:rPr spc="-10" dirty="0"/>
              <a:t>Company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5485" y="216852"/>
            <a:ext cx="27178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A9A8AD"/>
                </a:solidFill>
                <a:latin typeface="Century Gothic"/>
                <a:cs typeface="Century Gothic"/>
              </a:rPr>
              <a:t>Methodology</a:t>
            </a:r>
            <a:r>
              <a:rPr sz="1500" spc="-50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A9A8AD"/>
                </a:solidFill>
                <a:latin typeface="Century Gothic"/>
                <a:cs typeface="Century Gothic"/>
              </a:rPr>
              <a:t>and</a:t>
            </a:r>
            <a:r>
              <a:rPr sz="1500" spc="-4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A9A8AD"/>
                </a:solidFill>
                <a:latin typeface="Century Gothic"/>
                <a:cs typeface="Century Gothic"/>
              </a:rPr>
              <a:t>Approach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017" y="2099157"/>
            <a:ext cx="16774160" cy="157099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100" b="1" dirty="0">
                <a:solidFill>
                  <a:srgbClr val="473697"/>
                </a:solidFill>
                <a:latin typeface="Century Gothic"/>
                <a:cs typeface="Century Gothic"/>
              </a:rPr>
              <a:t>Client</a:t>
            </a:r>
            <a:r>
              <a:rPr sz="2100" b="1" spc="-80" dirty="0">
                <a:solidFill>
                  <a:srgbClr val="473697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473697"/>
                </a:solidFill>
                <a:latin typeface="Century Gothic"/>
                <a:cs typeface="Century Gothic"/>
              </a:rPr>
              <a:t>challenge:</a:t>
            </a:r>
            <a:endParaRPr sz="2100">
              <a:latin typeface="Century Gothic"/>
              <a:cs typeface="Century Gothic"/>
            </a:endParaRPr>
          </a:p>
          <a:p>
            <a:pPr marL="12700" marR="5080">
              <a:lnSpc>
                <a:spcPct val="101299"/>
              </a:lnSpc>
              <a:spcBef>
                <a:spcPts val="980"/>
              </a:spcBef>
            </a:pP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Client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organisation</a:t>
            </a:r>
            <a:r>
              <a:rPr sz="210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had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grown</a:t>
            </a:r>
            <a:r>
              <a:rPr sz="21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primarily</a:t>
            </a:r>
            <a:r>
              <a:rPr sz="21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by</a:t>
            </a:r>
            <a:r>
              <a:rPr sz="21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acquisition,</a:t>
            </a:r>
            <a:r>
              <a:rPr sz="2100" spc="-8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resulting</a:t>
            </a:r>
            <a:r>
              <a:rPr sz="2100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in</a:t>
            </a:r>
            <a:r>
              <a:rPr sz="21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areas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2100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redundancy</a:t>
            </a:r>
            <a:r>
              <a:rPr sz="21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out</a:t>
            </a:r>
            <a:r>
              <a:rPr sz="2100" spc="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balance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sourcing</a:t>
            </a:r>
            <a:r>
              <a:rPr sz="210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agreements.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Faced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with</a:t>
            </a:r>
            <a:r>
              <a:rPr sz="2100" spc="-10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consistent</a:t>
            </a:r>
            <a:r>
              <a:rPr sz="2100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budgetary</a:t>
            </a:r>
            <a:r>
              <a:rPr sz="2100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pressures,</a:t>
            </a:r>
            <a:r>
              <a:rPr sz="2100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there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was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need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2100" spc="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generate</a:t>
            </a:r>
            <a:r>
              <a:rPr sz="2100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increasing</a:t>
            </a:r>
            <a:r>
              <a:rPr sz="2100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run</a:t>
            </a:r>
            <a:r>
              <a:rPr sz="2100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rate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savings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00338D"/>
                </a:solidFill>
                <a:latin typeface="Century Gothic"/>
                <a:cs typeface="Century Gothic"/>
              </a:rPr>
              <a:t>greater</a:t>
            </a:r>
            <a:r>
              <a:rPr sz="2100" spc="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00338D"/>
                </a:solidFill>
                <a:latin typeface="Century Gothic"/>
                <a:cs typeface="Century Gothic"/>
              </a:rPr>
              <a:t>operational efficiencies.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809" y="3647122"/>
            <a:ext cx="228663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473697"/>
                </a:solidFill>
                <a:latin typeface="Century Gothic"/>
                <a:cs typeface="Century Gothic"/>
              </a:rPr>
              <a:t>Scope</a:t>
            </a:r>
            <a:r>
              <a:rPr sz="2100" b="1" spc="-30" dirty="0">
                <a:solidFill>
                  <a:srgbClr val="473697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473697"/>
                </a:solidFill>
                <a:latin typeface="Century Gothic"/>
                <a:cs typeface="Century Gothic"/>
              </a:rPr>
              <a:t>of</a:t>
            </a:r>
            <a:r>
              <a:rPr sz="2100" b="1" spc="-15" dirty="0">
                <a:solidFill>
                  <a:srgbClr val="473697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473697"/>
                </a:solidFill>
                <a:latin typeface="Century Gothic"/>
                <a:cs typeface="Century Gothic"/>
              </a:rPr>
              <a:t>Services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9645" y="4105973"/>
            <a:ext cx="6740525" cy="583755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441325" marR="351790" indent="-428625">
              <a:lnSpc>
                <a:spcPct val="101299"/>
              </a:lnSpc>
              <a:spcBef>
                <a:spcPts val="70"/>
              </a:spcBef>
              <a:buFont typeface="Arial"/>
              <a:buChar char="•"/>
              <a:tabLst>
                <a:tab pos="441325" algn="l"/>
              </a:tabLst>
            </a:pPr>
            <a:r>
              <a:rPr sz="2100" b="1" dirty="0">
                <a:solidFill>
                  <a:srgbClr val="54535A"/>
                </a:solidFill>
                <a:latin typeface="Century Gothic"/>
                <a:cs typeface="Century Gothic"/>
              </a:rPr>
              <a:t>Labor: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Global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delivery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centers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utilised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lower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cost</a:t>
            </a:r>
            <a:r>
              <a:rPr sz="2100" spc="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service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enable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“Follow</a:t>
            </a:r>
            <a:r>
              <a:rPr sz="2100" spc="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Sun”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delivery</a:t>
            </a:r>
            <a:endParaRPr sz="2100">
              <a:latin typeface="Century Gothic"/>
              <a:cs typeface="Century Gothic"/>
            </a:endParaRPr>
          </a:p>
          <a:p>
            <a:pPr marL="441325" marR="280670" indent="-428625" algn="just">
              <a:lnSpc>
                <a:spcPct val="99800"/>
              </a:lnSpc>
              <a:spcBef>
                <a:spcPts val="1765"/>
              </a:spcBef>
              <a:buFont typeface="Arial"/>
              <a:buChar char="•"/>
              <a:tabLst>
                <a:tab pos="441325" algn="l"/>
                <a:tab pos="443230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	</a:t>
            </a:r>
            <a:r>
              <a:rPr sz="2100" b="1" dirty="0">
                <a:solidFill>
                  <a:srgbClr val="54535A"/>
                </a:solidFill>
                <a:latin typeface="Century Gothic"/>
                <a:cs typeface="Century Gothic"/>
              </a:rPr>
              <a:t>Software:</a:t>
            </a:r>
            <a:r>
              <a:rPr sz="2100" b="1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Asset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management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review</a:t>
            </a:r>
            <a:r>
              <a:rPr sz="2100" spc="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identified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license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oversubscription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application/tools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rationalisation</a:t>
            </a:r>
            <a:r>
              <a:rPr sz="2100" spc="-9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opportunities</a:t>
            </a:r>
            <a:endParaRPr sz="2100">
              <a:latin typeface="Century Gothic"/>
              <a:cs typeface="Century Gothic"/>
            </a:endParaRPr>
          </a:p>
          <a:p>
            <a:pPr marL="441325" marR="5080" indent="-428625">
              <a:lnSpc>
                <a:spcPct val="99800"/>
              </a:lnSpc>
              <a:spcBef>
                <a:spcPts val="1835"/>
              </a:spcBef>
              <a:buFont typeface="Arial"/>
              <a:buChar char="•"/>
              <a:tabLst>
                <a:tab pos="441325" algn="l"/>
              </a:tabLst>
            </a:pPr>
            <a:r>
              <a:rPr sz="2100" b="1" dirty="0">
                <a:solidFill>
                  <a:srgbClr val="54535A"/>
                </a:solidFill>
                <a:latin typeface="Century Gothic"/>
                <a:cs typeface="Century Gothic"/>
              </a:rPr>
              <a:t>Operating Model:</a:t>
            </a:r>
            <a:r>
              <a:rPr sz="2100" b="1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Service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delivery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models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revised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optimised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for</a:t>
            </a:r>
            <a:r>
              <a:rPr sz="2100" spc="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technology</a:t>
            </a:r>
            <a:r>
              <a:rPr sz="2100" spc="-9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operations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build,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compute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run</a:t>
            </a:r>
            <a:r>
              <a:rPr sz="2100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organisations;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introduced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service differentiation</a:t>
            </a:r>
            <a:r>
              <a:rPr sz="2100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align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criticality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with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service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levels</a:t>
            </a:r>
            <a:endParaRPr sz="2100">
              <a:latin typeface="Century Gothic"/>
              <a:cs typeface="Century Gothic"/>
            </a:endParaRPr>
          </a:p>
          <a:p>
            <a:pPr marL="441325" marR="104775" indent="-428625">
              <a:lnSpc>
                <a:spcPct val="99800"/>
              </a:lnSpc>
              <a:spcBef>
                <a:spcPts val="1839"/>
              </a:spcBef>
              <a:buFont typeface="Arial"/>
              <a:buChar char="•"/>
              <a:tabLst>
                <a:tab pos="441325" algn="l"/>
              </a:tabLst>
            </a:pPr>
            <a:r>
              <a:rPr sz="2100" b="1" dirty="0">
                <a:solidFill>
                  <a:srgbClr val="54535A"/>
                </a:solidFill>
                <a:latin typeface="Century Gothic"/>
                <a:cs typeface="Century Gothic"/>
              </a:rPr>
              <a:t>Hardware:</a:t>
            </a:r>
            <a:r>
              <a:rPr sz="2100" b="1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Developed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tech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refresh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strategy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to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address</a:t>
            </a:r>
            <a:r>
              <a:rPr sz="2100" spc="-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outdated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hardware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environment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which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limited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ability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adopt</a:t>
            </a:r>
            <a:r>
              <a:rPr sz="2100" spc="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new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functionality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decommissioned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poorly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utilised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or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overallocated</a:t>
            </a:r>
            <a:r>
              <a:rPr sz="2100" spc="-8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assets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12044" y="4105973"/>
            <a:ext cx="6726555" cy="598043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441325" marR="565785" indent="-429259">
              <a:lnSpc>
                <a:spcPct val="101299"/>
              </a:lnSpc>
              <a:spcBef>
                <a:spcPts val="70"/>
              </a:spcBef>
              <a:buFont typeface="Arial"/>
              <a:buChar char="•"/>
              <a:tabLst>
                <a:tab pos="441325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Enabled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~$600M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in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run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rate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savings</a:t>
            </a:r>
            <a:r>
              <a:rPr sz="2100" spc="-8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over</a:t>
            </a:r>
            <a:r>
              <a:rPr sz="2100" spc="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five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years</a:t>
            </a:r>
            <a:endParaRPr sz="2100">
              <a:latin typeface="Century Gothic"/>
              <a:cs typeface="Century Gothic"/>
            </a:endParaRPr>
          </a:p>
          <a:p>
            <a:pPr marL="441325" marR="762635" indent="-429259">
              <a:lnSpc>
                <a:spcPct val="99300"/>
              </a:lnSpc>
              <a:spcBef>
                <a:spcPts val="1850"/>
              </a:spcBef>
              <a:buFont typeface="Arial"/>
              <a:buChar char="•"/>
              <a:tabLst>
                <a:tab pos="441325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Successfully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carried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out</a:t>
            </a:r>
            <a:r>
              <a:rPr sz="2100" spc="-8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rebalancing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of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workload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over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three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global</a:t>
            </a:r>
            <a:r>
              <a:rPr sz="2100" spc="-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regions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and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restructured</a:t>
            </a:r>
            <a:r>
              <a:rPr sz="2100" spc="-8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major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sourcing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agreements</a:t>
            </a:r>
            <a:r>
              <a:rPr sz="2100" spc="-1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to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generate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large</a:t>
            </a:r>
            <a:r>
              <a:rPr sz="2100" spc="-5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labor</a:t>
            </a:r>
            <a:r>
              <a:rPr sz="2100" spc="-6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savings</a:t>
            </a:r>
            <a:endParaRPr sz="2100">
              <a:latin typeface="Century Gothic"/>
              <a:cs typeface="Century Gothic"/>
            </a:endParaRPr>
          </a:p>
          <a:p>
            <a:pPr marL="441325" marR="5080" indent="-429259" algn="just">
              <a:lnSpc>
                <a:spcPct val="100299"/>
              </a:lnSpc>
              <a:spcBef>
                <a:spcPts val="1825"/>
              </a:spcBef>
              <a:buFont typeface="Arial"/>
              <a:buChar char="•"/>
              <a:tabLst>
                <a:tab pos="441325" algn="l"/>
                <a:tab pos="442595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	Implemented</a:t>
            </a:r>
            <a:r>
              <a:rPr sz="2100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platform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modernisation</a:t>
            </a:r>
            <a:r>
              <a:rPr sz="2100" spc="-7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initiative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covering</a:t>
            </a:r>
            <a:r>
              <a:rPr sz="2100" spc="-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over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60%</a:t>
            </a:r>
            <a:r>
              <a:rPr sz="2100" spc="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3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estate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-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migrated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1,000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applications</a:t>
            </a:r>
            <a:r>
              <a:rPr sz="2100" spc="-7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to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modern,</a:t>
            </a:r>
            <a:r>
              <a:rPr sz="2100" spc="-7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cost-effective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platforms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saving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over</a:t>
            </a:r>
            <a:r>
              <a:rPr sz="2100" spc="-6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0" dirty="0">
                <a:solidFill>
                  <a:srgbClr val="54535A"/>
                </a:solidFill>
                <a:latin typeface="Century Gothic"/>
                <a:cs typeface="Century Gothic"/>
              </a:rPr>
              <a:t>$250M</a:t>
            </a:r>
            <a:endParaRPr sz="2100">
              <a:latin typeface="Century Gothic"/>
              <a:cs typeface="Century Gothic"/>
            </a:endParaRPr>
          </a:p>
          <a:p>
            <a:pPr marL="441325" indent="-428625">
              <a:lnSpc>
                <a:spcPct val="100000"/>
              </a:lnSpc>
              <a:spcBef>
                <a:spcPts val="1760"/>
              </a:spcBef>
              <a:buFont typeface="Arial"/>
              <a:buChar char="•"/>
              <a:tabLst>
                <a:tab pos="441325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Rationalised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20%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of</a:t>
            </a:r>
            <a:r>
              <a:rPr sz="2100" spc="-3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the</a:t>
            </a:r>
            <a:r>
              <a:rPr sz="2100" spc="-5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application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portfolio</a:t>
            </a:r>
            <a:endParaRPr sz="2100">
              <a:latin typeface="Century Gothic"/>
              <a:cs typeface="Century Gothic"/>
            </a:endParaRPr>
          </a:p>
          <a:p>
            <a:pPr marL="441325" marR="257810" indent="-429259">
              <a:lnSpc>
                <a:spcPct val="101299"/>
              </a:lnSpc>
              <a:spcBef>
                <a:spcPts val="1805"/>
              </a:spcBef>
              <a:buFont typeface="Arial"/>
              <a:buChar char="•"/>
              <a:tabLst>
                <a:tab pos="441325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Reduced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hardware/software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maintenance</a:t>
            </a:r>
            <a:r>
              <a:rPr sz="2100" spc="-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by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over</a:t>
            </a:r>
            <a:r>
              <a:rPr sz="2100" spc="-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30%</a:t>
            </a:r>
            <a:endParaRPr sz="2100">
              <a:latin typeface="Century Gothic"/>
              <a:cs typeface="Century Gothic"/>
            </a:endParaRPr>
          </a:p>
          <a:p>
            <a:pPr marL="441325" marR="1621155" indent="-429259">
              <a:lnSpc>
                <a:spcPct val="101299"/>
              </a:lnSpc>
              <a:spcBef>
                <a:spcPts val="1720"/>
              </a:spcBef>
              <a:buFont typeface="Arial"/>
              <a:buChar char="•"/>
              <a:tabLst>
                <a:tab pos="441325" algn="l"/>
              </a:tabLst>
            </a:pP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Reclaimed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and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reused</a:t>
            </a:r>
            <a:r>
              <a:rPr sz="2100" spc="-4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over</a:t>
            </a:r>
            <a:r>
              <a:rPr sz="2100" spc="1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$15M</a:t>
            </a:r>
            <a:r>
              <a:rPr sz="2100" spc="-1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25" dirty="0">
                <a:solidFill>
                  <a:srgbClr val="54535A"/>
                </a:solidFill>
                <a:latin typeface="Century Gothic"/>
                <a:cs typeface="Century Gothic"/>
              </a:rPr>
              <a:t>in </a:t>
            </a:r>
            <a:r>
              <a:rPr sz="2100" dirty="0">
                <a:solidFill>
                  <a:srgbClr val="54535A"/>
                </a:solidFill>
                <a:latin typeface="Century Gothic"/>
                <a:cs typeface="Century Gothic"/>
              </a:rPr>
              <a:t>server/storage</a:t>
            </a:r>
            <a:r>
              <a:rPr sz="2100" spc="-105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54535A"/>
                </a:solidFill>
                <a:latin typeface="Century Gothic"/>
                <a:cs typeface="Century Gothic"/>
              </a:rPr>
              <a:t>assets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20605" y="3516312"/>
            <a:ext cx="88646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473697"/>
                </a:solidFill>
                <a:latin typeface="Century Gothic"/>
                <a:cs typeface="Century Gothic"/>
              </a:rPr>
              <a:t>Results</a:t>
            </a:r>
            <a:endParaRPr sz="2100">
              <a:latin typeface="Century Gothic"/>
              <a:cs typeface="Century Gothic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5" y="4238688"/>
            <a:ext cx="1771713" cy="45053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3112" y="3125723"/>
            <a:ext cx="5650230" cy="4806950"/>
            <a:chOff x="773112" y="3125723"/>
            <a:chExt cx="5650230" cy="4806950"/>
          </a:xfrm>
        </p:grpSpPr>
        <p:sp>
          <p:nvSpPr>
            <p:cNvPr id="3" name="object 3"/>
            <p:cNvSpPr/>
            <p:nvPr/>
          </p:nvSpPr>
          <p:spPr>
            <a:xfrm>
              <a:off x="785812" y="3138423"/>
              <a:ext cx="5486400" cy="4781550"/>
            </a:xfrm>
            <a:custGeom>
              <a:avLst/>
              <a:gdLst/>
              <a:ahLst/>
              <a:cxnLst/>
              <a:rect l="l" t="t" r="r" b="b"/>
              <a:pathLst>
                <a:path w="5486400" h="4781550">
                  <a:moveTo>
                    <a:pt x="5486400" y="0"/>
                  </a:moveTo>
                  <a:lnTo>
                    <a:pt x="0" y="0"/>
                  </a:lnTo>
                  <a:lnTo>
                    <a:pt x="0" y="4781550"/>
                  </a:lnTo>
                  <a:lnTo>
                    <a:pt x="5486400" y="4781550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FF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5812" y="3138423"/>
              <a:ext cx="5486400" cy="4781550"/>
            </a:xfrm>
            <a:custGeom>
              <a:avLst/>
              <a:gdLst/>
              <a:ahLst/>
              <a:cxnLst/>
              <a:rect l="l" t="t" r="r" b="b"/>
              <a:pathLst>
                <a:path w="5486400" h="4781550">
                  <a:moveTo>
                    <a:pt x="0" y="4781550"/>
                  </a:moveTo>
                  <a:lnTo>
                    <a:pt x="5486400" y="478155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478155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76700" y="5391150"/>
              <a:ext cx="2346325" cy="76200"/>
            </a:xfrm>
            <a:custGeom>
              <a:avLst/>
              <a:gdLst/>
              <a:ahLst/>
              <a:cxnLst/>
              <a:rect l="l" t="t" r="r" b="b"/>
              <a:pathLst>
                <a:path w="2346325" h="76200">
                  <a:moveTo>
                    <a:pt x="1905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19050" y="47625"/>
                  </a:lnTo>
                  <a:lnTo>
                    <a:pt x="19050" y="28575"/>
                  </a:lnTo>
                  <a:close/>
                </a:path>
                <a:path w="2346325" h="76200">
                  <a:moveTo>
                    <a:pt x="57150" y="28575"/>
                  </a:moveTo>
                  <a:lnTo>
                    <a:pt x="38100" y="28575"/>
                  </a:lnTo>
                  <a:lnTo>
                    <a:pt x="38100" y="47625"/>
                  </a:lnTo>
                  <a:lnTo>
                    <a:pt x="57150" y="47625"/>
                  </a:lnTo>
                  <a:lnTo>
                    <a:pt x="57150" y="28575"/>
                  </a:lnTo>
                  <a:close/>
                </a:path>
                <a:path w="2346325" h="76200">
                  <a:moveTo>
                    <a:pt x="95250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95250" y="47625"/>
                  </a:lnTo>
                  <a:lnTo>
                    <a:pt x="95250" y="28575"/>
                  </a:lnTo>
                  <a:close/>
                </a:path>
                <a:path w="2346325" h="76200">
                  <a:moveTo>
                    <a:pt x="133350" y="28575"/>
                  </a:moveTo>
                  <a:lnTo>
                    <a:pt x="114300" y="28575"/>
                  </a:lnTo>
                  <a:lnTo>
                    <a:pt x="114300" y="47625"/>
                  </a:lnTo>
                  <a:lnTo>
                    <a:pt x="133350" y="47625"/>
                  </a:lnTo>
                  <a:lnTo>
                    <a:pt x="133350" y="28575"/>
                  </a:lnTo>
                  <a:close/>
                </a:path>
                <a:path w="2346325" h="76200">
                  <a:moveTo>
                    <a:pt x="171450" y="28575"/>
                  </a:moveTo>
                  <a:lnTo>
                    <a:pt x="152400" y="28575"/>
                  </a:lnTo>
                  <a:lnTo>
                    <a:pt x="152400" y="47625"/>
                  </a:lnTo>
                  <a:lnTo>
                    <a:pt x="171450" y="47625"/>
                  </a:lnTo>
                  <a:lnTo>
                    <a:pt x="171450" y="28575"/>
                  </a:lnTo>
                  <a:close/>
                </a:path>
                <a:path w="2346325" h="76200">
                  <a:moveTo>
                    <a:pt x="209550" y="28575"/>
                  </a:moveTo>
                  <a:lnTo>
                    <a:pt x="190500" y="28575"/>
                  </a:lnTo>
                  <a:lnTo>
                    <a:pt x="190500" y="47625"/>
                  </a:lnTo>
                  <a:lnTo>
                    <a:pt x="209550" y="47625"/>
                  </a:lnTo>
                  <a:lnTo>
                    <a:pt x="209550" y="28575"/>
                  </a:lnTo>
                  <a:close/>
                </a:path>
                <a:path w="2346325" h="76200">
                  <a:moveTo>
                    <a:pt x="247650" y="28575"/>
                  </a:moveTo>
                  <a:lnTo>
                    <a:pt x="228600" y="28575"/>
                  </a:lnTo>
                  <a:lnTo>
                    <a:pt x="228600" y="47625"/>
                  </a:lnTo>
                  <a:lnTo>
                    <a:pt x="247650" y="47625"/>
                  </a:lnTo>
                  <a:lnTo>
                    <a:pt x="247650" y="28575"/>
                  </a:lnTo>
                  <a:close/>
                </a:path>
                <a:path w="2346325" h="76200">
                  <a:moveTo>
                    <a:pt x="285750" y="28575"/>
                  </a:moveTo>
                  <a:lnTo>
                    <a:pt x="266700" y="28575"/>
                  </a:lnTo>
                  <a:lnTo>
                    <a:pt x="266700" y="47625"/>
                  </a:lnTo>
                  <a:lnTo>
                    <a:pt x="285750" y="47625"/>
                  </a:lnTo>
                  <a:lnTo>
                    <a:pt x="285750" y="28575"/>
                  </a:lnTo>
                  <a:close/>
                </a:path>
                <a:path w="2346325" h="76200">
                  <a:moveTo>
                    <a:pt x="323850" y="28575"/>
                  </a:moveTo>
                  <a:lnTo>
                    <a:pt x="304800" y="28575"/>
                  </a:lnTo>
                  <a:lnTo>
                    <a:pt x="304800" y="47625"/>
                  </a:lnTo>
                  <a:lnTo>
                    <a:pt x="323850" y="47625"/>
                  </a:lnTo>
                  <a:lnTo>
                    <a:pt x="323850" y="28575"/>
                  </a:lnTo>
                  <a:close/>
                </a:path>
                <a:path w="2346325" h="76200">
                  <a:moveTo>
                    <a:pt x="361950" y="28575"/>
                  </a:moveTo>
                  <a:lnTo>
                    <a:pt x="342900" y="28575"/>
                  </a:lnTo>
                  <a:lnTo>
                    <a:pt x="342900" y="47625"/>
                  </a:lnTo>
                  <a:lnTo>
                    <a:pt x="361950" y="47625"/>
                  </a:lnTo>
                  <a:lnTo>
                    <a:pt x="361950" y="28575"/>
                  </a:lnTo>
                  <a:close/>
                </a:path>
                <a:path w="2346325" h="76200">
                  <a:moveTo>
                    <a:pt x="400050" y="28575"/>
                  </a:moveTo>
                  <a:lnTo>
                    <a:pt x="381000" y="28575"/>
                  </a:lnTo>
                  <a:lnTo>
                    <a:pt x="381000" y="47625"/>
                  </a:lnTo>
                  <a:lnTo>
                    <a:pt x="400050" y="47625"/>
                  </a:lnTo>
                  <a:lnTo>
                    <a:pt x="400050" y="28575"/>
                  </a:lnTo>
                  <a:close/>
                </a:path>
                <a:path w="2346325" h="76200">
                  <a:moveTo>
                    <a:pt x="438150" y="28575"/>
                  </a:moveTo>
                  <a:lnTo>
                    <a:pt x="419100" y="28575"/>
                  </a:lnTo>
                  <a:lnTo>
                    <a:pt x="419100" y="47625"/>
                  </a:lnTo>
                  <a:lnTo>
                    <a:pt x="438150" y="47625"/>
                  </a:lnTo>
                  <a:lnTo>
                    <a:pt x="438150" y="28575"/>
                  </a:lnTo>
                  <a:close/>
                </a:path>
                <a:path w="2346325" h="76200">
                  <a:moveTo>
                    <a:pt x="476250" y="28575"/>
                  </a:moveTo>
                  <a:lnTo>
                    <a:pt x="457200" y="28575"/>
                  </a:lnTo>
                  <a:lnTo>
                    <a:pt x="457200" y="47625"/>
                  </a:lnTo>
                  <a:lnTo>
                    <a:pt x="476250" y="47625"/>
                  </a:lnTo>
                  <a:lnTo>
                    <a:pt x="476250" y="28575"/>
                  </a:lnTo>
                  <a:close/>
                </a:path>
                <a:path w="2346325" h="76200">
                  <a:moveTo>
                    <a:pt x="514350" y="28575"/>
                  </a:moveTo>
                  <a:lnTo>
                    <a:pt x="495300" y="28575"/>
                  </a:lnTo>
                  <a:lnTo>
                    <a:pt x="495300" y="47625"/>
                  </a:lnTo>
                  <a:lnTo>
                    <a:pt x="514350" y="47625"/>
                  </a:lnTo>
                  <a:lnTo>
                    <a:pt x="514350" y="28575"/>
                  </a:lnTo>
                  <a:close/>
                </a:path>
                <a:path w="2346325" h="76200">
                  <a:moveTo>
                    <a:pt x="552450" y="28575"/>
                  </a:moveTo>
                  <a:lnTo>
                    <a:pt x="533400" y="28575"/>
                  </a:lnTo>
                  <a:lnTo>
                    <a:pt x="533400" y="47625"/>
                  </a:lnTo>
                  <a:lnTo>
                    <a:pt x="552450" y="47625"/>
                  </a:lnTo>
                  <a:lnTo>
                    <a:pt x="552450" y="28575"/>
                  </a:lnTo>
                  <a:close/>
                </a:path>
                <a:path w="2346325" h="76200">
                  <a:moveTo>
                    <a:pt x="590550" y="28575"/>
                  </a:moveTo>
                  <a:lnTo>
                    <a:pt x="571500" y="28575"/>
                  </a:lnTo>
                  <a:lnTo>
                    <a:pt x="571500" y="47625"/>
                  </a:lnTo>
                  <a:lnTo>
                    <a:pt x="590550" y="47625"/>
                  </a:lnTo>
                  <a:lnTo>
                    <a:pt x="590550" y="28575"/>
                  </a:lnTo>
                  <a:close/>
                </a:path>
                <a:path w="2346325" h="76200">
                  <a:moveTo>
                    <a:pt x="628650" y="28575"/>
                  </a:moveTo>
                  <a:lnTo>
                    <a:pt x="609600" y="28575"/>
                  </a:lnTo>
                  <a:lnTo>
                    <a:pt x="609600" y="47625"/>
                  </a:lnTo>
                  <a:lnTo>
                    <a:pt x="628650" y="47625"/>
                  </a:lnTo>
                  <a:lnTo>
                    <a:pt x="628650" y="28575"/>
                  </a:lnTo>
                  <a:close/>
                </a:path>
                <a:path w="2346325" h="76200">
                  <a:moveTo>
                    <a:pt x="666750" y="28575"/>
                  </a:moveTo>
                  <a:lnTo>
                    <a:pt x="647700" y="28575"/>
                  </a:lnTo>
                  <a:lnTo>
                    <a:pt x="647700" y="47625"/>
                  </a:lnTo>
                  <a:lnTo>
                    <a:pt x="666750" y="47625"/>
                  </a:lnTo>
                  <a:lnTo>
                    <a:pt x="666750" y="28575"/>
                  </a:lnTo>
                  <a:close/>
                </a:path>
                <a:path w="2346325" h="76200">
                  <a:moveTo>
                    <a:pt x="704850" y="28575"/>
                  </a:moveTo>
                  <a:lnTo>
                    <a:pt x="685800" y="28575"/>
                  </a:lnTo>
                  <a:lnTo>
                    <a:pt x="685800" y="47625"/>
                  </a:lnTo>
                  <a:lnTo>
                    <a:pt x="704850" y="47625"/>
                  </a:lnTo>
                  <a:lnTo>
                    <a:pt x="704850" y="28575"/>
                  </a:lnTo>
                  <a:close/>
                </a:path>
                <a:path w="2346325" h="76200">
                  <a:moveTo>
                    <a:pt x="742950" y="28575"/>
                  </a:moveTo>
                  <a:lnTo>
                    <a:pt x="723900" y="28575"/>
                  </a:lnTo>
                  <a:lnTo>
                    <a:pt x="723900" y="47625"/>
                  </a:lnTo>
                  <a:lnTo>
                    <a:pt x="742950" y="47625"/>
                  </a:lnTo>
                  <a:lnTo>
                    <a:pt x="742950" y="28575"/>
                  </a:lnTo>
                  <a:close/>
                </a:path>
                <a:path w="2346325" h="76200">
                  <a:moveTo>
                    <a:pt x="781050" y="28575"/>
                  </a:moveTo>
                  <a:lnTo>
                    <a:pt x="762000" y="28575"/>
                  </a:lnTo>
                  <a:lnTo>
                    <a:pt x="762000" y="47625"/>
                  </a:lnTo>
                  <a:lnTo>
                    <a:pt x="781050" y="47625"/>
                  </a:lnTo>
                  <a:lnTo>
                    <a:pt x="781050" y="28575"/>
                  </a:lnTo>
                  <a:close/>
                </a:path>
                <a:path w="2346325" h="76200">
                  <a:moveTo>
                    <a:pt x="819150" y="28575"/>
                  </a:moveTo>
                  <a:lnTo>
                    <a:pt x="800100" y="28575"/>
                  </a:lnTo>
                  <a:lnTo>
                    <a:pt x="800100" y="47625"/>
                  </a:lnTo>
                  <a:lnTo>
                    <a:pt x="819150" y="47625"/>
                  </a:lnTo>
                  <a:lnTo>
                    <a:pt x="819150" y="28575"/>
                  </a:lnTo>
                  <a:close/>
                </a:path>
                <a:path w="2346325" h="76200">
                  <a:moveTo>
                    <a:pt x="857250" y="28575"/>
                  </a:moveTo>
                  <a:lnTo>
                    <a:pt x="838200" y="28575"/>
                  </a:lnTo>
                  <a:lnTo>
                    <a:pt x="838200" y="47625"/>
                  </a:lnTo>
                  <a:lnTo>
                    <a:pt x="857250" y="47625"/>
                  </a:lnTo>
                  <a:lnTo>
                    <a:pt x="857250" y="28575"/>
                  </a:lnTo>
                  <a:close/>
                </a:path>
                <a:path w="2346325" h="76200">
                  <a:moveTo>
                    <a:pt x="895350" y="28575"/>
                  </a:moveTo>
                  <a:lnTo>
                    <a:pt x="876300" y="28575"/>
                  </a:lnTo>
                  <a:lnTo>
                    <a:pt x="876300" y="47625"/>
                  </a:lnTo>
                  <a:lnTo>
                    <a:pt x="895350" y="47625"/>
                  </a:lnTo>
                  <a:lnTo>
                    <a:pt x="895350" y="28575"/>
                  </a:lnTo>
                  <a:close/>
                </a:path>
                <a:path w="2346325" h="76200">
                  <a:moveTo>
                    <a:pt x="933450" y="28575"/>
                  </a:moveTo>
                  <a:lnTo>
                    <a:pt x="914400" y="28575"/>
                  </a:lnTo>
                  <a:lnTo>
                    <a:pt x="914400" y="47625"/>
                  </a:lnTo>
                  <a:lnTo>
                    <a:pt x="933450" y="47625"/>
                  </a:lnTo>
                  <a:lnTo>
                    <a:pt x="933450" y="28575"/>
                  </a:lnTo>
                  <a:close/>
                </a:path>
                <a:path w="2346325" h="76200">
                  <a:moveTo>
                    <a:pt x="971550" y="28575"/>
                  </a:moveTo>
                  <a:lnTo>
                    <a:pt x="952500" y="28575"/>
                  </a:lnTo>
                  <a:lnTo>
                    <a:pt x="952500" y="47625"/>
                  </a:lnTo>
                  <a:lnTo>
                    <a:pt x="971550" y="47625"/>
                  </a:lnTo>
                  <a:lnTo>
                    <a:pt x="971550" y="28575"/>
                  </a:lnTo>
                  <a:close/>
                </a:path>
                <a:path w="2346325" h="76200">
                  <a:moveTo>
                    <a:pt x="1009650" y="28575"/>
                  </a:moveTo>
                  <a:lnTo>
                    <a:pt x="990600" y="28575"/>
                  </a:lnTo>
                  <a:lnTo>
                    <a:pt x="990600" y="47625"/>
                  </a:lnTo>
                  <a:lnTo>
                    <a:pt x="1009650" y="47625"/>
                  </a:lnTo>
                  <a:lnTo>
                    <a:pt x="1009650" y="28575"/>
                  </a:lnTo>
                  <a:close/>
                </a:path>
                <a:path w="2346325" h="76200">
                  <a:moveTo>
                    <a:pt x="1047750" y="28575"/>
                  </a:moveTo>
                  <a:lnTo>
                    <a:pt x="1028700" y="28575"/>
                  </a:lnTo>
                  <a:lnTo>
                    <a:pt x="1028700" y="47625"/>
                  </a:lnTo>
                  <a:lnTo>
                    <a:pt x="1047750" y="47625"/>
                  </a:lnTo>
                  <a:lnTo>
                    <a:pt x="1047750" y="28575"/>
                  </a:lnTo>
                  <a:close/>
                </a:path>
                <a:path w="2346325" h="76200">
                  <a:moveTo>
                    <a:pt x="1085850" y="28575"/>
                  </a:moveTo>
                  <a:lnTo>
                    <a:pt x="1066800" y="28575"/>
                  </a:lnTo>
                  <a:lnTo>
                    <a:pt x="1066800" y="47625"/>
                  </a:lnTo>
                  <a:lnTo>
                    <a:pt x="1085850" y="47625"/>
                  </a:lnTo>
                  <a:lnTo>
                    <a:pt x="1085850" y="28575"/>
                  </a:lnTo>
                  <a:close/>
                </a:path>
                <a:path w="2346325" h="76200">
                  <a:moveTo>
                    <a:pt x="1123950" y="28575"/>
                  </a:moveTo>
                  <a:lnTo>
                    <a:pt x="1104900" y="28575"/>
                  </a:lnTo>
                  <a:lnTo>
                    <a:pt x="1104900" y="47625"/>
                  </a:lnTo>
                  <a:lnTo>
                    <a:pt x="1123950" y="47625"/>
                  </a:lnTo>
                  <a:lnTo>
                    <a:pt x="1123950" y="28575"/>
                  </a:lnTo>
                  <a:close/>
                </a:path>
                <a:path w="2346325" h="76200">
                  <a:moveTo>
                    <a:pt x="1162050" y="28575"/>
                  </a:moveTo>
                  <a:lnTo>
                    <a:pt x="1143000" y="28575"/>
                  </a:lnTo>
                  <a:lnTo>
                    <a:pt x="1143000" y="47625"/>
                  </a:lnTo>
                  <a:lnTo>
                    <a:pt x="1162050" y="47625"/>
                  </a:lnTo>
                  <a:lnTo>
                    <a:pt x="1162050" y="28575"/>
                  </a:lnTo>
                  <a:close/>
                </a:path>
                <a:path w="2346325" h="76200">
                  <a:moveTo>
                    <a:pt x="1200150" y="28575"/>
                  </a:moveTo>
                  <a:lnTo>
                    <a:pt x="1181100" y="28575"/>
                  </a:lnTo>
                  <a:lnTo>
                    <a:pt x="1181100" y="47625"/>
                  </a:lnTo>
                  <a:lnTo>
                    <a:pt x="1200150" y="47625"/>
                  </a:lnTo>
                  <a:lnTo>
                    <a:pt x="1200150" y="28575"/>
                  </a:lnTo>
                  <a:close/>
                </a:path>
                <a:path w="2346325" h="76200">
                  <a:moveTo>
                    <a:pt x="1238250" y="28575"/>
                  </a:moveTo>
                  <a:lnTo>
                    <a:pt x="1219200" y="28575"/>
                  </a:lnTo>
                  <a:lnTo>
                    <a:pt x="1219200" y="47625"/>
                  </a:lnTo>
                  <a:lnTo>
                    <a:pt x="1238250" y="47625"/>
                  </a:lnTo>
                  <a:lnTo>
                    <a:pt x="1238250" y="28575"/>
                  </a:lnTo>
                  <a:close/>
                </a:path>
                <a:path w="2346325" h="76200">
                  <a:moveTo>
                    <a:pt x="1276350" y="28575"/>
                  </a:moveTo>
                  <a:lnTo>
                    <a:pt x="1257300" y="28575"/>
                  </a:lnTo>
                  <a:lnTo>
                    <a:pt x="1257300" y="47625"/>
                  </a:lnTo>
                  <a:lnTo>
                    <a:pt x="1276350" y="47625"/>
                  </a:lnTo>
                  <a:lnTo>
                    <a:pt x="1276350" y="28575"/>
                  </a:lnTo>
                  <a:close/>
                </a:path>
                <a:path w="2346325" h="76200">
                  <a:moveTo>
                    <a:pt x="1314450" y="28575"/>
                  </a:moveTo>
                  <a:lnTo>
                    <a:pt x="1295400" y="28575"/>
                  </a:lnTo>
                  <a:lnTo>
                    <a:pt x="1295400" y="47625"/>
                  </a:lnTo>
                  <a:lnTo>
                    <a:pt x="1314450" y="47625"/>
                  </a:lnTo>
                  <a:lnTo>
                    <a:pt x="1314450" y="28575"/>
                  </a:lnTo>
                  <a:close/>
                </a:path>
                <a:path w="2346325" h="76200">
                  <a:moveTo>
                    <a:pt x="1352550" y="28575"/>
                  </a:moveTo>
                  <a:lnTo>
                    <a:pt x="1333500" y="28575"/>
                  </a:lnTo>
                  <a:lnTo>
                    <a:pt x="1333500" y="47625"/>
                  </a:lnTo>
                  <a:lnTo>
                    <a:pt x="1352550" y="47625"/>
                  </a:lnTo>
                  <a:lnTo>
                    <a:pt x="1352550" y="28575"/>
                  </a:lnTo>
                  <a:close/>
                </a:path>
                <a:path w="2346325" h="76200">
                  <a:moveTo>
                    <a:pt x="1390650" y="28575"/>
                  </a:moveTo>
                  <a:lnTo>
                    <a:pt x="1371600" y="28575"/>
                  </a:lnTo>
                  <a:lnTo>
                    <a:pt x="1371600" y="47625"/>
                  </a:lnTo>
                  <a:lnTo>
                    <a:pt x="1390650" y="47625"/>
                  </a:lnTo>
                  <a:lnTo>
                    <a:pt x="1390650" y="28575"/>
                  </a:lnTo>
                  <a:close/>
                </a:path>
                <a:path w="2346325" h="76200">
                  <a:moveTo>
                    <a:pt x="1428750" y="28575"/>
                  </a:moveTo>
                  <a:lnTo>
                    <a:pt x="1409700" y="28575"/>
                  </a:lnTo>
                  <a:lnTo>
                    <a:pt x="1409700" y="47625"/>
                  </a:lnTo>
                  <a:lnTo>
                    <a:pt x="1428750" y="47625"/>
                  </a:lnTo>
                  <a:lnTo>
                    <a:pt x="1428750" y="28575"/>
                  </a:lnTo>
                  <a:close/>
                </a:path>
                <a:path w="2346325" h="76200">
                  <a:moveTo>
                    <a:pt x="1466850" y="28575"/>
                  </a:moveTo>
                  <a:lnTo>
                    <a:pt x="1447800" y="28575"/>
                  </a:lnTo>
                  <a:lnTo>
                    <a:pt x="1447800" y="47625"/>
                  </a:lnTo>
                  <a:lnTo>
                    <a:pt x="1466850" y="47625"/>
                  </a:lnTo>
                  <a:lnTo>
                    <a:pt x="1466850" y="28575"/>
                  </a:lnTo>
                  <a:close/>
                </a:path>
                <a:path w="2346325" h="76200">
                  <a:moveTo>
                    <a:pt x="1504950" y="28575"/>
                  </a:moveTo>
                  <a:lnTo>
                    <a:pt x="1485900" y="28575"/>
                  </a:lnTo>
                  <a:lnTo>
                    <a:pt x="1485900" y="47625"/>
                  </a:lnTo>
                  <a:lnTo>
                    <a:pt x="1504950" y="47625"/>
                  </a:lnTo>
                  <a:lnTo>
                    <a:pt x="1504950" y="28575"/>
                  </a:lnTo>
                  <a:close/>
                </a:path>
                <a:path w="2346325" h="76200">
                  <a:moveTo>
                    <a:pt x="1543050" y="28575"/>
                  </a:moveTo>
                  <a:lnTo>
                    <a:pt x="1524000" y="28575"/>
                  </a:lnTo>
                  <a:lnTo>
                    <a:pt x="1524000" y="47625"/>
                  </a:lnTo>
                  <a:lnTo>
                    <a:pt x="1543050" y="47625"/>
                  </a:lnTo>
                  <a:lnTo>
                    <a:pt x="1543050" y="28575"/>
                  </a:lnTo>
                  <a:close/>
                </a:path>
                <a:path w="2346325" h="76200">
                  <a:moveTo>
                    <a:pt x="1581150" y="28575"/>
                  </a:moveTo>
                  <a:lnTo>
                    <a:pt x="1562100" y="28575"/>
                  </a:lnTo>
                  <a:lnTo>
                    <a:pt x="1562100" y="47625"/>
                  </a:lnTo>
                  <a:lnTo>
                    <a:pt x="1581150" y="47625"/>
                  </a:lnTo>
                  <a:lnTo>
                    <a:pt x="1581150" y="28575"/>
                  </a:lnTo>
                  <a:close/>
                </a:path>
                <a:path w="2346325" h="76200">
                  <a:moveTo>
                    <a:pt x="1619250" y="28575"/>
                  </a:moveTo>
                  <a:lnTo>
                    <a:pt x="1600200" y="28575"/>
                  </a:lnTo>
                  <a:lnTo>
                    <a:pt x="1600200" y="47625"/>
                  </a:lnTo>
                  <a:lnTo>
                    <a:pt x="1619250" y="47625"/>
                  </a:lnTo>
                  <a:lnTo>
                    <a:pt x="1619250" y="28575"/>
                  </a:lnTo>
                  <a:close/>
                </a:path>
                <a:path w="2346325" h="76200">
                  <a:moveTo>
                    <a:pt x="1657350" y="28575"/>
                  </a:moveTo>
                  <a:lnTo>
                    <a:pt x="1638300" y="28575"/>
                  </a:lnTo>
                  <a:lnTo>
                    <a:pt x="1638300" y="47625"/>
                  </a:lnTo>
                  <a:lnTo>
                    <a:pt x="1657350" y="47625"/>
                  </a:lnTo>
                  <a:lnTo>
                    <a:pt x="1657350" y="28575"/>
                  </a:lnTo>
                  <a:close/>
                </a:path>
                <a:path w="2346325" h="76200">
                  <a:moveTo>
                    <a:pt x="1695450" y="28575"/>
                  </a:moveTo>
                  <a:lnTo>
                    <a:pt x="1676400" y="28575"/>
                  </a:lnTo>
                  <a:lnTo>
                    <a:pt x="1676400" y="47625"/>
                  </a:lnTo>
                  <a:lnTo>
                    <a:pt x="1695450" y="47625"/>
                  </a:lnTo>
                  <a:lnTo>
                    <a:pt x="1695450" y="28575"/>
                  </a:lnTo>
                  <a:close/>
                </a:path>
                <a:path w="2346325" h="76200">
                  <a:moveTo>
                    <a:pt x="1733550" y="28575"/>
                  </a:moveTo>
                  <a:lnTo>
                    <a:pt x="1714500" y="28575"/>
                  </a:lnTo>
                  <a:lnTo>
                    <a:pt x="1714500" y="47625"/>
                  </a:lnTo>
                  <a:lnTo>
                    <a:pt x="1733550" y="47625"/>
                  </a:lnTo>
                  <a:lnTo>
                    <a:pt x="1733550" y="28575"/>
                  </a:lnTo>
                  <a:close/>
                </a:path>
                <a:path w="2346325" h="76200">
                  <a:moveTo>
                    <a:pt x="1771650" y="28575"/>
                  </a:moveTo>
                  <a:lnTo>
                    <a:pt x="1752600" y="28575"/>
                  </a:lnTo>
                  <a:lnTo>
                    <a:pt x="1752600" y="47625"/>
                  </a:lnTo>
                  <a:lnTo>
                    <a:pt x="1771650" y="47625"/>
                  </a:lnTo>
                  <a:lnTo>
                    <a:pt x="1771650" y="28575"/>
                  </a:lnTo>
                  <a:close/>
                </a:path>
                <a:path w="2346325" h="76200">
                  <a:moveTo>
                    <a:pt x="1809750" y="28575"/>
                  </a:moveTo>
                  <a:lnTo>
                    <a:pt x="1790700" y="28575"/>
                  </a:lnTo>
                  <a:lnTo>
                    <a:pt x="1790700" y="47625"/>
                  </a:lnTo>
                  <a:lnTo>
                    <a:pt x="1809750" y="47625"/>
                  </a:lnTo>
                  <a:lnTo>
                    <a:pt x="1809750" y="28575"/>
                  </a:lnTo>
                  <a:close/>
                </a:path>
                <a:path w="2346325" h="76200">
                  <a:moveTo>
                    <a:pt x="1847850" y="28575"/>
                  </a:moveTo>
                  <a:lnTo>
                    <a:pt x="1828800" y="28575"/>
                  </a:lnTo>
                  <a:lnTo>
                    <a:pt x="1828800" y="47625"/>
                  </a:lnTo>
                  <a:lnTo>
                    <a:pt x="1847850" y="47625"/>
                  </a:lnTo>
                  <a:lnTo>
                    <a:pt x="1847850" y="28575"/>
                  </a:lnTo>
                  <a:close/>
                </a:path>
                <a:path w="2346325" h="76200">
                  <a:moveTo>
                    <a:pt x="1885950" y="28575"/>
                  </a:moveTo>
                  <a:lnTo>
                    <a:pt x="1866900" y="28575"/>
                  </a:lnTo>
                  <a:lnTo>
                    <a:pt x="1866900" y="47625"/>
                  </a:lnTo>
                  <a:lnTo>
                    <a:pt x="1885950" y="47625"/>
                  </a:lnTo>
                  <a:lnTo>
                    <a:pt x="1885950" y="28575"/>
                  </a:lnTo>
                  <a:close/>
                </a:path>
                <a:path w="2346325" h="76200">
                  <a:moveTo>
                    <a:pt x="1924050" y="28575"/>
                  </a:moveTo>
                  <a:lnTo>
                    <a:pt x="1905000" y="28575"/>
                  </a:lnTo>
                  <a:lnTo>
                    <a:pt x="1905000" y="47625"/>
                  </a:lnTo>
                  <a:lnTo>
                    <a:pt x="1924050" y="47625"/>
                  </a:lnTo>
                  <a:lnTo>
                    <a:pt x="1924050" y="28575"/>
                  </a:lnTo>
                  <a:close/>
                </a:path>
                <a:path w="2346325" h="76200">
                  <a:moveTo>
                    <a:pt x="1962150" y="28575"/>
                  </a:moveTo>
                  <a:lnTo>
                    <a:pt x="1943100" y="28575"/>
                  </a:lnTo>
                  <a:lnTo>
                    <a:pt x="1943100" y="47625"/>
                  </a:lnTo>
                  <a:lnTo>
                    <a:pt x="1962150" y="47625"/>
                  </a:lnTo>
                  <a:lnTo>
                    <a:pt x="1962150" y="28575"/>
                  </a:lnTo>
                  <a:close/>
                </a:path>
                <a:path w="2346325" h="76200">
                  <a:moveTo>
                    <a:pt x="2000250" y="28575"/>
                  </a:moveTo>
                  <a:lnTo>
                    <a:pt x="1981200" y="28575"/>
                  </a:lnTo>
                  <a:lnTo>
                    <a:pt x="1981200" y="47625"/>
                  </a:lnTo>
                  <a:lnTo>
                    <a:pt x="2000250" y="47625"/>
                  </a:lnTo>
                  <a:lnTo>
                    <a:pt x="2000250" y="28575"/>
                  </a:lnTo>
                  <a:close/>
                </a:path>
                <a:path w="2346325" h="76200">
                  <a:moveTo>
                    <a:pt x="2038350" y="28575"/>
                  </a:moveTo>
                  <a:lnTo>
                    <a:pt x="2019300" y="28575"/>
                  </a:lnTo>
                  <a:lnTo>
                    <a:pt x="2019300" y="47625"/>
                  </a:lnTo>
                  <a:lnTo>
                    <a:pt x="2038350" y="47625"/>
                  </a:lnTo>
                  <a:lnTo>
                    <a:pt x="2038350" y="28575"/>
                  </a:lnTo>
                  <a:close/>
                </a:path>
                <a:path w="2346325" h="76200">
                  <a:moveTo>
                    <a:pt x="2076450" y="28575"/>
                  </a:moveTo>
                  <a:lnTo>
                    <a:pt x="2057400" y="28575"/>
                  </a:lnTo>
                  <a:lnTo>
                    <a:pt x="2057400" y="47625"/>
                  </a:lnTo>
                  <a:lnTo>
                    <a:pt x="2076450" y="47625"/>
                  </a:lnTo>
                  <a:lnTo>
                    <a:pt x="2076450" y="28575"/>
                  </a:lnTo>
                  <a:close/>
                </a:path>
                <a:path w="2346325" h="76200">
                  <a:moveTo>
                    <a:pt x="2114550" y="28575"/>
                  </a:moveTo>
                  <a:lnTo>
                    <a:pt x="2095500" y="28575"/>
                  </a:lnTo>
                  <a:lnTo>
                    <a:pt x="2095500" y="47625"/>
                  </a:lnTo>
                  <a:lnTo>
                    <a:pt x="2114550" y="47625"/>
                  </a:lnTo>
                  <a:lnTo>
                    <a:pt x="2114550" y="28575"/>
                  </a:lnTo>
                  <a:close/>
                </a:path>
                <a:path w="2346325" h="76200">
                  <a:moveTo>
                    <a:pt x="2152650" y="28575"/>
                  </a:moveTo>
                  <a:lnTo>
                    <a:pt x="2133600" y="28575"/>
                  </a:lnTo>
                  <a:lnTo>
                    <a:pt x="2133600" y="47625"/>
                  </a:lnTo>
                  <a:lnTo>
                    <a:pt x="2152650" y="47625"/>
                  </a:lnTo>
                  <a:lnTo>
                    <a:pt x="2152650" y="28575"/>
                  </a:lnTo>
                  <a:close/>
                </a:path>
                <a:path w="2346325" h="76200">
                  <a:moveTo>
                    <a:pt x="2190750" y="28575"/>
                  </a:moveTo>
                  <a:lnTo>
                    <a:pt x="2171700" y="28575"/>
                  </a:lnTo>
                  <a:lnTo>
                    <a:pt x="2171700" y="47625"/>
                  </a:lnTo>
                  <a:lnTo>
                    <a:pt x="2190750" y="47625"/>
                  </a:lnTo>
                  <a:lnTo>
                    <a:pt x="2190750" y="28575"/>
                  </a:lnTo>
                  <a:close/>
                </a:path>
                <a:path w="2346325" h="76200">
                  <a:moveTo>
                    <a:pt x="2228850" y="28575"/>
                  </a:moveTo>
                  <a:lnTo>
                    <a:pt x="2209800" y="28575"/>
                  </a:lnTo>
                  <a:lnTo>
                    <a:pt x="2209800" y="47625"/>
                  </a:lnTo>
                  <a:lnTo>
                    <a:pt x="2228850" y="47625"/>
                  </a:lnTo>
                  <a:lnTo>
                    <a:pt x="2228850" y="28575"/>
                  </a:lnTo>
                  <a:close/>
                </a:path>
                <a:path w="2346325" h="76200">
                  <a:moveTo>
                    <a:pt x="2266950" y="28575"/>
                  </a:moveTo>
                  <a:lnTo>
                    <a:pt x="2247900" y="28575"/>
                  </a:lnTo>
                  <a:lnTo>
                    <a:pt x="2247900" y="47625"/>
                  </a:lnTo>
                  <a:lnTo>
                    <a:pt x="2266950" y="47625"/>
                  </a:lnTo>
                  <a:lnTo>
                    <a:pt x="2266950" y="28575"/>
                  </a:lnTo>
                  <a:close/>
                </a:path>
                <a:path w="2346325" h="76200">
                  <a:moveTo>
                    <a:pt x="2307971" y="0"/>
                  </a:moveTo>
                  <a:lnTo>
                    <a:pt x="2293123" y="2988"/>
                  </a:lnTo>
                  <a:lnTo>
                    <a:pt x="2281015" y="11144"/>
                  </a:lnTo>
                  <a:lnTo>
                    <a:pt x="2272859" y="23252"/>
                  </a:lnTo>
                  <a:lnTo>
                    <a:pt x="2269871" y="38100"/>
                  </a:lnTo>
                  <a:lnTo>
                    <a:pt x="2272859" y="52947"/>
                  </a:lnTo>
                  <a:lnTo>
                    <a:pt x="2281015" y="65055"/>
                  </a:lnTo>
                  <a:lnTo>
                    <a:pt x="2293123" y="73211"/>
                  </a:lnTo>
                  <a:lnTo>
                    <a:pt x="2307971" y="76200"/>
                  </a:lnTo>
                  <a:lnTo>
                    <a:pt x="2322818" y="73211"/>
                  </a:lnTo>
                  <a:lnTo>
                    <a:pt x="2334926" y="65055"/>
                  </a:lnTo>
                  <a:lnTo>
                    <a:pt x="2343082" y="52947"/>
                  </a:lnTo>
                  <a:lnTo>
                    <a:pt x="2344153" y="47625"/>
                  </a:lnTo>
                  <a:lnTo>
                    <a:pt x="2286000" y="47625"/>
                  </a:lnTo>
                  <a:lnTo>
                    <a:pt x="2286000" y="28575"/>
                  </a:lnTo>
                  <a:lnTo>
                    <a:pt x="2344153" y="28575"/>
                  </a:lnTo>
                  <a:lnTo>
                    <a:pt x="2343082" y="23252"/>
                  </a:lnTo>
                  <a:lnTo>
                    <a:pt x="2334926" y="11144"/>
                  </a:lnTo>
                  <a:lnTo>
                    <a:pt x="2322818" y="2988"/>
                  </a:lnTo>
                  <a:lnTo>
                    <a:pt x="2307971" y="0"/>
                  </a:lnTo>
                  <a:close/>
                </a:path>
                <a:path w="2346325" h="76200">
                  <a:moveTo>
                    <a:pt x="2305050" y="28575"/>
                  </a:moveTo>
                  <a:lnTo>
                    <a:pt x="2286000" y="28575"/>
                  </a:lnTo>
                  <a:lnTo>
                    <a:pt x="2286000" y="47625"/>
                  </a:lnTo>
                  <a:lnTo>
                    <a:pt x="2305050" y="47625"/>
                  </a:lnTo>
                  <a:lnTo>
                    <a:pt x="2305050" y="28575"/>
                  </a:lnTo>
                  <a:close/>
                </a:path>
                <a:path w="2346325" h="76200">
                  <a:moveTo>
                    <a:pt x="2344153" y="28575"/>
                  </a:moveTo>
                  <a:lnTo>
                    <a:pt x="2305050" y="28575"/>
                  </a:lnTo>
                  <a:lnTo>
                    <a:pt x="2305050" y="47625"/>
                  </a:lnTo>
                  <a:lnTo>
                    <a:pt x="2344153" y="47625"/>
                  </a:lnTo>
                  <a:lnTo>
                    <a:pt x="2346071" y="38100"/>
                  </a:lnTo>
                  <a:lnTo>
                    <a:pt x="2344153" y="28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9500" y="4943475"/>
              <a:ext cx="2505075" cy="81915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4017" y="1004145"/>
            <a:ext cx="16518255" cy="1753235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995"/>
              </a:spcBef>
            </a:pPr>
            <a:r>
              <a:rPr dirty="0"/>
              <a:t>Our</a:t>
            </a:r>
            <a:r>
              <a:rPr spc="15" dirty="0"/>
              <a:t> </a:t>
            </a:r>
            <a:r>
              <a:rPr spc="-10" dirty="0"/>
              <a:t>approach</a:t>
            </a:r>
          </a:p>
          <a:p>
            <a:pPr marL="12700" marR="5080">
              <a:lnSpc>
                <a:spcPct val="101299"/>
              </a:lnSpc>
              <a:spcBef>
                <a:spcPts val="780"/>
              </a:spcBef>
            </a:pP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We</a:t>
            </a:r>
            <a:r>
              <a:rPr sz="21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take</a:t>
            </a:r>
            <a:r>
              <a:rPr sz="21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21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critical</a:t>
            </a:r>
            <a:r>
              <a:rPr sz="21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hypothesis-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driven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approach,</a:t>
            </a:r>
            <a:r>
              <a:rPr sz="21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focusing</a:t>
            </a:r>
            <a:r>
              <a:rPr sz="21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our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analysis</a:t>
            </a:r>
            <a:r>
              <a:rPr sz="21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on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2100" b="1" spc="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optimisation</a:t>
            </a:r>
            <a:r>
              <a:rPr sz="2100" b="1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r>
              <a:rPr sz="21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21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arrive</a:t>
            </a:r>
            <a:r>
              <a:rPr sz="21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at</a:t>
            </a:r>
            <a:r>
              <a:rPr sz="21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2100" b="1" spc="-10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most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impactful</a:t>
            </a:r>
            <a:r>
              <a:rPr sz="21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benefits.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55755" y="471423"/>
            <a:ext cx="324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Methodology</a:t>
            </a:r>
            <a:r>
              <a:rPr sz="1800" spc="-40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and</a:t>
            </a:r>
            <a:r>
              <a:rPr sz="1800" spc="-7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A9A8AD"/>
                </a:solidFill>
                <a:latin typeface="Century Gothic"/>
                <a:cs typeface="Century Gothic"/>
              </a:rPr>
              <a:t>Approach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06850" y="5202491"/>
            <a:ext cx="17481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Century Gothic"/>
                <a:cs typeface="Century Gothic"/>
              </a:rPr>
              <a:t>Rapid</a:t>
            </a:r>
            <a:r>
              <a:rPr sz="1550" b="1" spc="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Assessment</a:t>
            </a:r>
            <a:endParaRPr sz="155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5075" y="4943475"/>
            <a:ext cx="2505075" cy="8191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164958" y="5202491"/>
            <a:ext cx="8096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Analysis</a:t>
            </a:r>
            <a:endParaRPr sz="1550">
              <a:latin typeface="Century Gothic"/>
              <a:cs typeface="Century Gothic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10650" y="4943475"/>
            <a:ext cx="2495550" cy="81915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759315" y="5202491"/>
            <a:ext cx="10121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Validation</a:t>
            </a:r>
            <a:endParaRPr sz="1550">
              <a:latin typeface="Century Gothic"/>
              <a:cs typeface="Century Gothic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63375" y="4943475"/>
            <a:ext cx="5191125" cy="8191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887068" y="5202491"/>
            <a:ext cx="9734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Roadmap</a:t>
            </a:r>
            <a:endParaRPr sz="155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33450" y="4943475"/>
            <a:ext cx="2803525" cy="819150"/>
            <a:chOff x="933450" y="4943475"/>
            <a:chExt cx="2803525" cy="819150"/>
          </a:xfrm>
        </p:grpSpPr>
        <p:sp>
          <p:nvSpPr>
            <p:cNvPr id="17" name="object 17"/>
            <p:cNvSpPr/>
            <p:nvPr/>
          </p:nvSpPr>
          <p:spPr>
            <a:xfrm>
              <a:off x="1390650" y="5410200"/>
              <a:ext cx="2346325" cy="76200"/>
            </a:xfrm>
            <a:custGeom>
              <a:avLst/>
              <a:gdLst/>
              <a:ahLst/>
              <a:cxnLst/>
              <a:rect l="l" t="t" r="r" b="b"/>
              <a:pathLst>
                <a:path w="2346325" h="76200">
                  <a:moveTo>
                    <a:pt x="1905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19050" y="47625"/>
                  </a:lnTo>
                  <a:lnTo>
                    <a:pt x="19050" y="28575"/>
                  </a:lnTo>
                  <a:close/>
                </a:path>
                <a:path w="2346325" h="76200">
                  <a:moveTo>
                    <a:pt x="57150" y="28575"/>
                  </a:moveTo>
                  <a:lnTo>
                    <a:pt x="38100" y="28575"/>
                  </a:lnTo>
                  <a:lnTo>
                    <a:pt x="38100" y="47625"/>
                  </a:lnTo>
                  <a:lnTo>
                    <a:pt x="57150" y="47625"/>
                  </a:lnTo>
                  <a:lnTo>
                    <a:pt x="57150" y="28575"/>
                  </a:lnTo>
                  <a:close/>
                </a:path>
                <a:path w="2346325" h="76200">
                  <a:moveTo>
                    <a:pt x="95250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95250" y="47625"/>
                  </a:lnTo>
                  <a:lnTo>
                    <a:pt x="95250" y="28575"/>
                  </a:lnTo>
                  <a:close/>
                </a:path>
                <a:path w="2346325" h="76200">
                  <a:moveTo>
                    <a:pt x="133350" y="28575"/>
                  </a:moveTo>
                  <a:lnTo>
                    <a:pt x="114300" y="28575"/>
                  </a:lnTo>
                  <a:lnTo>
                    <a:pt x="114300" y="47625"/>
                  </a:lnTo>
                  <a:lnTo>
                    <a:pt x="133350" y="47625"/>
                  </a:lnTo>
                  <a:lnTo>
                    <a:pt x="133350" y="28575"/>
                  </a:lnTo>
                  <a:close/>
                </a:path>
                <a:path w="2346325" h="76200">
                  <a:moveTo>
                    <a:pt x="171450" y="28575"/>
                  </a:moveTo>
                  <a:lnTo>
                    <a:pt x="152400" y="28575"/>
                  </a:lnTo>
                  <a:lnTo>
                    <a:pt x="152400" y="47625"/>
                  </a:lnTo>
                  <a:lnTo>
                    <a:pt x="171450" y="47625"/>
                  </a:lnTo>
                  <a:lnTo>
                    <a:pt x="171450" y="28575"/>
                  </a:lnTo>
                  <a:close/>
                </a:path>
                <a:path w="2346325" h="76200">
                  <a:moveTo>
                    <a:pt x="209550" y="28575"/>
                  </a:moveTo>
                  <a:lnTo>
                    <a:pt x="190500" y="28575"/>
                  </a:lnTo>
                  <a:lnTo>
                    <a:pt x="190500" y="47625"/>
                  </a:lnTo>
                  <a:lnTo>
                    <a:pt x="209550" y="47625"/>
                  </a:lnTo>
                  <a:lnTo>
                    <a:pt x="209550" y="28575"/>
                  </a:lnTo>
                  <a:close/>
                </a:path>
                <a:path w="2346325" h="76200">
                  <a:moveTo>
                    <a:pt x="247650" y="28575"/>
                  </a:moveTo>
                  <a:lnTo>
                    <a:pt x="228600" y="28575"/>
                  </a:lnTo>
                  <a:lnTo>
                    <a:pt x="228600" y="47625"/>
                  </a:lnTo>
                  <a:lnTo>
                    <a:pt x="247650" y="47625"/>
                  </a:lnTo>
                  <a:lnTo>
                    <a:pt x="247650" y="28575"/>
                  </a:lnTo>
                  <a:close/>
                </a:path>
                <a:path w="2346325" h="76200">
                  <a:moveTo>
                    <a:pt x="285750" y="28575"/>
                  </a:moveTo>
                  <a:lnTo>
                    <a:pt x="266700" y="28575"/>
                  </a:lnTo>
                  <a:lnTo>
                    <a:pt x="266700" y="47625"/>
                  </a:lnTo>
                  <a:lnTo>
                    <a:pt x="285750" y="47625"/>
                  </a:lnTo>
                  <a:lnTo>
                    <a:pt x="285750" y="28575"/>
                  </a:lnTo>
                  <a:close/>
                </a:path>
                <a:path w="2346325" h="76200">
                  <a:moveTo>
                    <a:pt x="323850" y="28575"/>
                  </a:moveTo>
                  <a:lnTo>
                    <a:pt x="304800" y="28575"/>
                  </a:lnTo>
                  <a:lnTo>
                    <a:pt x="304800" y="47625"/>
                  </a:lnTo>
                  <a:lnTo>
                    <a:pt x="323850" y="47625"/>
                  </a:lnTo>
                  <a:lnTo>
                    <a:pt x="323850" y="28575"/>
                  </a:lnTo>
                  <a:close/>
                </a:path>
                <a:path w="2346325" h="76200">
                  <a:moveTo>
                    <a:pt x="361950" y="28575"/>
                  </a:moveTo>
                  <a:lnTo>
                    <a:pt x="342900" y="28575"/>
                  </a:lnTo>
                  <a:lnTo>
                    <a:pt x="342900" y="47625"/>
                  </a:lnTo>
                  <a:lnTo>
                    <a:pt x="361950" y="47625"/>
                  </a:lnTo>
                  <a:lnTo>
                    <a:pt x="361950" y="28575"/>
                  </a:lnTo>
                  <a:close/>
                </a:path>
                <a:path w="2346325" h="76200">
                  <a:moveTo>
                    <a:pt x="400050" y="28575"/>
                  </a:moveTo>
                  <a:lnTo>
                    <a:pt x="381000" y="28575"/>
                  </a:lnTo>
                  <a:lnTo>
                    <a:pt x="381000" y="47625"/>
                  </a:lnTo>
                  <a:lnTo>
                    <a:pt x="400050" y="47625"/>
                  </a:lnTo>
                  <a:lnTo>
                    <a:pt x="400050" y="28575"/>
                  </a:lnTo>
                  <a:close/>
                </a:path>
                <a:path w="2346325" h="76200">
                  <a:moveTo>
                    <a:pt x="438150" y="28575"/>
                  </a:moveTo>
                  <a:lnTo>
                    <a:pt x="419100" y="28575"/>
                  </a:lnTo>
                  <a:lnTo>
                    <a:pt x="419100" y="47625"/>
                  </a:lnTo>
                  <a:lnTo>
                    <a:pt x="438150" y="47625"/>
                  </a:lnTo>
                  <a:lnTo>
                    <a:pt x="438150" y="28575"/>
                  </a:lnTo>
                  <a:close/>
                </a:path>
                <a:path w="2346325" h="76200">
                  <a:moveTo>
                    <a:pt x="476250" y="28575"/>
                  </a:moveTo>
                  <a:lnTo>
                    <a:pt x="457200" y="28575"/>
                  </a:lnTo>
                  <a:lnTo>
                    <a:pt x="457200" y="47625"/>
                  </a:lnTo>
                  <a:lnTo>
                    <a:pt x="476250" y="47625"/>
                  </a:lnTo>
                  <a:lnTo>
                    <a:pt x="476250" y="28575"/>
                  </a:lnTo>
                  <a:close/>
                </a:path>
                <a:path w="2346325" h="76200">
                  <a:moveTo>
                    <a:pt x="514350" y="28575"/>
                  </a:moveTo>
                  <a:lnTo>
                    <a:pt x="495300" y="28575"/>
                  </a:lnTo>
                  <a:lnTo>
                    <a:pt x="495300" y="47625"/>
                  </a:lnTo>
                  <a:lnTo>
                    <a:pt x="514350" y="47625"/>
                  </a:lnTo>
                  <a:lnTo>
                    <a:pt x="514350" y="28575"/>
                  </a:lnTo>
                  <a:close/>
                </a:path>
                <a:path w="2346325" h="76200">
                  <a:moveTo>
                    <a:pt x="552450" y="28575"/>
                  </a:moveTo>
                  <a:lnTo>
                    <a:pt x="533400" y="28575"/>
                  </a:lnTo>
                  <a:lnTo>
                    <a:pt x="533400" y="47625"/>
                  </a:lnTo>
                  <a:lnTo>
                    <a:pt x="552450" y="47625"/>
                  </a:lnTo>
                  <a:lnTo>
                    <a:pt x="552450" y="28575"/>
                  </a:lnTo>
                  <a:close/>
                </a:path>
                <a:path w="2346325" h="76200">
                  <a:moveTo>
                    <a:pt x="590550" y="28575"/>
                  </a:moveTo>
                  <a:lnTo>
                    <a:pt x="571500" y="28575"/>
                  </a:lnTo>
                  <a:lnTo>
                    <a:pt x="571500" y="47625"/>
                  </a:lnTo>
                  <a:lnTo>
                    <a:pt x="590550" y="47625"/>
                  </a:lnTo>
                  <a:lnTo>
                    <a:pt x="590550" y="28575"/>
                  </a:lnTo>
                  <a:close/>
                </a:path>
                <a:path w="2346325" h="76200">
                  <a:moveTo>
                    <a:pt x="628650" y="28575"/>
                  </a:moveTo>
                  <a:lnTo>
                    <a:pt x="609600" y="28575"/>
                  </a:lnTo>
                  <a:lnTo>
                    <a:pt x="609600" y="47625"/>
                  </a:lnTo>
                  <a:lnTo>
                    <a:pt x="628650" y="47625"/>
                  </a:lnTo>
                  <a:lnTo>
                    <a:pt x="628650" y="28575"/>
                  </a:lnTo>
                  <a:close/>
                </a:path>
                <a:path w="2346325" h="76200">
                  <a:moveTo>
                    <a:pt x="666750" y="28575"/>
                  </a:moveTo>
                  <a:lnTo>
                    <a:pt x="647700" y="28575"/>
                  </a:lnTo>
                  <a:lnTo>
                    <a:pt x="647700" y="47625"/>
                  </a:lnTo>
                  <a:lnTo>
                    <a:pt x="666750" y="47625"/>
                  </a:lnTo>
                  <a:lnTo>
                    <a:pt x="666750" y="28575"/>
                  </a:lnTo>
                  <a:close/>
                </a:path>
                <a:path w="2346325" h="76200">
                  <a:moveTo>
                    <a:pt x="704850" y="28575"/>
                  </a:moveTo>
                  <a:lnTo>
                    <a:pt x="685800" y="28575"/>
                  </a:lnTo>
                  <a:lnTo>
                    <a:pt x="685800" y="47625"/>
                  </a:lnTo>
                  <a:lnTo>
                    <a:pt x="704850" y="47625"/>
                  </a:lnTo>
                  <a:lnTo>
                    <a:pt x="704850" y="28575"/>
                  </a:lnTo>
                  <a:close/>
                </a:path>
                <a:path w="2346325" h="76200">
                  <a:moveTo>
                    <a:pt x="742950" y="28575"/>
                  </a:moveTo>
                  <a:lnTo>
                    <a:pt x="723900" y="28575"/>
                  </a:lnTo>
                  <a:lnTo>
                    <a:pt x="723900" y="47625"/>
                  </a:lnTo>
                  <a:lnTo>
                    <a:pt x="742950" y="47625"/>
                  </a:lnTo>
                  <a:lnTo>
                    <a:pt x="742950" y="28575"/>
                  </a:lnTo>
                  <a:close/>
                </a:path>
                <a:path w="2346325" h="76200">
                  <a:moveTo>
                    <a:pt x="781050" y="28575"/>
                  </a:moveTo>
                  <a:lnTo>
                    <a:pt x="762000" y="28575"/>
                  </a:lnTo>
                  <a:lnTo>
                    <a:pt x="762000" y="47625"/>
                  </a:lnTo>
                  <a:lnTo>
                    <a:pt x="781050" y="47625"/>
                  </a:lnTo>
                  <a:lnTo>
                    <a:pt x="781050" y="28575"/>
                  </a:lnTo>
                  <a:close/>
                </a:path>
                <a:path w="2346325" h="76200">
                  <a:moveTo>
                    <a:pt x="819150" y="28575"/>
                  </a:moveTo>
                  <a:lnTo>
                    <a:pt x="800100" y="28575"/>
                  </a:lnTo>
                  <a:lnTo>
                    <a:pt x="800100" y="47625"/>
                  </a:lnTo>
                  <a:lnTo>
                    <a:pt x="819150" y="47625"/>
                  </a:lnTo>
                  <a:lnTo>
                    <a:pt x="819150" y="28575"/>
                  </a:lnTo>
                  <a:close/>
                </a:path>
                <a:path w="2346325" h="76200">
                  <a:moveTo>
                    <a:pt x="857250" y="28575"/>
                  </a:moveTo>
                  <a:lnTo>
                    <a:pt x="838200" y="28575"/>
                  </a:lnTo>
                  <a:lnTo>
                    <a:pt x="838200" y="47625"/>
                  </a:lnTo>
                  <a:lnTo>
                    <a:pt x="857250" y="47625"/>
                  </a:lnTo>
                  <a:lnTo>
                    <a:pt x="857250" y="28575"/>
                  </a:lnTo>
                  <a:close/>
                </a:path>
                <a:path w="2346325" h="76200">
                  <a:moveTo>
                    <a:pt x="895350" y="28575"/>
                  </a:moveTo>
                  <a:lnTo>
                    <a:pt x="876300" y="28575"/>
                  </a:lnTo>
                  <a:lnTo>
                    <a:pt x="876300" y="47625"/>
                  </a:lnTo>
                  <a:lnTo>
                    <a:pt x="895350" y="47625"/>
                  </a:lnTo>
                  <a:lnTo>
                    <a:pt x="895350" y="28575"/>
                  </a:lnTo>
                  <a:close/>
                </a:path>
                <a:path w="2346325" h="76200">
                  <a:moveTo>
                    <a:pt x="933450" y="28575"/>
                  </a:moveTo>
                  <a:lnTo>
                    <a:pt x="914400" y="28575"/>
                  </a:lnTo>
                  <a:lnTo>
                    <a:pt x="914400" y="47625"/>
                  </a:lnTo>
                  <a:lnTo>
                    <a:pt x="933450" y="47625"/>
                  </a:lnTo>
                  <a:lnTo>
                    <a:pt x="933450" y="28575"/>
                  </a:lnTo>
                  <a:close/>
                </a:path>
                <a:path w="2346325" h="76200">
                  <a:moveTo>
                    <a:pt x="971550" y="28575"/>
                  </a:moveTo>
                  <a:lnTo>
                    <a:pt x="952500" y="28575"/>
                  </a:lnTo>
                  <a:lnTo>
                    <a:pt x="952500" y="47625"/>
                  </a:lnTo>
                  <a:lnTo>
                    <a:pt x="971550" y="47625"/>
                  </a:lnTo>
                  <a:lnTo>
                    <a:pt x="971550" y="28575"/>
                  </a:lnTo>
                  <a:close/>
                </a:path>
                <a:path w="2346325" h="76200">
                  <a:moveTo>
                    <a:pt x="1009650" y="28575"/>
                  </a:moveTo>
                  <a:lnTo>
                    <a:pt x="990600" y="28575"/>
                  </a:lnTo>
                  <a:lnTo>
                    <a:pt x="990600" y="47625"/>
                  </a:lnTo>
                  <a:lnTo>
                    <a:pt x="1009650" y="47625"/>
                  </a:lnTo>
                  <a:lnTo>
                    <a:pt x="1009650" y="28575"/>
                  </a:lnTo>
                  <a:close/>
                </a:path>
                <a:path w="2346325" h="76200">
                  <a:moveTo>
                    <a:pt x="1047750" y="28575"/>
                  </a:moveTo>
                  <a:lnTo>
                    <a:pt x="1028700" y="28575"/>
                  </a:lnTo>
                  <a:lnTo>
                    <a:pt x="1028700" y="47625"/>
                  </a:lnTo>
                  <a:lnTo>
                    <a:pt x="1047750" y="47625"/>
                  </a:lnTo>
                  <a:lnTo>
                    <a:pt x="1047750" y="28575"/>
                  </a:lnTo>
                  <a:close/>
                </a:path>
                <a:path w="2346325" h="76200">
                  <a:moveTo>
                    <a:pt x="1085850" y="28575"/>
                  </a:moveTo>
                  <a:lnTo>
                    <a:pt x="1066800" y="28575"/>
                  </a:lnTo>
                  <a:lnTo>
                    <a:pt x="1066800" y="47625"/>
                  </a:lnTo>
                  <a:lnTo>
                    <a:pt x="1085850" y="47625"/>
                  </a:lnTo>
                  <a:lnTo>
                    <a:pt x="1085850" y="28575"/>
                  </a:lnTo>
                  <a:close/>
                </a:path>
                <a:path w="2346325" h="76200">
                  <a:moveTo>
                    <a:pt x="1123950" y="28575"/>
                  </a:moveTo>
                  <a:lnTo>
                    <a:pt x="1104900" y="28575"/>
                  </a:lnTo>
                  <a:lnTo>
                    <a:pt x="1104900" y="47625"/>
                  </a:lnTo>
                  <a:lnTo>
                    <a:pt x="1123950" y="47625"/>
                  </a:lnTo>
                  <a:lnTo>
                    <a:pt x="1123950" y="28575"/>
                  </a:lnTo>
                  <a:close/>
                </a:path>
                <a:path w="2346325" h="76200">
                  <a:moveTo>
                    <a:pt x="1162050" y="28575"/>
                  </a:moveTo>
                  <a:lnTo>
                    <a:pt x="1143000" y="28575"/>
                  </a:lnTo>
                  <a:lnTo>
                    <a:pt x="1143000" y="47625"/>
                  </a:lnTo>
                  <a:lnTo>
                    <a:pt x="1162050" y="47625"/>
                  </a:lnTo>
                  <a:lnTo>
                    <a:pt x="1162050" y="28575"/>
                  </a:lnTo>
                  <a:close/>
                </a:path>
                <a:path w="2346325" h="76200">
                  <a:moveTo>
                    <a:pt x="1200150" y="28575"/>
                  </a:moveTo>
                  <a:lnTo>
                    <a:pt x="1181100" y="28575"/>
                  </a:lnTo>
                  <a:lnTo>
                    <a:pt x="1181100" y="47625"/>
                  </a:lnTo>
                  <a:lnTo>
                    <a:pt x="1200150" y="47625"/>
                  </a:lnTo>
                  <a:lnTo>
                    <a:pt x="1200150" y="28575"/>
                  </a:lnTo>
                  <a:close/>
                </a:path>
                <a:path w="2346325" h="76200">
                  <a:moveTo>
                    <a:pt x="1238250" y="28575"/>
                  </a:moveTo>
                  <a:lnTo>
                    <a:pt x="1219200" y="28575"/>
                  </a:lnTo>
                  <a:lnTo>
                    <a:pt x="1219200" y="47625"/>
                  </a:lnTo>
                  <a:lnTo>
                    <a:pt x="1238250" y="47625"/>
                  </a:lnTo>
                  <a:lnTo>
                    <a:pt x="1238250" y="28575"/>
                  </a:lnTo>
                  <a:close/>
                </a:path>
                <a:path w="2346325" h="76200">
                  <a:moveTo>
                    <a:pt x="1276350" y="28575"/>
                  </a:moveTo>
                  <a:lnTo>
                    <a:pt x="1257300" y="28575"/>
                  </a:lnTo>
                  <a:lnTo>
                    <a:pt x="1257300" y="47625"/>
                  </a:lnTo>
                  <a:lnTo>
                    <a:pt x="1276350" y="47625"/>
                  </a:lnTo>
                  <a:lnTo>
                    <a:pt x="1276350" y="28575"/>
                  </a:lnTo>
                  <a:close/>
                </a:path>
                <a:path w="2346325" h="76200">
                  <a:moveTo>
                    <a:pt x="1314450" y="28575"/>
                  </a:moveTo>
                  <a:lnTo>
                    <a:pt x="1295400" y="28575"/>
                  </a:lnTo>
                  <a:lnTo>
                    <a:pt x="1295400" y="47625"/>
                  </a:lnTo>
                  <a:lnTo>
                    <a:pt x="1314450" y="47625"/>
                  </a:lnTo>
                  <a:lnTo>
                    <a:pt x="1314450" y="28575"/>
                  </a:lnTo>
                  <a:close/>
                </a:path>
                <a:path w="2346325" h="76200">
                  <a:moveTo>
                    <a:pt x="1352550" y="28575"/>
                  </a:moveTo>
                  <a:lnTo>
                    <a:pt x="1333500" y="28575"/>
                  </a:lnTo>
                  <a:lnTo>
                    <a:pt x="1333500" y="47625"/>
                  </a:lnTo>
                  <a:lnTo>
                    <a:pt x="1352550" y="47625"/>
                  </a:lnTo>
                  <a:lnTo>
                    <a:pt x="1352550" y="28575"/>
                  </a:lnTo>
                  <a:close/>
                </a:path>
                <a:path w="2346325" h="76200">
                  <a:moveTo>
                    <a:pt x="1390650" y="28575"/>
                  </a:moveTo>
                  <a:lnTo>
                    <a:pt x="1371600" y="28575"/>
                  </a:lnTo>
                  <a:lnTo>
                    <a:pt x="1371600" y="47625"/>
                  </a:lnTo>
                  <a:lnTo>
                    <a:pt x="1390650" y="47625"/>
                  </a:lnTo>
                  <a:lnTo>
                    <a:pt x="1390650" y="28575"/>
                  </a:lnTo>
                  <a:close/>
                </a:path>
                <a:path w="2346325" h="76200">
                  <a:moveTo>
                    <a:pt x="1428750" y="28575"/>
                  </a:moveTo>
                  <a:lnTo>
                    <a:pt x="1409700" y="28575"/>
                  </a:lnTo>
                  <a:lnTo>
                    <a:pt x="1409700" y="47625"/>
                  </a:lnTo>
                  <a:lnTo>
                    <a:pt x="1428750" y="47625"/>
                  </a:lnTo>
                  <a:lnTo>
                    <a:pt x="1428750" y="28575"/>
                  </a:lnTo>
                  <a:close/>
                </a:path>
                <a:path w="2346325" h="76200">
                  <a:moveTo>
                    <a:pt x="1466850" y="28575"/>
                  </a:moveTo>
                  <a:lnTo>
                    <a:pt x="1447800" y="28575"/>
                  </a:lnTo>
                  <a:lnTo>
                    <a:pt x="1447800" y="47625"/>
                  </a:lnTo>
                  <a:lnTo>
                    <a:pt x="1466850" y="47625"/>
                  </a:lnTo>
                  <a:lnTo>
                    <a:pt x="1466850" y="28575"/>
                  </a:lnTo>
                  <a:close/>
                </a:path>
                <a:path w="2346325" h="76200">
                  <a:moveTo>
                    <a:pt x="1504950" y="28575"/>
                  </a:moveTo>
                  <a:lnTo>
                    <a:pt x="1485900" y="28575"/>
                  </a:lnTo>
                  <a:lnTo>
                    <a:pt x="1485900" y="47625"/>
                  </a:lnTo>
                  <a:lnTo>
                    <a:pt x="1504950" y="47625"/>
                  </a:lnTo>
                  <a:lnTo>
                    <a:pt x="1504950" y="28575"/>
                  </a:lnTo>
                  <a:close/>
                </a:path>
                <a:path w="2346325" h="76200">
                  <a:moveTo>
                    <a:pt x="1543050" y="28575"/>
                  </a:moveTo>
                  <a:lnTo>
                    <a:pt x="1524000" y="28575"/>
                  </a:lnTo>
                  <a:lnTo>
                    <a:pt x="1524000" y="47625"/>
                  </a:lnTo>
                  <a:lnTo>
                    <a:pt x="1543050" y="47625"/>
                  </a:lnTo>
                  <a:lnTo>
                    <a:pt x="1543050" y="28575"/>
                  </a:lnTo>
                  <a:close/>
                </a:path>
                <a:path w="2346325" h="76200">
                  <a:moveTo>
                    <a:pt x="1581150" y="28575"/>
                  </a:moveTo>
                  <a:lnTo>
                    <a:pt x="1562100" y="28575"/>
                  </a:lnTo>
                  <a:lnTo>
                    <a:pt x="1562100" y="47625"/>
                  </a:lnTo>
                  <a:lnTo>
                    <a:pt x="1581150" y="47625"/>
                  </a:lnTo>
                  <a:lnTo>
                    <a:pt x="1581150" y="28575"/>
                  </a:lnTo>
                  <a:close/>
                </a:path>
                <a:path w="2346325" h="76200">
                  <a:moveTo>
                    <a:pt x="1619250" y="28575"/>
                  </a:moveTo>
                  <a:lnTo>
                    <a:pt x="1600200" y="28575"/>
                  </a:lnTo>
                  <a:lnTo>
                    <a:pt x="1600200" y="47625"/>
                  </a:lnTo>
                  <a:lnTo>
                    <a:pt x="1619250" y="47625"/>
                  </a:lnTo>
                  <a:lnTo>
                    <a:pt x="1619250" y="28575"/>
                  </a:lnTo>
                  <a:close/>
                </a:path>
                <a:path w="2346325" h="76200">
                  <a:moveTo>
                    <a:pt x="1657350" y="28575"/>
                  </a:moveTo>
                  <a:lnTo>
                    <a:pt x="1638300" y="28575"/>
                  </a:lnTo>
                  <a:lnTo>
                    <a:pt x="1638300" y="47625"/>
                  </a:lnTo>
                  <a:lnTo>
                    <a:pt x="1657350" y="47625"/>
                  </a:lnTo>
                  <a:lnTo>
                    <a:pt x="1657350" y="28575"/>
                  </a:lnTo>
                  <a:close/>
                </a:path>
                <a:path w="2346325" h="76200">
                  <a:moveTo>
                    <a:pt x="1695450" y="28575"/>
                  </a:moveTo>
                  <a:lnTo>
                    <a:pt x="1676400" y="28575"/>
                  </a:lnTo>
                  <a:lnTo>
                    <a:pt x="1676400" y="47625"/>
                  </a:lnTo>
                  <a:lnTo>
                    <a:pt x="1695450" y="47625"/>
                  </a:lnTo>
                  <a:lnTo>
                    <a:pt x="1695450" y="28575"/>
                  </a:lnTo>
                  <a:close/>
                </a:path>
                <a:path w="2346325" h="76200">
                  <a:moveTo>
                    <a:pt x="1733550" y="28575"/>
                  </a:moveTo>
                  <a:lnTo>
                    <a:pt x="1714500" y="28575"/>
                  </a:lnTo>
                  <a:lnTo>
                    <a:pt x="1714500" y="47625"/>
                  </a:lnTo>
                  <a:lnTo>
                    <a:pt x="1733550" y="47625"/>
                  </a:lnTo>
                  <a:lnTo>
                    <a:pt x="1733550" y="28575"/>
                  </a:lnTo>
                  <a:close/>
                </a:path>
                <a:path w="2346325" h="76200">
                  <a:moveTo>
                    <a:pt x="1771650" y="28575"/>
                  </a:moveTo>
                  <a:lnTo>
                    <a:pt x="1752600" y="28575"/>
                  </a:lnTo>
                  <a:lnTo>
                    <a:pt x="1752600" y="47625"/>
                  </a:lnTo>
                  <a:lnTo>
                    <a:pt x="1771650" y="47625"/>
                  </a:lnTo>
                  <a:lnTo>
                    <a:pt x="1771650" y="28575"/>
                  </a:lnTo>
                  <a:close/>
                </a:path>
                <a:path w="2346325" h="76200">
                  <a:moveTo>
                    <a:pt x="1809750" y="28575"/>
                  </a:moveTo>
                  <a:lnTo>
                    <a:pt x="1790700" y="28575"/>
                  </a:lnTo>
                  <a:lnTo>
                    <a:pt x="1790700" y="47625"/>
                  </a:lnTo>
                  <a:lnTo>
                    <a:pt x="1809750" y="47625"/>
                  </a:lnTo>
                  <a:lnTo>
                    <a:pt x="1809750" y="28575"/>
                  </a:lnTo>
                  <a:close/>
                </a:path>
                <a:path w="2346325" h="76200">
                  <a:moveTo>
                    <a:pt x="1847850" y="28575"/>
                  </a:moveTo>
                  <a:lnTo>
                    <a:pt x="1828800" y="28575"/>
                  </a:lnTo>
                  <a:lnTo>
                    <a:pt x="1828800" y="47625"/>
                  </a:lnTo>
                  <a:lnTo>
                    <a:pt x="1847850" y="47625"/>
                  </a:lnTo>
                  <a:lnTo>
                    <a:pt x="1847850" y="28575"/>
                  </a:lnTo>
                  <a:close/>
                </a:path>
                <a:path w="2346325" h="76200">
                  <a:moveTo>
                    <a:pt x="1885950" y="28575"/>
                  </a:moveTo>
                  <a:lnTo>
                    <a:pt x="1866900" y="28575"/>
                  </a:lnTo>
                  <a:lnTo>
                    <a:pt x="1866900" y="47625"/>
                  </a:lnTo>
                  <a:lnTo>
                    <a:pt x="1885950" y="47625"/>
                  </a:lnTo>
                  <a:lnTo>
                    <a:pt x="1885950" y="28575"/>
                  </a:lnTo>
                  <a:close/>
                </a:path>
                <a:path w="2346325" h="76200">
                  <a:moveTo>
                    <a:pt x="1924050" y="28575"/>
                  </a:moveTo>
                  <a:lnTo>
                    <a:pt x="1905000" y="28575"/>
                  </a:lnTo>
                  <a:lnTo>
                    <a:pt x="1905000" y="47625"/>
                  </a:lnTo>
                  <a:lnTo>
                    <a:pt x="1924050" y="47625"/>
                  </a:lnTo>
                  <a:lnTo>
                    <a:pt x="1924050" y="28575"/>
                  </a:lnTo>
                  <a:close/>
                </a:path>
                <a:path w="2346325" h="76200">
                  <a:moveTo>
                    <a:pt x="1962150" y="28575"/>
                  </a:moveTo>
                  <a:lnTo>
                    <a:pt x="1943100" y="28575"/>
                  </a:lnTo>
                  <a:lnTo>
                    <a:pt x="1943100" y="47625"/>
                  </a:lnTo>
                  <a:lnTo>
                    <a:pt x="1962150" y="47625"/>
                  </a:lnTo>
                  <a:lnTo>
                    <a:pt x="1962150" y="28575"/>
                  </a:lnTo>
                  <a:close/>
                </a:path>
                <a:path w="2346325" h="76200">
                  <a:moveTo>
                    <a:pt x="2000250" y="28575"/>
                  </a:moveTo>
                  <a:lnTo>
                    <a:pt x="1981200" y="28575"/>
                  </a:lnTo>
                  <a:lnTo>
                    <a:pt x="1981200" y="47625"/>
                  </a:lnTo>
                  <a:lnTo>
                    <a:pt x="2000250" y="47625"/>
                  </a:lnTo>
                  <a:lnTo>
                    <a:pt x="2000250" y="28575"/>
                  </a:lnTo>
                  <a:close/>
                </a:path>
                <a:path w="2346325" h="76200">
                  <a:moveTo>
                    <a:pt x="2038350" y="28575"/>
                  </a:moveTo>
                  <a:lnTo>
                    <a:pt x="2019300" y="28575"/>
                  </a:lnTo>
                  <a:lnTo>
                    <a:pt x="2019300" y="47625"/>
                  </a:lnTo>
                  <a:lnTo>
                    <a:pt x="2038350" y="47625"/>
                  </a:lnTo>
                  <a:lnTo>
                    <a:pt x="2038350" y="28575"/>
                  </a:lnTo>
                  <a:close/>
                </a:path>
                <a:path w="2346325" h="76200">
                  <a:moveTo>
                    <a:pt x="2076450" y="28575"/>
                  </a:moveTo>
                  <a:lnTo>
                    <a:pt x="2057400" y="28575"/>
                  </a:lnTo>
                  <a:lnTo>
                    <a:pt x="2057400" y="47625"/>
                  </a:lnTo>
                  <a:lnTo>
                    <a:pt x="2076450" y="47625"/>
                  </a:lnTo>
                  <a:lnTo>
                    <a:pt x="2076450" y="28575"/>
                  </a:lnTo>
                  <a:close/>
                </a:path>
                <a:path w="2346325" h="76200">
                  <a:moveTo>
                    <a:pt x="2114550" y="28575"/>
                  </a:moveTo>
                  <a:lnTo>
                    <a:pt x="2095500" y="28575"/>
                  </a:lnTo>
                  <a:lnTo>
                    <a:pt x="2095500" y="47625"/>
                  </a:lnTo>
                  <a:lnTo>
                    <a:pt x="2114550" y="47625"/>
                  </a:lnTo>
                  <a:lnTo>
                    <a:pt x="2114550" y="28575"/>
                  </a:lnTo>
                  <a:close/>
                </a:path>
                <a:path w="2346325" h="76200">
                  <a:moveTo>
                    <a:pt x="2152650" y="28575"/>
                  </a:moveTo>
                  <a:lnTo>
                    <a:pt x="2133600" y="28575"/>
                  </a:lnTo>
                  <a:lnTo>
                    <a:pt x="2133600" y="47625"/>
                  </a:lnTo>
                  <a:lnTo>
                    <a:pt x="2152650" y="47625"/>
                  </a:lnTo>
                  <a:lnTo>
                    <a:pt x="2152650" y="28575"/>
                  </a:lnTo>
                  <a:close/>
                </a:path>
                <a:path w="2346325" h="76200">
                  <a:moveTo>
                    <a:pt x="2190750" y="28575"/>
                  </a:moveTo>
                  <a:lnTo>
                    <a:pt x="2171700" y="28575"/>
                  </a:lnTo>
                  <a:lnTo>
                    <a:pt x="2171700" y="47625"/>
                  </a:lnTo>
                  <a:lnTo>
                    <a:pt x="2190750" y="47625"/>
                  </a:lnTo>
                  <a:lnTo>
                    <a:pt x="2190750" y="28575"/>
                  </a:lnTo>
                  <a:close/>
                </a:path>
                <a:path w="2346325" h="76200">
                  <a:moveTo>
                    <a:pt x="2228850" y="28575"/>
                  </a:moveTo>
                  <a:lnTo>
                    <a:pt x="2209800" y="28575"/>
                  </a:lnTo>
                  <a:lnTo>
                    <a:pt x="2209800" y="47625"/>
                  </a:lnTo>
                  <a:lnTo>
                    <a:pt x="2228850" y="47625"/>
                  </a:lnTo>
                  <a:lnTo>
                    <a:pt x="2228850" y="28575"/>
                  </a:lnTo>
                  <a:close/>
                </a:path>
                <a:path w="2346325" h="76200">
                  <a:moveTo>
                    <a:pt x="2266950" y="28575"/>
                  </a:moveTo>
                  <a:lnTo>
                    <a:pt x="2247900" y="28575"/>
                  </a:lnTo>
                  <a:lnTo>
                    <a:pt x="2247900" y="47625"/>
                  </a:lnTo>
                  <a:lnTo>
                    <a:pt x="2266950" y="47625"/>
                  </a:lnTo>
                  <a:lnTo>
                    <a:pt x="2266950" y="28575"/>
                  </a:lnTo>
                  <a:close/>
                </a:path>
                <a:path w="2346325" h="76200">
                  <a:moveTo>
                    <a:pt x="2307971" y="0"/>
                  </a:moveTo>
                  <a:lnTo>
                    <a:pt x="2293123" y="2988"/>
                  </a:lnTo>
                  <a:lnTo>
                    <a:pt x="2281015" y="11144"/>
                  </a:lnTo>
                  <a:lnTo>
                    <a:pt x="2272859" y="23252"/>
                  </a:lnTo>
                  <a:lnTo>
                    <a:pt x="2269871" y="38100"/>
                  </a:lnTo>
                  <a:lnTo>
                    <a:pt x="2272859" y="52947"/>
                  </a:lnTo>
                  <a:lnTo>
                    <a:pt x="2281015" y="65055"/>
                  </a:lnTo>
                  <a:lnTo>
                    <a:pt x="2293123" y="73211"/>
                  </a:lnTo>
                  <a:lnTo>
                    <a:pt x="2307971" y="76200"/>
                  </a:lnTo>
                  <a:lnTo>
                    <a:pt x="2322818" y="73211"/>
                  </a:lnTo>
                  <a:lnTo>
                    <a:pt x="2334926" y="65055"/>
                  </a:lnTo>
                  <a:lnTo>
                    <a:pt x="2343082" y="52947"/>
                  </a:lnTo>
                  <a:lnTo>
                    <a:pt x="2344153" y="47625"/>
                  </a:lnTo>
                  <a:lnTo>
                    <a:pt x="2286000" y="47625"/>
                  </a:lnTo>
                  <a:lnTo>
                    <a:pt x="2286000" y="28575"/>
                  </a:lnTo>
                  <a:lnTo>
                    <a:pt x="2344153" y="28575"/>
                  </a:lnTo>
                  <a:lnTo>
                    <a:pt x="2343082" y="23252"/>
                  </a:lnTo>
                  <a:lnTo>
                    <a:pt x="2334926" y="11144"/>
                  </a:lnTo>
                  <a:lnTo>
                    <a:pt x="2322818" y="2988"/>
                  </a:lnTo>
                  <a:lnTo>
                    <a:pt x="2307971" y="0"/>
                  </a:lnTo>
                  <a:close/>
                </a:path>
                <a:path w="2346325" h="76200">
                  <a:moveTo>
                    <a:pt x="2305050" y="28575"/>
                  </a:moveTo>
                  <a:lnTo>
                    <a:pt x="2286000" y="28575"/>
                  </a:lnTo>
                  <a:lnTo>
                    <a:pt x="2286000" y="47625"/>
                  </a:lnTo>
                  <a:lnTo>
                    <a:pt x="2305050" y="47625"/>
                  </a:lnTo>
                  <a:lnTo>
                    <a:pt x="2305050" y="28575"/>
                  </a:lnTo>
                  <a:close/>
                </a:path>
                <a:path w="2346325" h="76200">
                  <a:moveTo>
                    <a:pt x="2344153" y="28575"/>
                  </a:moveTo>
                  <a:lnTo>
                    <a:pt x="2305050" y="28575"/>
                  </a:lnTo>
                  <a:lnTo>
                    <a:pt x="2305050" y="47625"/>
                  </a:lnTo>
                  <a:lnTo>
                    <a:pt x="2344153" y="47625"/>
                  </a:lnTo>
                  <a:lnTo>
                    <a:pt x="2346071" y="38100"/>
                  </a:lnTo>
                  <a:lnTo>
                    <a:pt x="2344153" y="28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3450" y="4943475"/>
              <a:ext cx="2495550" cy="81915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31366" y="5202491"/>
            <a:ext cx="11722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Mobilisation</a:t>
            </a:r>
            <a:endParaRPr sz="1550">
              <a:latin typeface="Century Gothic"/>
              <a:cs typeface="Century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685901" y="3989451"/>
            <a:ext cx="1146175" cy="1146175"/>
            <a:chOff x="13685901" y="3989451"/>
            <a:chExt cx="1146175" cy="1146175"/>
          </a:xfrm>
        </p:grpSpPr>
        <p:sp>
          <p:nvSpPr>
            <p:cNvPr id="21" name="object 21"/>
            <p:cNvSpPr/>
            <p:nvPr/>
          </p:nvSpPr>
          <p:spPr>
            <a:xfrm>
              <a:off x="13692251" y="3995801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566673" y="0"/>
                  </a:moveTo>
                  <a:lnTo>
                    <a:pt x="517766" y="2079"/>
                  </a:lnTo>
                  <a:lnTo>
                    <a:pt x="470016" y="8204"/>
                  </a:lnTo>
                  <a:lnTo>
                    <a:pt x="423594" y="18204"/>
                  </a:lnTo>
                  <a:lnTo>
                    <a:pt x="378669" y="31910"/>
                  </a:lnTo>
                  <a:lnTo>
                    <a:pt x="335412" y="49152"/>
                  </a:lnTo>
                  <a:lnTo>
                    <a:pt x="293992" y="69759"/>
                  </a:lnTo>
                  <a:lnTo>
                    <a:pt x="254578" y="93563"/>
                  </a:lnTo>
                  <a:lnTo>
                    <a:pt x="217342" y="120393"/>
                  </a:lnTo>
                  <a:lnTo>
                    <a:pt x="182453" y="150080"/>
                  </a:lnTo>
                  <a:lnTo>
                    <a:pt x="150080" y="182453"/>
                  </a:lnTo>
                  <a:lnTo>
                    <a:pt x="120393" y="217342"/>
                  </a:lnTo>
                  <a:lnTo>
                    <a:pt x="93563" y="254578"/>
                  </a:lnTo>
                  <a:lnTo>
                    <a:pt x="69759" y="293992"/>
                  </a:lnTo>
                  <a:lnTo>
                    <a:pt x="49152" y="335412"/>
                  </a:lnTo>
                  <a:lnTo>
                    <a:pt x="31910" y="378669"/>
                  </a:lnTo>
                  <a:lnTo>
                    <a:pt x="18204" y="423594"/>
                  </a:lnTo>
                  <a:lnTo>
                    <a:pt x="8204" y="470016"/>
                  </a:lnTo>
                  <a:lnTo>
                    <a:pt x="2079" y="517766"/>
                  </a:lnTo>
                  <a:lnTo>
                    <a:pt x="0" y="566674"/>
                  </a:lnTo>
                  <a:lnTo>
                    <a:pt x="2010" y="613974"/>
                  </a:lnTo>
                  <a:lnTo>
                    <a:pt x="2079" y="615582"/>
                  </a:lnTo>
                  <a:lnTo>
                    <a:pt x="8204" y="663335"/>
                  </a:lnTo>
                  <a:lnTo>
                    <a:pt x="18204" y="709761"/>
                  </a:lnTo>
                  <a:lnTo>
                    <a:pt x="31910" y="754692"/>
                  </a:lnTo>
                  <a:lnTo>
                    <a:pt x="49152" y="797957"/>
                  </a:lnTo>
                  <a:lnTo>
                    <a:pt x="69759" y="839385"/>
                  </a:lnTo>
                  <a:lnTo>
                    <a:pt x="93563" y="878808"/>
                  </a:lnTo>
                  <a:lnTo>
                    <a:pt x="120393" y="916054"/>
                  </a:lnTo>
                  <a:lnTo>
                    <a:pt x="150080" y="950953"/>
                  </a:lnTo>
                  <a:lnTo>
                    <a:pt x="182453" y="983336"/>
                  </a:lnTo>
                  <a:lnTo>
                    <a:pt x="217342" y="1013032"/>
                  </a:lnTo>
                  <a:lnTo>
                    <a:pt x="254578" y="1039872"/>
                  </a:lnTo>
                  <a:lnTo>
                    <a:pt x="293992" y="1063685"/>
                  </a:lnTo>
                  <a:lnTo>
                    <a:pt x="335412" y="1084301"/>
                  </a:lnTo>
                  <a:lnTo>
                    <a:pt x="378669" y="1101550"/>
                  </a:lnTo>
                  <a:lnTo>
                    <a:pt x="423594" y="1115262"/>
                  </a:lnTo>
                  <a:lnTo>
                    <a:pt x="470016" y="1125267"/>
                  </a:lnTo>
                  <a:lnTo>
                    <a:pt x="517766" y="1131394"/>
                  </a:lnTo>
                  <a:lnTo>
                    <a:pt x="566673" y="1133475"/>
                  </a:lnTo>
                  <a:lnTo>
                    <a:pt x="615582" y="1131394"/>
                  </a:lnTo>
                  <a:lnTo>
                    <a:pt x="663335" y="1125267"/>
                  </a:lnTo>
                  <a:lnTo>
                    <a:pt x="709761" y="1115262"/>
                  </a:lnTo>
                  <a:lnTo>
                    <a:pt x="754692" y="1101550"/>
                  </a:lnTo>
                  <a:lnTo>
                    <a:pt x="797957" y="1084301"/>
                  </a:lnTo>
                  <a:lnTo>
                    <a:pt x="839385" y="1063685"/>
                  </a:lnTo>
                  <a:lnTo>
                    <a:pt x="878808" y="1039872"/>
                  </a:lnTo>
                  <a:lnTo>
                    <a:pt x="916054" y="1013032"/>
                  </a:lnTo>
                  <a:lnTo>
                    <a:pt x="950953" y="983336"/>
                  </a:lnTo>
                  <a:lnTo>
                    <a:pt x="983336" y="950953"/>
                  </a:lnTo>
                  <a:lnTo>
                    <a:pt x="1013032" y="916054"/>
                  </a:lnTo>
                  <a:lnTo>
                    <a:pt x="1034175" y="886713"/>
                  </a:lnTo>
                  <a:lnTo>
                    <a:pt x="566673" y="886713"/>
                  </a:lnTo>
                  <a:lnTo>
                    <a:pt x="519373" y="883244"/>
                  </a:lnTo>
                  <a:lnTo>
                    <a:pt x="474230" y="873166"/>
                  </a:lnTo>
                  <a:lnTo>
                    <a:pt x="431739" y="856973"/>
                  </a:lnTo>
                  <a:lnTo>
                    <a:pt x="392395" y="835161"/>
                  </a:lnTo>
                  <a:lnTo>
                    <a:pt x="356691" y="808223"/>
                  </a:lnTo>
                  <a:lnTo>
                    <a:pt x="325124" y="776656"/>
                  </a:lnTo>
                  <a:lnTo>
                    <a:pt x="298186" y="740952"/>
                  </a:lnTo>
                  <a:lnTo>
                    <a:pt x="276374" y="701608"/>
                  </a:lnTo>
                  <a:lnTo>
                    <a:pt x="260181" y="659117"/>
                  </a:lnTo>
                  <a:lnTo>
                    <a:pt x="250103" y="613974"/>
                  </a:lnTo>
                  <a:lnTo>
                    <a:pt x="246633" y="566674"/>
                  </a:lnTo>
                  <a:lnTo>
                    <a:pt x="250103" y="519373"/>
                  </a:lnTo>
                  <a:lnTo>
                    <a:pt x="260181" y="474230"/>
                  </a:lnTo>
                  <a:lnTo>
                    <a:pt x="276374" y="431739"/>
                  </a:lnTo>
                  <a:lnTo>
                    <a:pt x="298186" y="392395"/>
                  </a:lnTo>
                  <a:lnTo>
                    <a:pt x="325124" y="356691"/>
                  </a:lnTo>
                  <a:lnTo>
                    <a:pt x="356691" y="325124"/>
                  </a:lnTo>
                  <a:lnTo>
                    <a:pt x="392395" y="298186"/>
                  </a:lnTo>
                  <a:lnTo>
                    <a:pt x="431739" y="276374"/>
                  </a:lnTo>
                  <a:lnTo>
                    <a:pt x="474230" y="260181"/>
                  </a:lnTo>
                  <a:lnTo>
                    <a:pt x="519373" y="250103"/>
                  </a:lnTo>
                  <a:lnTo>
                    <a:pt x="566673" y="246634"/>
                  </a:lnTo>
                  <a:lnTo>
                    <a:pt x="1034145" y="246634"/>
                  </a:lnTo>
                  <a:lnTo>
                    <a:pt x="1013032" y="217342"/>
                  </a:lnTo>
                  <a:lnTo>
                    <a:pt x="983336" y="182453"/>
                  </a:lnTo>
                  <a:lnTo>
                    <a:pt x="950953" y="150080"/>
                  </a:lnTo>
                  <a:lnTo>
                    <a:pt x="916054" y="120393"/>
                  </a:lnTo>
                  <a:lnTo>
                    <a:pt x="878808" y="93563"/>
                  </a:lnTo>
                  <a:lnTo>
                    <a:pt x="839385" y="69759"/>
                  </a:lnTo>
                  <a:lnTo>
                    <a:pt x="797957" y="49152"/>
                  </a:lnTo>
                  <a:lnTo>
                    <a:pt x="754692" y="31910"/>
                  </a:lnTo>
                  <a:lnTo>
                    <a:pt x="709761" y="18204"/>
                  </a:lnTo>
                  <a:lnTo>
                    <a:pt x="663335" y="8204"/>
                  </a:lnTo>
                  <a:lnTo>
                    <a:pt x="615582" y="2079"/>
                  </a:lnTo>
                  <a:lnTo>
                    <a:pt x="566673" y="0"/>
                  </a:lnTo>
                  <a:close/>
                </a:path>
                <a:path w="1133475" h="1133475">
                  <a:moveTo>
                    <a:pt x="1034145" y="246634"/>
                  </a:moveTo>
                  <a:lnTo>
                    <a:pt x="566673" y="246634"/>
                  </a:lnTo>
                  <a:lnTo>
                    <a:pt x="613974" y="250103"/>
                  </a:lnTo>
                  <a:lnTo>
                    <a:pt x="659117" y="260181"/>
                  </a:lnTo>
                  <a:lnTo>
                    <a:pt x="701608" y="276374"/>
                  </a:lnTo>
                  <a:lnTo>
                    <a:pt x="740952" y="298186"/>
                  </a:lnTo>
                  <a:lnTo>
                    <a:pt x="776656" y="325124"/>
                  </a:lnTo>
                  <a:lnTo>
                    <a:pt x="808223" y="356691"/>
                  </a:lnTo>
                  <a:lnTo>
                    <a:pt x="835161" y="392395"/>
                  </a:lnTo>
                  <a:lnTo>
                    <a:pt x="856973" y="431739"/>
                  </a:lnTo>
                  <a:lnTo>
                    <a:pt x="873166" y="474230"/>
                  </a:lnTo>
                  <a:lnTo>
                    <a:pt x="883244" y="519373"/>
                  </a:lnTo>
                  <a:lnTo>
                    <a:pt x="886713" y="566674"/>
                  </a:lnTo>
                  <a:lnTo>
                    <a:pt x="883244" y="613974"/>
                  </a:lnTo>
                  <a:lnTo>
                    <a:pt x="873166" y="659117"/>
                  </a:lnTo>
                  <a:lnTo>
                    <a:pt x="856973" y="701608"/>
                  </a:lnTo>
                  <a:lnTo>
                    <a:pt x="835161" y="740952"/>
                  </a:lnTo>
                  <a:lnTo>
                    <a:pt x="808223" y="776656"/>
                  </a:lnTo>
                  <a:lnTo>
                    <a:pt x="776656" y="808223"/>
                  </a:lnTo>
                  <a:lnTo>
                    <a:pt x="740952" y="835161"/>
                  </a:lnTo>
                  <a:lnTo>
                    <a:pt x="701608" y="856973"/>
                  </a:lnTo>
                  <a:lnTo>
                    <a:pt x="659117" y="873166"/>
                  </a:lnTo>
                  <a:lnTo>
                    <a:pt x="613974" y="883244"/>
                  </a:lnTo>
                  <a:lnTo>
                    <a:pt x="566673" y="886713"/>
                  </a:lnTo>
                  <a:lnTo>
                    <a:pt x="1034175" y="886713"/>
                  </a:lnTo>
                  <a:lnTo>
                    <a:pt x="1063685" y="839385"/>
                  </a:lnTo>
                  <a:lnTo>
                    <a:pt x="1084301" y="797957"/>
                  </a:lnTo>
                  <a:lnTo>
                    <a:pt x="1101550" y="754692"/>
                  </a:lnTo>
                  <a:lnTo>
                    <a:pt x="1115262" y="709761"/>
                  </a:lnTo>
                  <a:lnTo>
                    <a:pt x="1125267" y="663335"/>
                  </a:lnTo>
                  <a:lnTo>
                    <a:pt x="1131394" y="615582"/>
                  </a:lnTo>
                  <a:lnTo>
                    <a:pt x="1133475" y="566674"/>
                  </a:lnTo>
                  <a:lnTo>
                    <a:pt x="1131463" y="519373"/>
                  </a:lnTo>
                  <a:lnTo>
                    <a:pt x="1131394" y="517766"/>
                  </a:lnTo>
                  <a:lnTo>
                    <a:pt x="1125267" y="470016"/>
                  </a:lnTo>
                  <a:lnTo>
                    <a:pt x="1115262" y="423594"/>
                  </a:lnTo>
                  <a:lnTo>
                    <a:pt x="1101550" y="378669"/>
                  </a:lnTo>
                  <a:lnTo>
                    <a:pt x="1084301" y="335412"/>
                  </a:lnTo>
                  <a:lnTo>
                    <a:pt x="1063685" y="293992"/>
                  </a:lnTo>
                  <a:lnTo>
                    <a:pt x="1039872" y="254578"/>
                  </a:lnTo>
                  <a:lnTo>
                    <a:pt x="1034145" y="246634"/>
                  </a:lnTo>
                  <a:close/>
                </a:path>
              </a:pathLst>
            </a:custGeom>
            <a:solidFill>
              <a:srgbClr val="FC34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92251" y="3995801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0" y="566674"/>
                  </a:moveTo>
                  <a:lnTo>
                    <a:pt x="2079" y="517766"/>
                  </a:lnTo>
                  <a:lnTo>
                    <a:pt x="8204" y="470016"/>
                  </a:lnTo>
                  <a:lnTo>
                    <a:pt x="18204" y="423594"/>
                  </a:lnTo>
                  <a:lnTo>
                    <a:pt x="31910" y="378669"/>
                  </a:lnTo>
                  <a:lnTo>
                    <a:pt x="49152" y="335412"/>
                  </a:lnTo>
                  <a:lnTo>
                    <a:pt x="69759" y="293992"/>
                  </a:lnTo>
                  <a:lnTo>
                    <a:pt x="93563" y="254578"/>
                  </a:lnTo>
                  <a:lnTo>
                    <a:pt x="120393" y="217342"/>
                  </a:lnTo>
                  <a:lnTo>
                    <a:pt x="150080" y="182453"/>
                  </a:lnTo>
                  <a:lnTo>
                    <a:pt x="182453" y="150080"/>
                  </a:lnTo>
                  <a:lnTo>
                    <a:pt x="217342" y="120393"/>
                  </a:lnTo>
                  <a:lnTo>
                    <a:pt x="254578" y="93563"/>
                  </a:lnTo>
                  <a:lnTo>
                    <a:pt x="293992" y="69759"/>
                  </a:lnTo>
                  <a:lnTo>
                    <a:pt x="335412" y="49152"/>
                  </a:lnTo>
                  <a:lnTo>
                    <a:pt x="378669" y="31910"/>
                  </a:lnTo>
                  <a:lnTo>
                    <a:pt x="423594" y="18204"/>
                  </a:lnTo>
                  <a:lnTo>
                    <a:pt x="470016" y="8204"/>
                  </a:lnTo>
                  <a:lnTo>
                    <a:pt x="517766" y="2079"/>
                  </a:lnTo>
                  <a:lnTo>
                    <a:pt x="566673" y="0"/>
                  </a:lnTo>
                  <a:lnTo>
                    <a:pt x="615582" y="2079"/>
                  </a:lnTo>
                  <a:lnTo>
                    <a:pt x="663335" y="8204"/>
                  </a:lnTo>
                  <a:lnTo>
                    <a:pt x="709761" y="18204"/>
                  </a:lnTo>
                  <a:lnTo>
                    <a:pt x="754692" y="31910"/>
                  </a:lnTo>
                  <a:lnTo>
                    <a:pt x="797957" y="49152"/>
                  </a:lnTo>
                  <a:lnTo>
                    <a:pt x="839385" y="69759"/>
                  </a:lnTo>
                  <a:lnTo>
                    <a:pt x="878808" y="93563"/>
                  </a:lnTo>
                  <a:lnTo>
                    <a:pt x="916054" y="120393"/>
                  </a:lnTo>
                  <a:lnTo>
                    <a:pt x="950953" y="150080"/>
                  </a:lnTo>
                  <a:lnTo>
                    <a:pt x="983336" y="182453"/>
                  </a:lnTo>
                  <a:lnTo>
                    <a:pt x="1013032" y="217342"/>
                  </a:lnTo>
                  <a:lnTo>
                    <a:pt x="1039872" y="254578"/>
                  </a:lnTo>
                  <a:lnTo>
                    <a:pt x="1063685" y="293992"/>
                  </a:lnTo>
                  <a:lnTo>
                    <a:pt x="1084301" y="335412"/>
                  </a:lnTo>
                  <a:lnTo>
                    <a:pt x="1101550" y="378669"/>
                  </a:lnTo>
                  <a:lnTo>
                    <a:pt x="1115262" y="423594"/>
                  </a:lnTo>
                  <a:lnTo>
                    <a:pt x="1125267" y="470016"/>
                  </a:lnTo>
                  <a:lnTo>
                    <a:pt x="1131394" y="517766"/>
                  </a:lnTo>
                  <a:lnTo>
                    <a:pt x="1133475" y="566674"/>
                  </a:lnTo>
                  <a:lnTo>
                    <a:pt x="1131394" y="615582"/>
                  </a:lnTo>
                  <a:lnTo>
                    <a:pt x="1125267" y="663335"/>
                  </a:lnTo>
                  <a:lnTo>
                    <a:pt x="1115262" y="709761"/>
                  </a:lnTo>
                  <a:lnTo>
                    <a:pt x="1101550" y="754692"/>
                  </a:lnTo>
                  <a:lnTo>
                    <a:pt x="1084301" y="797957"/>
                  </a:lnTo>
                  <a:lnTo>
                    <a:pt x="1063685" y="839385"/>
                  </a:lnTo>
                  <a:lnTo>
                    <a:pt x="1039872" y="878808"/>
                  </a:lnTo>
                  <a:lnTo>
                    <a:pt x="1013032" y="916054"/>
                  </a:lnTo>
                  <a:lnTo>
                    <a:pt x="983336" y="950953"/>
                  </a:lnTo>
                  <a:lnTo>
                    <a:pt x="950953" y="983336"/>
                  </a:lnTo>
                  <a:lnTo>
                    <a:pt x="916054" y="1013032"/>
                  </a:lnTo>
                  <a:lnTo>
                    <a:pt x="878808" y="1039872"/>
                  </a:lnTo>
                  <a:lnTo>
                    <a:pt x="839385" y="1063685"/>
                  </a:lnTo>
                  <a:lnTo>
                    <a:pt x="797957" y="1084301"/>
                  </a:lnTo>
                  <a:lnTo>
                    <a:pt x="754692" y="1101550"/>
                  </a:lnTo>
                  <a:lnTo>
                    <a:pt x="709761" y="1115262"/>
                  </a:lnTo>
                  <a:lnTo>
                    <a:pt x="663335" y="1125267"/>
                  </a:lnTo>
                  <a:lnTo>
                    <a:pt x="615582" y="1131394"/>
                  </a:lnTo>
                  <a:lnTo>
                    <a:pt x="566673" y="1133475"/>
                  </a:lnTo>
                  <a:lnTo>
                    <a:pt x="517766" y="1131394"/>
                  </a:lnTo>
                  <a:lnTo>
                    <a:pt x="470016" y="1125267"/>
                  </a:lnTo>
                  <a:lnTo>
                    <a:pt x="423594" y="1115262"/>
                  </a:lnTo>
                  <a:lnTo>
                    <a:pt x="378669" y="1101550"/>
                  </a:lnTo>
                  <a:lnTo>
                    <a:pt x="335412" y="1084301"/>
                  </a:lnTo>
                  <a:lnTo>
                    <a:pt x="293992" y="1063685"/>
                  </a:lnTo>
                  <a:lnTo>
                    <a:pt x="254578" y="1039872"/>
                  </a:lnTo>
                  <a:lnTo>
                    <a:pt x="217342" y="1013032"/>
                  </a:lnTo>
                  <a:lnTo>
                    <a:pt x="182453" y="983336"/>
                  </a:lnTo>
                  <a:lnTo>
                    <a:pt x="150080" y="950953"/>
                  </a:lnTo>
                  <a:lnTo>
                    <a:pt x="120393" y="916054"/>
                  </a:lnTo>
                  <a:lnTo>
                    <a:pt x="93563" y="878808"/>
                  </a:lnTo>
                  <a:lnTo>
                    <a:pt x="69759" y="839385"/>
                  </a:lnTo>
                  <a:lnTo>
                    <a:pt x="49152" y="797957"/>
                  </a:lnTo>
                  <a:lnTo>
                    <a:pt x="31910" y="754692"/>
                  </a:lnTo>
                  <a:lnTo>
                    <a:pt x="18204" y="709761"/>
                  </a:lnTo>
                  <a:lnTo>
                    <a:pt x="8204" y="663335"/>
                  </a:lnTo>
                  <a:lnTo>
                    <a:pt x="2079" y="615582"/>
                  </a:lnTo>
                  <a:lnTo>
                    <a:pt x="0" y="566674"/>
                  </a:lnTo>
                  <a:close/>
                </a:path>
                <a:path w="1133475" h="1133475">
                  <a:moveTo>
                    <a:pt x="246633" y="566674"/>
                  </a:moveTo>
                  <a:lnTo>
                    <a:pt x="250103" y="613974"/>
                  </a:lnTo>
                  <a:lnTo>
                    <a:pt x="260181" y="659117"/>
                  </a:lnTo>
                  <a:lnTo>
                    <a:pt x="276374" y="701608"/>
                  </a:lnTo>
                  <a:lnTo>
                    <a:pt x="298186" y="740952"/>
                  </a:lnTo>
                  <a:lnTo>
                    <a:pt x="325124" y="776656"/>
                  </a:lnTo>
                  <a:lnTo>
                    <a:pt x="356691" y="808223"/>
                  </a:lnTo>
                  <a:lnTo>
                    <a:pt x="392395" y="835161"/>
                  </a:lnTo>
                  <a:lnTo>
                    <a:pt x="431739" y="856973"/>
                  </a:lnTo>
                  <a:lnTo>
                    <a:pt x="474230" y="873166"/>
                  </a:lnTo>
                  <a:lnTo>
                    <a:pt x="519373" y="883244"/>
                  </a:lnTo>
                  <a:lnTo>
                    <a:pt x="566673" y="886713"/>
                  </a:lnTo>
                  <a:lnTo>
                    <a:pt x="613974" y="883244"/>
                  </a:lnTo>
                  <a:lnTo>
                    <a:pt x="659117" y="873166"/>
                  </a:lnTo>
                  <a:lnTo>
                    <a:pt x="701608" y="856973"/>
                  </a:lnTo>
                  <a:lnTo>
                    <a:pt x="740952" y="835161"/>
                  </a:lnTo>
                  <a:lnTo>
                    <a:pt x="776656" y="808223"/>
                  </a:lnTo>
                  <a:lnTo>
                    <a:pt x="808223" y="776656"/>
                  </a:lnTo>
                  <a:lnTo>
                    <a:pt x="835161" y="740952"/>
                  </a:lnTo>
                  <a:lnTo>
                    <a:pt x="856973" y="701608"/>
                  </a:lnTo>
                  <a:lnTo>
                    <a:pt x="873166" y="659117"/>
                  </a:lnTo>
                  <a:lnTo>
                    <a:pt x="883244" y="613974"/>
                  </a:lnTo>
                  <a:lnTo>
                    <a:pt x="886713" y="566674"/>
                  </a:lnTo>
                  <a:lnTo>
                    <a:pt x="883244" y="519373"/>
                  </a:lnTo>
                  <a:lnTo>
                    <a:pt x="873166" y="474230"/>
                  </a:lnTo>
                  <a:lnTo>
                    <a:pt x="856973" y="431739"/>
                  </a:lnTo>
                  <a:lnTo>
                    <a:pt x="835161" y="392395"/>
                  </a:lnTo>
                  <a:lnTo>
                    <a:pt x="808223" y="356691"/>
                  </a:lnTo>
                  <a:lnTo>
                    <a:pt x="776656" y="325124"/>
                  </a:lnTo>
                  <a:lnTo>
                    <a:pt x="740952" y="298186"/>
                  </a:lnTo>
                  <a:lnTo>
                    <a:pt x="701608" y="276374"/>
                  </a:lnTo>
                  <a:lnTo>
                    <a:pt x="659117" y="260181"/>
                  </a:lnTo>
                  <a:lnTo>
                    <a:pt x="613974" y="250103"/>
                  </a:lnTo>
                  <a:lnTo>
                    <a:pt x="566673" y="246634"/>
                  </a:lnTo>
                  <a:lnTo>
                    <a:pt x="519373" y="250103"/>
                  </a:lnTo>
                  <a:lnTo>
                    <a:pt x="474230" y="260181"/>
                  </a:lnTo>
                  <a:lnTo>
                    <a:pt x="431739" y="276374"/>
                  </a:lnTo>
                  <a:lnTo>
                    <a:pt x="392395" y="298186"/>
                  </a:lnTo>
                  <a:lnTo>
                    <a:pt x="356691" y="325124"/>
                  </a:lnTo>
                  <a:lnTo>
                    <a:pt x="325124" y="356691"/>
                  </a:lnTo>
                  <a:lnTo>
                    <a:pt x="298186" y="392395"/>
                  </a:lnTo>
                  <a:lnTo>
                    <a:pt x="276374" y="431739"/>
                  </a:lnTo>
                  <a:lnTo>
                    <a:pt x="260181" y="474230"/>
                  </a:lnTo>
                  <a:lnTo>
                    <a:pt x="250103" y="519373"/>
                  </a:lnTo>
                  <a:lnTo>
                    <a:pt x="246633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896975" y="4210050"/>
              <a:ext cx="714375" cy="704850"/>
            </a:xfrm>
            <a:custGeom>
              <a:avLst/>
              <a:gdLst/>
              <a:ahLst/>
              <a:cxnLst/>
              <a:rect l="l" t="t" r="r" b="b"/>
              <a:pathLst>
                <a:path w="714375" h="704850">
                  <a:moveTo>
                    <a:pt x="357251" y="0"/>
                  </a:moveTo>
                  <a:lnTo>
                    <a:pt x="308762" y="3216"/>
                  </a:lnTo>
                  <a:lnTo>
                    <a:pt x="262260" y="12585"/>
                  </a:lnTo>
                  <a:lnTo>
                    <a:pt x="218170" y="27687"/>
                  </a:lnTo>
                  <a:lnTo>
                    <a:pt x="176915" y="48104"/>
                  </a:lnTo>
                  <a:lnTo>
                    <a:pt x="138922" y="73416"/>
                  </a:lnTo>
                  <a:lnTo>
                    <a:pt x="104616" y="103203"/>
                  </a:lnTo>
                  <a:lnTo>
                    <a:pt x="74421" y="137046"/>
                  </a:lnTo>
                  <a:lnTo>
                    <a:pt x="48763" y="174526"/>
                  </a:lnTo>
                  <a:lnTo>
                    <a:pt x="28066" y="215223"/>
                  </a:lnTo>
                  <a:lnTo>
                    <a:pt x="12757" y="258718"/>
                  </a:lnTo>
                  <a:lnTo>
                    <a:pt x="3260" y="304592"/>
                  </a:lnTo>
                  <a:lnTo>
                    <a:pt x="0" y="352425"/>
                  </a:lnTo>
                  <a:lnTo>
                    <a:pt x="3260" y="400257"/>
                  </a:lnTo>
                  <a:lnTo>
                    <a:pt x="12757" y="446131"/>
                  </a:lnTo>
                  <a:lnTo>
                    <a:pt x="28067" y="489626"/>
                  </a:lnTo>
                  <a:lnTo>
                    <a:pt x="48763" y="530323"/>
                  </a:lnTo>
                  <a:lnTo>
                    <a:pt x="74421" y="567803"/>
                  </a:lnTo>
                  <a:lnTo>
                    <a:pt x="104616" y="601646"/>
                  </a:lnTo>
                  <a:lnTo>
                    <a:pt x="138922" y="631433"/>
                  </a:lnTo>
                  <a:lnTo>
                    <a:pt x="176915" y="656745"/>
                  </a:lnTo>
                  <a:lnTo>
                    <a:pt x="218170" y="677162"/>
                  </a:lnTo>
                  <a:lnTo>
                    <a:pt x="262260" y="692264"/>
                  </a:lnTo>
                  <a:lnTo>
                    <a:pt x="308762" y="701633"/>
                  </a:lnTo>
                  <a:lnTo>
                    <a:pt x="357251" y="704850"/>
                  </a:lnTo>
                  <a:lnTo>
                    <a:pt x="405709" y="701633"/>
                  </a:lnTo>
                  <a:lnTo>
                    <a:pt x="452187" y="692264"/>
                  </a:lnTo>
                  <a:lnTo>
                    <a:pt x="496258" y="677162"/>
                  </a:lnTo>
                  <a:lnTo>
                    <a:pt x="537496" y="656745"/>
                  </a:lnTo>
                  <a:lnTo>
                    <a:pt x="575477" y="631433"/>
                  </a:lnTo>
                  <a:lnTo>
                    <a:pt x="609774" y="601646"/>
                  </a:lnTo>
                  <a:lnTo>
                    <a:pt x="639962" y="567803"/>
                  </a:lnTo>
                  <a:lnTo>
                    <a:pt x="665616" y="530323"/>
                  </a:lnTo>
                  <a:lnTo>
                    <a:pt x="686309" y="489626"/>
                  </a:lnTo>
                  <a:lnTo>
                    <a:pt x="701617" y="446131"/>
                  </a:lnTo>
                  <a:lnTo>
                    <a:pt x="711114" y="400257"/>
                  </a:lnTo>
                  <a:lnTo>
                    <a:pt x="714375" y="352425"/>
                  </a:lnTo>
                  <a:lnTo>
                    <a:pt x="711114" y="304592"/>
                  </a:lnTo>
                  <a:lnTo>
                    <a:pt x="701617" y="258718"/>
                  </a:lnTo>
                  <a:lnTo>
                    <a:pt x="686309" y="215223"/>
                  </a:lnTo>
                  <a:lnTo>
                    <a:pt x="665616" y="174526"/>
                  </a:lnTo>
                  <a:lnTo>
                    <a:pt x="639962" y="137046"/>
                  </a:lnTo>
                  <a:lnTo>
                    <a:pt x="609774" y="103203"/>
                  </a:lnTo>
                  <a:lnTo>
                    <a:pt x="575477" y="73416"/>
                  </a:lnTo>
                  <a:lnTo>
                    <a:pt x="537496" y="48104"/>
                  </a:lnTo>
                  <a:lnTo>
                    <a:pt x="496258" y="27687"/>
                  </a:lnTo>
                  <a:lnTo>
                    <a:pt x="452187" y="12585"/>
                  </a:lnTo>
                  <a:lnTo>
                    <a:pt x="405709" y="3216"/>
                  </a:lnTo>
                  <a:lnTo>
                    <a:pt x="3572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039850" y="4362450"/>
              <a:ext cx="438150" cy="419100"/>
            </a:xfrm>
            <a:custGeom>
              <a:avLst/>
              <a:gdLst/>
              <a:ahLst/>
              <a:cxnLst/>
              <a:rect l="l" t="t" r="r" b="b"/>
              <a:pathLst>
                <a:path w="438150" h="419100">
                  <a:moveTo>
                    <a:pt x="248030" y="242570"/>
                  </a:moveTo>
                  <a:lnTo>
                    <a:pt x="173863" y="242570"/>
                  </a:lnTo>
                  <a:lnTo>
                    <a:pt x="173863" y="383666"/>
                  </a:lnTo>
                  <a:lnTo>
                    <a:pt x="176782" y="397454"/>
                  </a:lnTo>
                  <a:lnTo>
                    <a:pt x="184737" y="408717"/>
                  </a:lnTo>
                  <a:lnTo>
                    <a:pt x="196526" y="416313"/>
                  </a:lnTo>
                  <a:lnTo>
                    <a:pt x="210946" y="419100"/>
                  </a:lnTo>
                  <a:lnTo>
                    <a:pt x="225367" y="416313"/>
                  </a:lnTo>
                  <a:lnTo>
                    <a:pt x="237156" y="408717"/>
                  </a:lnTo>
                  <a:lnTo>
                    <a:pt x="245111" y="397454"/>
                  </a:lnTo>
                  <a:lnTo>
                    <a:pt x="248030" y="383666"/>
                  </a:lnTo>
                  <a:lnTo>
                    <a:pt x="248030" y="242570"/>
                  </a:lnTo>
                  <a:close/>
                </a:path>
                <a:path w="438150" h="419100">
                  <a:moveTo>
                    <a:pt x="403732" y="176529"/>
                  </a:moveTo>
                  <a:lnTo>
                    <a:pt x="34417" y="176529"/>
                  </a:lnTo>
                  <a:lnTo>
                    <a:pt x="21056" y="179135"/>
                  </a:lnTo>
                  <a:lnTo>
                    <a:pt x="10112" y="186229"/>
                  </a:lnTo>
                  <a:lnTo>
                    <a:pt x="2716" y="196728"/>
                  </a:lnTo>
                  <a:lnTo>
                    <a:pt x="0" y="209550"/>
                  </a:lnTo>
                  <a:lnTo>
                    <a:pt x="2716" y="222371"/>
                  </a:lnTo>
                  <a:lnTo>
                    <a:pt x="10112" y="232870"/>
                  </a:lnTo>
                  <a:lnTo>
                    <a:pt x="21056" y="239964"/>
                  </a:lnTo>
                  <a:lnTo>
                    <a:pt x="34417" y="242570"/>
                  </a:lnTo>
                  <a:lnTo>
                    <a:pt x="403732" y="242570"/>
                  </a:lnTo>
                  <a:lnTo>
                    <a:pt x="417093" y="239964"/>
                  </a:lnTo>
                  <a:lnTo>
                    <a:pt x="428037" y="232870"/>
                  </a:lnTo>
                  <a:lnTo>
                    <a:pt x="435433" y="222371"/>
                  </a:lnTo>
                  <a:lnTo>
                    <a:pt x="438150" y="209550"/>
                  </a:lnTo>
                  <a:lnTo>
                    <a:pt x="435433" y="196728"/>
                  </a:lnTo>
                  <a:lnTo>
                    <a:pt x="428037" y="186229"/>
                  </a:lnTo>
                  <a:lnTo>
                    <a:pt x="417093" y="179135"/>
                  </a:lnTo>
                  <a:lnTo>
                    <a:pt x="403732" y="176529"/>
                  </a:lnTo>
                  <a:close/>
                </a:path>
                <a:path w="438150" h="419100">
                  <a:moveTo>
                    <a:pt x="210946" y="0"/>
                  </a:moveTo>
                  <a:lnTo>
                    <a:pt x="196526" y="2786"/>
                  </a:lnTo>
                  <a:lnTo>
                    <a:pt x="184737" y="10382"/>
                  </a:lnTo>
                  <a:lnTo>
                    <a:pt x="176782" y="21645"/>
                  </a:lnTo>
                  <a:lnTo>
                    <a:pt x="173863" y="35433"/>
                  </a:lnTo>
                  <a:lnTo>
                    <a:pt x="173863" y="176529"/>
                  </a:lnTo>
                  <a:lnTo>
                    <a:pt x="248030" y="176529"/>
                  </a:lnTo>
                  <a:lnTo>
                    <a:pt x="248030" y="35433"/>
                  </a:lnTo>
                  <a:lnTo>
                    <a:pt x="245111" y="21645"/>
                  </a:lnTo>
                  <a:lnTo>
                    <a:pt x="237156" y="10382"/>
                  </a:lnTo>
                  <a:lnTo>
                    <a:pt x="225367" y="2786"/>
                  </a:lnTo>
                  <a:lnTo>
                    <a:pt x="210946" y="0"/>
                  </a:lnTo>
                  <a:close/>
                </a:path>
              </a:pathLst>
            </a:custGeom>
            <a:solidFill>
              <a:srgbClr val="FC34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9713976" y="3989451"/>
            <a:ext cx="1146175" cy="1146175"/>
            <a:chOff x="9713976" y="3989451"/>
            <a:chExt cx="1146175" cy="1146175"/>
          </a:xfrm>
        </p:grpSpPr>
        <p:sp>
          <p:nvSpPr>
            <p:cNvPr id="26" name="object 26"/>
            <p:cNvSpPr/>
            <p:nvPr/>
          </p:nvSpPr>
          <p:spPr>
            <a:xfrm>
              <a:off x="9720326" y="3995801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566674" y="0"/>
                  </a:moveTo>
                  <a:lnTo>
                    <a:pt x="517766" y="2079"/>
                  </a:lnTo>
                  <a:lnTo>
                    <a:pt x="470016" y="8204"/>
                  </a:lnTo>
                  <a:lnTo>
                    <a:pt x="423594" y="18204"/>
                  </a:lnTo>
                  <a:lnTo>
                    <a:pt x="378669" y="31910"/>
                  </a:lnTo>
                  <a:lnTo>
                    <a:pt x="335412" y="49152"/>
                  </a:lnTo>
                  <a:lnTo>
                    <a:pt x="293992" y="69759"/>
                  </a:lnTo>
                  <a:lnTo>
                    <a:pt x="254578" y="93563"/>
                  </a:lnTo>
                  <a:lnTo>
                    <a:pt x="217342" y="120393"/>
                  </a:lnTo>
                  <a:lnTo>
                    <a:pt x="182453" y="150080"/>
                  </a:lnTo>
                  <a:lnTo>
                    <a:pt x="150080" y="182453"/>
                  </a:lnTo>
                  <a:lnTo>
                    <a:pt x="120393" y="217342"/>
                  </a:lnTo>
                  <a:lnTo>
                    <a:pt x="93563" y="254578"/>
                  </a:lnTo>
                  <a:lnTo>
                    <a:pt x="69759" y="293992"/>
                  </a:lnTo>
                  <a:lnTo>
                    <a:pt x="49152" y="335412"/>
                  </a:lnTo>
                  <a:lnTo>
                    <a:pt x="31910" y="378669"/>
                  </a:lnTo>
                  <a:lnTo>
                    <a:pt x="18204" y="423594"/>
                  </a:lnTo>
                  <a:lnTo>
                    <a:pt x="8204" y="470016"/>
                  </a:lnTo>
                  <a:lnTo>
                    <a:pt x="2079" y="517766"/>
                  </a:lnTo>
                  <a:lnTo>
                    <a:pt x="0" y="566674"/>
                  </a:lnTo>
                  <a:lnTo>
                    <a:pt x="2010" y="613974"/>
                  </a:lnTo>
                  <a:lnTo>
                    <a:pt x="2079" y="615582"/>
                  </a:lnTo>
                  <a:lnTo>
                    <a:pt x="8204" y="663335"/>
                  </a:lnTo>
                  <a:lnTo>
                    <a:pt x="18204" y="709761"/>
                  </a:lnTo>
                  <a:lnTo>
                    <a:pt x="31910" y="754692"/>
                  </a:lnTo>
                  <a:lnTo>
                    <a:pt x="49152" y="797957"/>
                  </a:lnTo>
                  <a:lnTo>
                    <a:pt x="69759" y="839385"/>
                  </a:lnTo>
                  <a:lnTo>
                    <a:pt x="93563" y="878808"/>
                  </a:lnTo>
                  <a:lnTo>
                    <a:pt x="120393" y="916054"/>
                  </a:lnTo>
                  <a:lnTo>
                    <a:pt x="150080" y="950953"/>
                  </a:lnTo>
                  <a:lnTo>
                    <a:pt x="182453" y="983336"/>
                  </a:lnTo>
                  <a:lnTo>
                    <a:pt x="217342" y="1013032"/>
                  </a:lnTo>
                  <a:lnTo>
                    <a:pt x="254578" y="1039872"/>
                  </a:lnTo>
                  <a:lnTo>
                    <a:pt x="293992" y="1063685"/>
                  </a:lnTo>
                  <a:lnTo>
                    <a:pt x="335412" y="1084301"/>
                  </a:lnTo>
                  <a:lnTo>
                    <a:pt x="378669" y="1101550"/>
                  </a:lnTo>
                  <a:lnTo>
                    <a:pt x="423594" y="1115262"/>
                  </a:lnTo>
                  <a:lnTo>
                    <a:pt x="470016" y="1125267"/>
                  </a:lnTo>
                  <a:lnTo>
                    <a:pt x="517766" y="1131394"/>
                  </a:lnTo>
                  <a:lnTo>
                    <a:pt x="566674" y="1133475"/>
                  </a:lnTo>
                  <a:lnTo>
                    <a:pt x="615582" y="1131394"/>
                  </a:lnTo>
                  <a:lnTo>
                    <a:pt x="663335" y="1125267"/>
                  </a:lnTo>
                  <a:lnTo>
                    <a:pt x="709761" y="1115262"/>
                  </a:lnTo>
                  <a:lnTo>
                    <a:pt x="754692" y="1101550"/>
                  </a:lnTo>
                  <a:lnTo>
                    <a:pt x="797957" y="1084301"/>
                  </a:lnTo>
                  <a:lnTo>
                    <a:pt x="839385" y="1063685"/>
                  </a:lnTo>
                  <a:lnTo>
                    <a:pt x="878808" y="1039872"/>
                  </a:lnTo>
                  <a:lnTo>
                    <a:pt x="916054" y="1013032"/>
                  </a:lnTo>
                  <a:lnTo>
                    <a:pt x="950953" y="983336"/>
                  </a:lnTo>
                  <a:lnTo>
                    <a:pt x="983336" y="950953"/>
                  </a:lnTo>
                  <a:lnTo>
                    <a:pt x="1013032" y="916054"/>
                  </a:lnTo>
                  <a:lnTo>
                    <a:pt x="1034175" y="886713"/>
                  </a:lnTo>
                  <a:lnTo>
                    <a:pt x="566674" y="886713"/>
                  </a:lnTo>
                  <a:lnTo>
                    <a:pt x="519373" y="883244"/>
                  </a:lnTo>
                  <a:lnTo>
                    <a:pt x="474230" y="873166"/>
                  </a:lnTo>
                  <a:lnTo>
                    <a:pt x="431739" y="856973"/>
                  </a:lnTo>
                  <a:lnTo>
                    <a:pt x="392395" y="835161"/>
                  </a:lnTo>
                  <a:lnTo>
                    <a:pt x="356691" y="808223"/>
                  </a:lnTo>
                  <a:lnTo>
                    <a:pt x="325124" y="776656"/>
                  </a:lnTo>
                  <a:lnTo>
                    <a:pt x="298186" y="740952"/>
                  </a:lnTo>
                  <a:lnTo>
                    <a:pt x="276374" y="701608"/>
                  </a:lnTo>
                  <a:lnTo>
                    <a:pt x="260181" y="659117"/>
                  </a:lnTo>
                  <a:lnTo>
                    <a:pt x="250103" y="613974"/>
                  </a:lnTo>
                  <a:lnTo>
                    <a:pt x="246633" y="566674"/>
                  </a:lnTo>
                  <a:lnTo>
                    <a:pt x="250103" y="519373"/>
                  </a:lnTo>
                  <a:lnTo>
                    <a:pt x="260181" y="474230"/>
                  </a:lnTo>
                  <a:lnTo>
                    <a:pt x="276374" y="431739"/>
                  </a:lnTo>
                  <a:lnTo>
                    <a:pt x="298186" y="392395"/>
                  </a:lnTo>
                  <a:lnTo>
                    <a:pt x="325124" y="356691"/>
                  </a:lnTo>
                  <a:lnTo>
                    <a:pt x="356691" y="325124"/>
                  </a:lnTo>
                  <a:lnTo>
                    <a:pt x="392395" y="298186"/>
                  </a:lnTo>
                  <a:lnTo>
                    <a:pt x="431739" y="276374"/>
                  </a:lnTo>
                  <a:lnTo>
                    <a:pt x="474230" y="260181"/>
                  </a:lnTo>
                  <a:lnTo>
                    <a:pt x="519373" y="250103"/>
                  </a:lnTo>
                  <a:lnTo>
                    <a:pt x="566674" y="246634"/>
                  </a:lnTo>
                  <a:lnTo>
                    <a:pt x="1034145" y="246634"/>
                  </a:lnTo>
                  <a:lnTo>
                    <a:pt x="1013032" y="217342"/>
                  </a:lnTo>
                  <a:lnTo>
                    <a:pt x="983336" y="182453"/>
                  </a:lnTo>
                  <a:lnTo>
                    <a:pt x="950953" y="150080"/>
                  </a:lnTo>
                  <a:lnTo>
                    <a:pt x="916054" y="120393"/>
                  </a:lnTo>
                  <a:lnTo>
                    <a:pt x="878808" y="93563"/>
                  </a:lnTo>
                  <a:lnTo>
                    <a:pt x="839385" y="69759"/>
                  </a:lnTo>
                  <a:lnTo>
                    <a:pt x="797957" y="49152"/>
                  </a:lnTo>
                  <a:lnTo>
                    <a:pt x="754692" y="31910"/>
                  </a:lnTo>
                  <a:lnTo>
                    <a:pt x="709761" y="18204"/>
                  </a:lnTo>
                  <a:lnTo>
                    <a:pt x="663335" y="8204"/>
                  </a:lnTo>
                  <a:lnTo>
                    <a:pt x="615582" y="2079"/>
                  </a:lnTo>
                  <a:lnTo>
                    <a:pt x="566674" y="0"/>
                  </a:lnTo>
                  <a:close/>
                </a:path>
                <a:path w="1133475" h="1133475">
                  <a:moveTo>
                    <a:pt x="1034145" y="246634"/>
                  </a:moveTo>
                  <a:lnTo>
                    <a:pt x="566674" y="246634"/>
                  </a:lnTo>
                  <a:lnTo>
                    <a:pt x="613974" y="250103"/>
                  </a:lnTo>
                  <a:lnTo>
                    <a:pt x="659117" y="260181"/>
                  </a:lnTo>
                  <a:lnTo>
                    <a:pt x="701608" y="276374"/>
                  </a:lnTo>
                  <a:lnTo>
                    <a:pt x="740952" y="298186"/>
                  </a:lnTo>
                  <a:lnTo>
                    <a:pt x="776656" y="325124"/>
                  </a:lnTo>
                  <a:lnTo>
                    <a:pt x="808223" y="356691"/>
                  </a:lnTo>
                  <a:lnTo>
                    <a:pt x="835161" y="392395"/>
                  </a:lnTo>
                  <a:lnTo>
                    <a:pt x="856973" y="431739"/>
                  </a:lnTo>
                  <a:lnTo>
                    <a:pt x="873166" y="474230"/>
                  </a:lnTo>
                  <a:lnTo>
                    <a:pt x="883244" y="519373"/>
                  </a:lnTo>
                  <a:lnTo>
                    <a:pt x="886714" y="566674"/>
                  </a:lnTo>
                  <a:lnTo>
                    <a:pt x="883244" y="613974"/>
                  </a:lnTo>
                  <a:lnTo>
                    <a:pt x="873166" y="659117"/>
                  </a:lnTo>
                  <a:lnTo>
                    <a:pt x="856973" y="701608"/>
                  </a:lnTo>
                  <a:lnTo>
                    <a:pt x="835161" y="740952"/>
                  </a:lnTo>
                  <a:lnTo>
                    <a:pt x="808223" y="776656"/>
                  </a:lnTo>
                  <a:lnTo>
                    <a:pt x="776656" y="808223"/>
                  </a:lnTo>
                  <a:lnTo>
                    <a:pt x="740952" y="835161"/>
                  </a:lnTo>
                  <a:lnTo>
                    <a:pt x="701608" y="856973"/>
                  </a:lnTo>
                  <a:lnTo>
                    <a:pt x="659117" y="873166"/>
                  </a:lnTo>
                  <a:lnTo>
                    <a:pt x="613974" y="883244"/>
                  </a:lnTo>
                  <a:lnTo>
                    <a:pt x="566674" y="886713"/>
                  </a:lnTo>
                  <a:lnTo>
                    <a:pt x="1034175" y="886713"/>
                  </a:lnTo>
                  <a:lnTo>
                    <a:pt x="1063685" y="839385"/>
                  </a:lnTo>
                  <a:lnTo>
                    <a:pt x="1084301" y="797957"/>
                  </a:lnTo>
                  <a:lnTo>
                    <a:pt x="1101550" y="754692"/>
                  </a:lnTo>
                  <a:lnTo>
                    <a:pt x="1115262" y="709761"/>
                  </a:lnTo>
                  <a:lnTo>
                    <a:pt x="1125267" y="663335"/>
                  </a:lnTo>
                  <a:lnTo>
                    <a:pt x="1131394" y="615582"/>
                  </a:lnTo>
                  <a:lnTo>
                    <a:pt x="1133475" y="566674"/>
                  </a:lnTo>
                  <a:lnTo>
                    <a:pt x="1131463" y="519373"/>
                  </a:lnTo>
                  <a:lnTo>
                    <a:pt x="1131394" y="517766"/>
                  </a:lnTo>
                  <a:lnTo>
                    <a:pt x="1125267" y="470016"/>
                  </a:lnTo>
                  <a:lnTo>
                    <a:pt x="1115262" y="423594"/>
                  </a:lnTo>
                  <a:lnTo>
                    <a:pt x="1101550" y="378669"/>
                  </a:lnTo>
                  <a:lnTo>
                    <a:pt x="1084301" y="335412"/>
                  </a:lnTo>
                  <a:lnTo>
                    <a:pt x="1063685" y="293992"/>
                  </a:lnTo>
                  <a:lnTo>
                    <a:pt x="1039872" y="254578"/>
                  </a:lnTo>
                  <a:lnTo>
                    <a:pt x="1034145" y="246634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720326" y="3995801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0" y="566674"/>
                  </a:moveTo>
                  <a:lnTo>
                    <a:pt x="2079" y="517766"/>
                  </a:lnTo>
                  <a:lnTo>
                    <a:pt x="8204" y="470016"/>
                  </a:lnTo>
                  <a:lnTo>
                    <a:pt x="18204" y="423594"/>
                  </a:lnTo>
                  <a:lnTo>
                    <a:pt x="31910" y="378669"/>
                  </a:lnTo>
                  <a:lnTo>
                    <a:pt x="49152" y="335412"/>
                  </a:lnTo>
                  <a:lnTo>
                    <a:pt x="69759" y="293992"/>
                  </a:lnTo>
                  <a:lnTo>
                    <a:pt x="93563" y="254578"/>
                  </a:lnTo>
                  <a:lnTo>
                    <a:pt x="120393" y="217342"/>
                  </a:lnTo>
                  <a:lnTo>
                    <a:pt x="150080" y="182453"/>
                  </a:lnTo>
                  <a:lnTo>
                    <a:pt x="182453" y="150080"/>
                  </a:lnTo>
                  <a:lnTo>
                    <a:pt x="217342" y="120393"/>
                  </a:lnTo>
                  <a:lnTo>
                    <a:pt x="254578" y="93563"/>
                  </a:lnTo>
                  <a:lnTo>
                    <a:pt x="293992" y="69759"/>
                  </a:lnTo>
                  <a:lnTo>
                    <a:pt x="335412" y="49152"/>
                  </a:lnTo>
                  <a:lnTo>
                    <a:pt x="378669" y="31910"/>
                  </a:lnTo>
                  <a:lnTo>
                    <a:pt x="423594" y="18204"/>
                  </a:lnTo>
                  <a:lnTo>
                    <a:pt x="470016" y="8204"/>
                  </a:lnTo>
                  <a:lnTo>
                    <a:pt x="517766" y="2079"/>
                  </a:lnTo>
                  <a:lnTo>
                    <a:pt x="566674" y="0"/>
                  </a:lnTo>
                  <a:lnTo>
                    <a:pt x="615582" y="2079"/>
                  </a:lnTo>
                  <a:lnTo>
                    <a:pt x="663335" y="8204"/>
                  </a:lnTo>
                  <a:lnTo>
                    <a:pt x="709761" y="18204"/>
                  </a:lnTo>
                  <a:lnTo>
                    <a:pt x="754692" y="31910"/>
                  </a:lnTo>
                  <a:lnTo>
                    <a:pt x="797957" y="49152"/>
                  </a:lnTo>
                  <a:lnTo>
                    <a:pt x="839385" y="69759"/>
                  </a:lnTo>
                  <a:lnTo>
                    <a:pt x="878808" y="93563"/>
                  </a:lnTo>
                  <a:lnTo>
                    <a:pt x="916054" y="120393"/>
                  </a:lnTo>
                  <a:lnTo>
                    <a:pt x="950953" y="150080"/>
                  </a:lnTo>
                  <a:lnTo>
                    <a:pt x="983336" y="182453"/>
                  </a:lnTo>
                  <a:lnTo>
                    <a:pt x="1013032" y="217342"/>
                  </a:lnTo>
                  <a:lnTo>
                    <a:pt x="1039872" y="254578"/>
                  </a:lnTo>
                  <a:lnTo>
                    <a:pt x="1063685" y="293992"/>
                  </a:lnTo>
                  <a:lnTo>
                    <a:pt x="1084301" y="335412"/>
                  </a:lnTo>
                  <a:lnTo>
                    <a:pt x="1101550" y="378669"/>
                  </a:lnTo>
                  <a:lnTo>
                    <a:pt x="1115262" y="423594"/>
                  </a:lnTo>
                  <a:lnTo>
                    <a:pt x="1125267" y="470016"/>
                  </a:lnTo>
                  <a:lnTo>
                    <a:pt x="1131394" y="517766"/>
                  </a:lnTo>
                  <a:lnTo>
                    <a:pt x="1133475" y="566674"/>
                  </a:lnTo>
                  <a:lnTo>
                    <a:pt x="1131394" y="615582"/>
                  </a:lnTo>
                  <a:lnTo>
                    <a:pt x="1125267" y="663335"/>
                  </a:lnTo>
                  <a:lnTo>
                    <a:pt x="1115262" y="709761"/>
                  </a:lnTo>
                  <a:lnTo>
                    <a:pt x="1101550" y="754692"/>
                  </a:lnTo>
                  <a:lnTo>
                    <a:pt x="1084301" y="797957"/>
                  </a:lnTo>
                  <a:lnTo>
                    <a:pt x="1063685" y="839385"/>
                  </a:lnTo>
                  <a:lnTo>
                    <a:pt x="1039872" y="878808"/>
                  </a:lnTo>
                  <a:lnTo>
                    <a:pt x="1013032" y="916054"/>
                  </a:lnTo>
                  <a:lnTo>
                    <a:pt x="983336" y="950953"/>
                  </a:lnTo>
                  <a:lnTo>
                    <a:pt x="950953" y="983336"/>
                  </a:lnTo>
                  <a:lnTo>
                    <a:pt x="916054" y="1013032"/>
                  </a:lnTo>
                  <a:lnTo>
                    <a:pt x="878808" y="1039872"/>
                  </a:lnTo>
                  <a:lnTo>
                    <a:pt x="839385" y="1063685"/>
                  </a:lnTo>
                  <a:lnTo>
                    <a:pt x="797957" y="1084301"/>
                  </a:lnTo>
                  <a:lnTo>
                    <a:pt x="754692" y="1101550"/>
                  </a:lnTo>
                  <a:lnTo>
                    <a:pt x="709761" y="1115262"/>
                  </a:lnTo>
                  <a:lnTo>
                    <a:pt x="663335" y="1125267"/>
                  </a:lnTo>
                  <a:lnTo>
                    <a:pt x="615582" y="1131394"/>
                  </a:lnTo>
                  <a:lnTo>
                    <a:pt x="566674" y="1133475"/>
                  </a:lnTo>
                  <a:lnTo>
                    <a:pt x="517766" y="1131394"/>
                  </a:lnTo>
                  <a:lnTo>
                    <a:pt x="470016" y="1125267"/>
                  </a:lnTo>
                  <a:lnTo>
                    <a:pt x="423594" y="1115262"/>
                  </a:lnTo>
                  <a:lnTo>
                    <a:pt x="378669" y="1101550"/>
                  </a:lnTo>
                  <a:lnTo>
                    <a:pt x="335412" y="1084301"/>
                  </a:lnTo>
                  <a:lnTo>
                    <a:pt x="293992" y="1063685"/>
                  </a:lnTo>
                  <a:lnTo>
                    <a:pt x="254578" y="1039872"/>
                  </a:lnTo>
                  <a:lnTo>
                    <a:pt x="217342" y="1013032"/>
                  </a:lnTo>
                  <a:lnTo>
                    <a:pt x="182453" y="983336"/>
                  </a:lnTo>
                  <a:lnTo>
                    <a:pt x="150080" y="950953"/>
                  </a:lnTo>
                  <a:lnTo>
                    <a:pt x="120393" y="916054"/>
                  </a:lnTo>
                  <a:lnTo>
                    <a:pt x="93563" y="878808"/>
                  </a:lnTo>
                  <a:lnTo>
                    <a:pt x="69759" y="839385"/>
                  </a:lnTo>
                  <a:lnTo>
                    <a:pt x="49152" y="797957"/>
                  </a:lnTo>
                  <a:lnTo>
                    <a:pt x="31910" y="754692"/>
                  </a:lnTo>
                  <a:lnTo>
                    <a:pt x="18204" y="709761"/>
                  </a:lnTo>
                  <a:lnTo>
                    <a:pt x="8204" y="663335"/>
                  </a:lnTo>
                  <a:lnTo>
                    <a:pt x="2079" y="615582"/>
                  </a:lnTo>
                  <a:lnTo>
                    <a:pt x="0" y="566674"/>
                  </a:lnTo>
                  <a:close/>
                </a:path>
                <a:path w="1133475" h="1133475">
                  <a:moveTo>
                    <a:pt x="246633" y="566674"/>
                  </a:moveTo>
                  <a:lnTo>
                    <a:pt x="250103" y="613974"/>
                  </a:lnTo>
                  <a:lnTo>
                    <a:pt x="260181" y="659117"/>
                  </a:lnTo>
                  <a:lnTo>
                    <a:pt x="276374" y="701608"/>
                  </a:lnTo>
                  <a:lnTo>
                    <a:pt x="298186" y="740952"/>
                  </a:lnTo>
                  <a:lnTo>
                    <a:pt x="325124" y="776656"/>
                  </a:lnTo>
                  <a:lnTo>
                    <a:pt x="356691" y="808223"/>
                  </a:lnTo>
                  <a:lnTo>
                    <a:pt x="392395" y="835161"/>
                  </a:lnTo>
                  <a:lnTo>
                    <a:pt x="431739" y="856973"/>
                  </a:lnTo>
                  <a:lnTo>
                    <a:pt x="474230" y="873166"/>
                  </a:lnTo>
                  <a:lnTo>
                    <a:pt x="519373" y="883244"/>
                  </a:lnTo>
                  <a:lnTo>
                    <a:pt x="566674" y="886713"/>
                  </a:lnTo>
                  <a:lnTo>
                    <a:pt x="613974" y="883244"/>
                  </a:lnTo>
                  <a:lnTo>
                    <a:pt x="659117" y="873166"/>
                  </a:lnTo>
                  <a:lnTo>
                    <a:pt x="701608" y="856973"/>
                  </a:lnTo>
                  <a:lnTo>
                    <a:pt x="740952" y="835161"/>
                  </a:lnTo>
                  <a:lnTo>
                    <a:pt x="776656" y="808223"/>
                  </a:lnTo>
                  <a:lnTo>
                    <a:pt x="808223" y="776656"/>
                  </a:lnTo>
                  <a:lnTo>
                    <a:pt x="835161" y="740952"/>
                  </a:lnTo>
                  <a:lnTo>
                    <a:pt x="856973" y="701608"/>
                  </a:lnTo>
                  <a:lnTo>
                    <a:pt x="873166" y="659117"/>
                  </a:lnTo>
                  <a:lnTo>
                    <a:pt x="883244" y="613974"/>
                  </a:lnTo>
                  <a:lnTo>
                    <a:pt x="886714" y="566674"/>
                  </a:lnTo>
                  <a:lnTo>
                    <a:pt x="883244" y="519373"/>
                  </a:lnTo>
                  <a:lnTo>
                    <a:pt x="873166" y="474230"/>
                  </a:lnTo>
                  <a:lnTo>
                    <a:pt x="856973" y="431739"/>
                  </a:lnTo>
                  <a:lnTo>
                    <a:pt x="835161" y="392395"/>
                  </a:lnTo>
                  <a:lnTo>
                    <a:pt x="808223" y="356691"/>
                  </a:lnTo>
                  <a:lnTo>
                    <a:pt x="776656" y="325124"/>
                  </a:lnTo>
                  <a:lnTo>
                    <a:pt x="740952" y="298186"/>
                  </a:lnTo>
                  <a:lnTo>
                    <a:pt x="701608" y="276374"/>
                  </a:lnTo>
                  <a:lnTo>
                    <a:pt x="659117" y="260181"/>
                  </a:lnTo>
                  <a:lnTo>
                    <a:pt x="613974" y="250103"/>
                  </a:lnTo>
                  <a:lnTo>
                    <a:pt x="566674" y="246634"/>
                  </a:lnTo>
                  <a:lnTo>
                    <a:pt x="519373" y="250103"/>
                  </a:lnTo>
                  <a:lnTo>
                    <a:pt x="474230" y="260181"/>
                  </a:lnTo>
                  <a:lnTo>
                    <a:pt x="431739" y="276374"/>
                  </a:lnTo>
                  <a:lnTo>
                    <a:pt x="392395" y="298186"/>
                  </a:lnTo>
                  <a:lnTo>
                    <a:pt x="356691" y="325124"/>
                  </a:lnTo>
                  <a:lnTo>
                    <a:pt x="325124" y="356691"/>
                  </a:lnTo>
                  <a:lnTo>
                    <a:pt x="298186" y="392395"/>
                  </a:lnTo>
                  <a:lnTo>
                    <a:pt x="276374" y="431739"/>
                  </a:lnTo>
                  <a:lnTo>
                    <a:pt x="260181" y="474230"/>
                  </a:lnTo>
                  <a:lnTo>
                    <a:pt x="250103" y="519373"/>
                  </a:lnTo>
                  <a:lnTo>
                    <a:pt x="246633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132276" y="4349686"/>
              <a:ext cx="328930" cy="416559"/>
            </a:xfrm>
            <a:custGeom>
              <a:avLst/>
              <a:gdLst/>
              <a:ahLst/>
              <a:cxnLst/>
              <a:rect l="l" t="t" r="r" b="b"/>
              <a:pathLst>
                <a:path w="328929" h="416560">
                  <a:moveTo>
                    <a:pt x="153758" y="322618"/>
                  </a:moveTo>
                  <a:lnTo>
                    <a:pt x="63627" y="322618"/>
                  </a:lnTo>
                  <a:lnTo>
                    <a:pt x="63627" y="343420"/>
                  </a:lnTo>
                  <a:lnTo>
                    <a:pt x="153758" y="343420"/>
                  </a:lnTo>
                  <a:lnTo>
                    <a:pt x="153758" y="322618"/>
                  </a:lnTo>
                  <a:close/>
                </a:path>
                <a:path w="328929" h="416560">
                  <a:moveTo>
                    <a:pt x="153758" y="260172"/>
                  </a:moveTo>
                  <a:lnTo>
                    <a:pt x="63627" y="260172"/>
                  </a:lnTo>
                  <a:lnTo>
                    <a:pt x="63627" y="280987"/>
                  </a:lnTo>
                  <a:lnTo>
                    <a:pt x="153758" y="280987"/>
                  </a:lnTo>
                  <a:lnTo>
                    <a:pt x="153758" y="260172"/>
                  </a:lnTo>
                  <a:close/>
                </a:path>
                <a:path w="328929" h="416560">
                  <a:moveTo>
                    <a:pt x="153758" y="197726"/>
                  </a:moveTo>
                  <a:lnTo>
                    <a:pt x="63627" y="197726"/>
                  </a:lnTo>
                  <a:lnTo>
                    <a:pt x="63627" y="218541"/>
                  </a:lnTo>
                  <a:lnTo>
                    <a:pt x="153758" y="218541"/>
                  </a:lnTo>
                  <a:lnTo>
                    <a:pt x="153758" y="197726"/>
                  </a:lnTo>
                  <a:close/>
                </a:path>
                <a:path w="328929" h="416560">
                  <a:moveTo>
                    <a:pt x="153758" y="135293"/>
                  </a:moveTo>
                  <a:lnTo>
                    <a:pt x="63627" y="135293"/>
                  </a:lnTo>
                  <a:lnTo>
                    <a:pt x="63627" y="156108"/>
                  </a:lnTo>
                  <a:lnTo>
                    <a:pt x="153758" y="156108"/>
                  </a:lnTo>
                  <a:lnTo>
                    <a:pt x="153758" y="135293"/>
                  </a:lnTo>
                  <a:close/>
                </a:path>
                <a:path w="328929" h="416560">
                  <a:moveTo>
                    <a:pt x="255028" y="317931"/>
                  </a:moveTo>
                  <a:lnTo>
                    <a:pt x="243357" y="306476"/>
                  </a:lnTo>
                  <a:lnTo>
                    <a:pt x="227977" y="322097"/>
                  </a:lnTo>
                  <a:lnTo>
                    <a:pt x="212610" y="306476"/>
                  </a:lnTo>
                  <a:lnTo>
                    <a:pt x="200939" y="317931"/>
                  </a:lnTo>
                  <a:lnTo>
                    <a:pt x="216852" y="333019"/>
                  </a:lnTo>
                  <a:lnTo>
                    <a:pt x="200939" y="348107"/>
                  </a:lnTo>
                  <a:lnTo>
                    <a:pt x="212610" y="359549"/>
                  </a:lnTo>
                  <a:lnTo>
                    <a:pt x="227977" y="343941"/>
                  </a:lnTo>
                  <a:lnTo>
                    <a:pt x="243357" y="359549"/>
                  </a:lnTo>
                  <a:lnTo>
                    <a:pt x="255028" y="348107"/>
                  </a:lnTo>
                  <a:lnTo>
                    <a:pt x="239115" y="333019"/>
                  </a:lnTo>
                  <a:lnTo>
                    <a:pt x="255028" y="317931"/>
                  </a:lnTo>
                  <a:close/>
                </a:path>
                <a:path w="328929" h="416560">
                  <a:moveTo>
                    <a:pt x="255028" y="255485"/>
                  </a:moveTo>
                  <a:lnTo>
                    <a:pt x="243357" y="244043"/>
                  </a:lnTo>
                  <a:lnTo>
                    <a:pt x="227977" y="259651"/>
                  </a:lnTo>
                  <a:lnTo>
                    <a:pt x="212610" y="244043"/>
                  </a:lnTo>
                  <a:lnTo>
                    <a:pt x="200939" y="255485"/>
                  </a:lnTo>
                  <a:lnTo>
                    <a:pt x="216852" y="270573"/>
                  </a:lnTo>
                  <a:lnTo>
                    <a:pt x="200939" y="285673"/>
                  </a:lnTo>
                  <a:lnTo>
                    <a:pt x="212610" y="297116"/>
                  </a:lnTo>
                  <a:lnTo>
                    <a:pt x="227977" y="281508"/>
                  </a:lnTo>
                  <a:lnTo>
                    <a:pt x="243357" y="297116"/>
                  </a:lnTo>
                  <a:lnTo>
                    <a:pt x="255028" y="285673"/>
                  </a:lnTo>
                  <a:lnTo>
                    <a:pt x="239115" y="270573"/>
                  </a:lnTo>
                  <a:lnTo>
                    <a:pt x="255028" y="255485"/>
                  </a:lnTo>
                  <a:close/>
                </a:path>
                <a:path w="328929" h="416560">
                  <a:moveTo>
                    <a:pt x="261378" y="186283"/>
                  </a:moveTo>
                  <a:lnTo>
                    <a:pt x="250253" y="175361"/>
                  </a:lnTo>
                  <a:lnTo>
                    <a:pt x="215265" y="209702"/>
                  </a:lnTo>
                  <a:lnTo>
                    <a:pt x="201472" y="196164"/>
                  </a:lnTo>
                  <a:lnTo>
                    <a:pt x="190334" y="207098"/>
                  </a:lnTo>
                  <a:lnTo>
                    <a:pt x="215265" y="231559"/>
                  </a:lnTo>
                  <a:lnTo>
                    <a:pt x="261378" y="186283"/>
                  </a:lnTo>
                  <a:close/>
                </a:path>
                <a:path w="328929" h="416560">
                  <a:moveTo>
                    <a:pt x="261378" y="123837"/>
                  </a:moveTo>
                  <a:lnTo>
                    <a:pt x="250253" y="112915"/>
                  </a:lnTo>
                  <a:lnTo>
                    <a:pt x="215265" y="147256"/>
                  </a:lnTo>
                  <a:lnTo>
                    <a:pt x="201472" y="133731"/>
                  </a:lnTo>
                  <a:lnTo>
                    <a:pt x="190334" y="144653"/>
                  </a:lnTo>
                  <a:lnTo>
                    <a:pt x="215265" y="169113"/>
                  </a:lnTo>
                  <a:lnTo>
                    <a:pt x="261378" y="123837"/>
                  </a:lnTo>
                  <a:close/>
                </a:path>
                <a:path w="328929" h="416560">
                  <a:moveTo>
                    <a:pt x="328714" y="52031"/>
                  </a:moveTo>
                  <a:lnTo>
                    <a:pt x="327050" y="43954"/>
                  </a:lnTo>
                  <a:lnTo>
                    <a:pt x="322491" y="37338"/>
                  </a:lnTo>
                  <a:lnTo>
                    <a:pt x="315747" y="32867"/>
                  </a:lnTo>
                  <a:lnTo>
                    <a:pt x="307505" y="31229"/>
                  </a:lnTo>
                  <a:lnTo>
                    <a:pt x="296913" y="31229"/>
                  </a:lnTo>
                  <a:lnTo>
                    <a:pt x="296913" y="385051"/>
                  </a:lnTo>
                  <a:lnTo>
                    <a:pt x="31813" y="385051"/>
                  </a:lnTo>
                  <a:lnTo>
                    <a:pt x="31813" y="62445"/>
                  </a:lnTo>
                  <a:lnTo>
                    <a:pt x="90131" y="62445"/>
                  </a:lnTo>
                  <a:lnTo>
                    <a:pt x="90131" y="93662"/>
                  </a:lnTo>
                  <a:lnTo>
                    <a:pt x="238582" y="93662"/>
                  </a:lnTo>
                  <a:lnTo>
                    <a:pt x="238582" y="62445"/>
                  </a:lnTo>
                  <a:lnTo>
                    <a:pt x="296900" y="62445"/>
                  </a:lnTo>
                  <a:lnTo>
                    <a:pt x="296913" y="385051"/>
                  </a:lnTo>
                  <a:lnTo>
                    <a:pt x="296913" y="31229"/>
                  </a:lnTo>
                  <a:lnTo>
                    <a:pt x="217373" y="31229"/>
                  </a:lnTo>
                  <a:lnTo>
                    <a:pt x="217373" y="20815"/>
                  </a:lnTo>
                  <a:lnTo>
                    <a:pt x="215709" y="12738"/>
                  </a:lnTo>
                  <a:lnTo>
                    <a:pt x="211150" y="6121"/>
                  </a:lnTo>
                  <a:lnTo>
                    <a:pt x="204406" y="1651"/>
                  </a:lnTo>
                  <a:lnTo>
                    <a:pt x="196176" y="0"/>
                  </a:lnTo>
                  <a:lnTo>
                    <a:pt x="180263" y="0"/>
                  </a:lnTo>
                  <a:lnTo>
                    <a:pt x="180263" y="28105"/>
                  </a:lnTo>
                  <a:lnTo>
                    <a:pt x="180263" y="45275"/>
                  </a:lnTo>
                  <a:lnTo>
                    <a:pt x="173380" y="52031"/>
                  </a:lnTo>
                  <a:lnTo>
                    <a:pt x="155346" y="52031"/>
                  </a:lnTo>
                  <a:lnTo>
                    <a:pt x="148450" y="45275"/>
                  </a:lnTo>
                  <a:lnTo>
                    <a:pt x="148450" y="27584"/>
                  </a:lnTo>
                  <a:lnTo>
                    <a:pt x="155346" y="20815"/>
                  </a:lnTo>
                  <a:lnTo>
                    <a:pt x="173380" y="20815"/>
                  </a:lnTo>
                  <a:lnTo>
                    <a:pt x="180263" y="28105"/>
                  </a:lnTo>
                  <a:lnTo>
                    <a:pt x="180263" y="0"/>
                  </a:lnTo>
                  <a:lnTo>
                    <a:pt x="132549" y="0"/>
                  </a:lnTo>
                  <a:lnTo>
                    <a:pt x="124320" y="1651"/>
                  </a:lnTo>
                  <a:lnTo>
                    <a:pt x="117576" y="6121"/>
                  </a:lnTo>
                  <a:lnTo>
                    <a:pt x="113017" y="12738"/>
                  </a:lnTo>
                  <a:lnTo>
                    <a:pt x="111340" y="20815"/>
                  </a:lnTo>
                  <a:lnTo>
                    <a:pt x="111340" y="31229"/>
                  </a:lnTo>
                  <a:lnTo>
                    <a:pt x="21209" y="31229"/>
                  </a:lnTo>
                  <a:lnTo>
                    <a:pt x="12979" y="32867"/>
                  </a:lnTo>
                  <a:lnTo>
                    <a:pt x="6235" y="37338"/>
                  </a:lnTo>
                  <a:lnTo>
                    <a:pt x="1676" y="43954"/>
                  </a:lnTo>
                  <a:lnTo>
                    <a:pt x="0" y="52031"/>
                  </a:lnTo>
                  <a:lnTo>
                    <a:pt x="0" y="395465"/>
                  </a:lnTo>
                  <a:lnTo>
                    <a:pt x="1676" y="403542"/>
                  </a:lnTo>
                  <a:lnTo>
                    <a:pt x="6235" y="410159"/>
                  </a:lnTo>
                  <a:lnTo>
                    <a:pt x="12979" y="414629"/>
                  </a:lnTo>
                  <a:lnTo>
                    <a:pt x="21209" y="416267"/>
                  </a:lnTo>
                  <a:lnTo>
                    <a:pt x="307505" y="416267"/>
                  </a:lnTo>
                  <a:lnTo>
                    <a:pt x="315747" y="414629"/>
                  </a:lnTo>
                  <a:lnTo>
                    <a:pt x="322491" y="410159"/>
                  </a:lnTo>
                  <a:lnTo>
                    <a:pt x="327050" y="403542"/>
                  </a:lnTo>
                  <a:lnTo>
                    <a:pt x="328714" y="395465"/>
                  </a:lnTo>
                  <a:lnTo>
                    <a:pt x="328714" y="385051"/>
                  </a:lnTo>
                  <a:lnTo>
                    <a:pt x="328714" y="62445"/>
                  </a:lnTo>
                  <a:lnTo>
                    <a:pt x="328714" y="52031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389125" y="3989451"/>
            <a:ext cx="7688580" cy="2402205"/>
            <a:chOff x="1389125" y="3989451"/>
            <a:chExt cx="7688580" cy="2402205"/>
          </a:xfrm>
        </p:grpSpPr>
        <p:sp>
          <p:nvSpPr>
            <p:cNvPr id="30" name="object 30"/>
            <p:cNvSpPr/>
            <p:nvPr/>
          </p:nvSpPr>
          <p:spPr>
            <a:xfrm>
              <a:off x="1523999" y="4152900"/>
              <a:ext cx="809625" cy="819150"/>
            </a:xfrm>
            <a:custGeom>
              <a:avLst/>
              <a:gdLst/>
              <a:ahLst/>
              <a:cxnLst/>
              <a:rect l="l" t="t" r="r" b="b"/>
              <a:pathLst>
                <a:path w="809625" h="819150">
                  <a:moveTo>
                    <a:pt x="404875" y="0"/>
                  </a:moveTo>
                  <a:lnTo>
                    <a:pt x="357651" y="2755"/>
                  </a:lnTo>
                  <a:lnTo>
                    <a:pt x="312029" y="10817"/>
                  </a:lnTo>
                  <a:lnTo>
                    <a:pt x="268312" y="23879"/>
                  </a:lnTo>
                  <a:lnTo>
                    <a:pt x="226804" y="41632"/>
                  </a:lnTo>
                  <a:lnTo>
                    <a:pt x="187808" y="63769"/>
                  </a:lnTo>
                  <a:lnTo>
                    <a:pt x="151629" y="89983"/>
                  </a:lnTo>
                  <a:lnTo>
                    <a:pt x="118570" y="119967"/>
                  </a:lnTo>
                  <a:lnTo>
                    <a:pt x="88934" y="153413"/>
                  </a:lnTo>
                  <a:lnTo>
                    <a:pt x="63024" y="190013"/>
                  </a:lnTo>
                  <a:lnTo>
                    <a:pt x="41145" y="229460"/>
                  </a:lnTo>
                  <a:lnTo>
                    <a:pt x="23599" y="271448"/>
                  </a:lnTo>
                  <a:lnTo>
                    <a:pt x="10690" y="315667"/>
                  </a:lnTo>
                  <a:lnTo>
                    <a:pt x="2723" y="361812"/>
                  </a:lnTo>
                  <a:lnTo>
                    <a:pt x="0" y="409575"/>
                  </a:lnTo>
                  <a:lnTo>
                    <a:pt x="2723" y="457337"/>
                  </a:lnTo>
                  <a:lnTo>
                    <a:pt x="10690" y="503482"/>
                  </a:lnTo>
                  <a:lnTo>
                    <a:pt x="23599" y="547701"/>
                  </a:lnTo>
                  <a:lnTo>
                    <a:pt x="41145" y="589689"/>
                  </a:lnTo>
                  <a:lnTo>
                    <a:pt x="63024" y="629136"/>
                  </a:lnTo>
                  <a:lnTo>
                    <a:pt x="88934" y="665736"/>
                  </a:lnTo>
                  <a:lnTo>
                    <a:pt x="118570" y="699182"/>
                  </a:lnTo>
                  <a:lnTo>
                    <a:pt x="151629" y="729166"/>
                  </a:lnTo>
                  <a:lnTo>
                    <a:pt x="187808" y="755380"/>
                  </a:lnTo>
                  <a:lnTo>
                    <a:pt x="226804" y="777517"/>
                  </a:lnTo>
                  <a:lnTo>
                    <a:pt x="268312" y="795270"/>
                  </a:lnTo>
                  <a:lnTo>
                    <a:pt x="312029" y="808332"/>
                  </a:lnTo>
                  <a:lnTo>
                    <a:pt x="357651" y="816394"/>
                  </a:lnTo>
                  <a:lnTo>
                    <a:pt x="404875" y="819150"/>
                  </a:lnTo>
                  <a:lnTo>
                    <a:pt x="452075" y="816394"/>
                  </a:lnTo>
                  <a:lnTo>
                    <a:pt x="497675" y="808332"/>
                  </a:lnTo>
                  <a:lnTo>
                    <a:pt x="541374" y="795270"/>
                  </a:lnTo>
                  <a:lnTo>
                    <a:pt x="582867" y="777517"/>
                  </a:lnTo>
                  <a:lnTo>
                    <a:pt x="621849" y="755380"/>
                  </a:lnTo>
                  <a:lnTo>
                    <a:pt x="658018" y="729166"/>
                  </a:lnTo>
                  <a:lnTo>
                    <a:pt x="691070" y="699182"/>
                  </a:lnTo>
                  <a:lnTo>
                    <a:pt x="720700" y="665736"/>
                  </a:lnTo>
                  <a:lnTo>
                    <a:pt x="746606" y="629136"/>
                  </a:lnTo>
                  <a:lnTo>
                    <a:pt x="768482" y="589689"/>
                  </a:lnTo>
                  <a:lnTo>
                    <a:pt x="786026" y="547701"/>
                  </a:lnTo>
                  <a:lnTo>
                    <a:pt x="798934" y="503482"/>
                  </a:lnTo>
                  <a:lnTo>
                    <a:pt x="806901" y="457337"/>
                  </a:lnTo>
                  <a:lnTo>
                    <a:pt x="809625" y="409575"/>
                  </a:lnTo>
                  <a:lnTo>
                    <a:pt x="806901" y="361812"/>
                  </a:lnTo>
                  <a:lnTo>
                    <a:pt x="798934" y="315667"/>
                  </a:lnTo>
                  <a:lnTo>
                    <a:pt x="786026" y="271448"/>
                  </a:lnTo>
                  <a:lnTo>
                    <a:pt x="768482" y="229460"/>
                  </a:lnTo>
                  <a:lnTo>
                    <a:pt x="746606" y="190013"/>
                  </a:lnTo>
                  <a:lnTo>
                    <a:pt x="720700" y="153413"/>
                  </a:lnTo>
                  <a:lnTo>
                    <a:pt x="691070" y="119967"/>
                  </a:lnTo>
                  <a:lnTo>
                    <a:pt x="658018" y="89983"/>
                  </a:lnTo>
                  <a:lnTo>
                    <a:pt x="621849" y="63769"/>
                  </a:lnTo>
                  <a:lnTo>
                    <a:pt x="582867" y="41632"/>
                  </a:lnTo>
                  <a:lnTo>
                    <a:pt x="541374" y="23879"/>
                  </a:lnTo>
                  <a:lnTo>
                    <a:pt x="497675" y="10817"/>
                  </a:lnTo>
                  <a:lnTo>
                    <a:pt x="452075" y="2755"/>
                  </a:lnTo>
                  <a:lnTo>
                    <a:pt x="404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95475" y="3995801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566674" y="0"/>
                  </a:moveTo>
                  <a:lnTo>
                    <a:pt x="517766" y="2079"/>
                  </a:lnTo>
                  <a:lnTo>
                    <a:pt x="470016" y="8204"/>
                  </a:lnTo>
                  <a:lnTo>
                    <a:pt x="423594" y="18204"/>
                  </a:lnTo>
                  <a:lnTo>
                    <a:pt x="378669" y="31910"/>
                  </a:lnTo>
                  <a:lnTo>
                    <a:pt x="335412" y="49152"/>
                  </a:lnTo>
                  <a:lnTo>
                    <a:pt x="293992" y="69759"/>
                  </a:lnTo>
                  <a:lnTo>
                    <a:pt x="254578" y="93563"/>
                  </a:lnTo>
                  <a:lnTo>
                    <a:pt x="217342" y="120393"/>
                  </a:lnTo>
                  <a:lnTo>
                    <a:pt x="182453" y="150080"/>
                  </a:lnTo>
                  <a:lnTo>
                    <a:pt x="150080" y="182453"/>
                  </a:lnTo>
                  <a:lnTo>
                    <a:pt x="120393" y="217342"/>
                  </a:lnTo>
                  <a:lnTo>
                    <a:pt x="93563" y="254578"/>
                  </a:lnTo>
                  <a:lnTo>
                    <a:pt x="69759" y="293992"/>
                  </a:lnTo>
                  <a:lnTo>
                    <a:pt x="49152" y="335412"/>
                  </a:lnTo>
                  <a:lnTo>
                    <a:pt x="31910" y="378669"/>
                  </a:lnTo>
                  <a:lnTo>
                    <a:pt x="18204" y="423594"/>
                  </a:lnTo>
                  <a:lnTo>
                    <a:pt x="8204" y="470016"/>
                  </a:lnTo>
                  <a:lnTo>
                    <a:pt x="2079" y="517766"/>
                  </a:lnTo>
                  <a:lnTo>
                    <a:pt x="0" y="566674"/>
                  </a:lnTo>
                  <a:lnTo>
                    <a:pt x="2010" y="613974"/>
                  </a:lnTo>
                  <a:lnTo>
                    <a:pt x="2079" y="615582"/>
                  </a:lnTo>
                  <a:lnTo>
                    <a:pt x="8204" y="663335"/>
                  </a:lnTo>
                  <a:lnTo>
                    <a:pt x="18204" y="709761"/>
                  </a:lnTo>
                  <a:lnTo>
                    <a:pt x="31910" y="754692"/>
                  </a:lnTo>
                  <a:lnTo>
                    <a:pt x="49152" y="797957"/>
                  </a:lnTo>
                  <a:lnTo>
                    <a:pt x="69759" y="839385"/>
                  </a:lnTo>
                  <a:lnTo>
                    <a:pt x="93563" y="878808"/>
                  </a:lnTo>
                  <a:lnTo>
                    <a:pt x="120393" y="916054"/>
                  </a:lnTo>
                  <a:lnTo>
                    <a:pt x="150080" y="950953"/>
                  </a:lnTo>
                  <a:lnTo>
                    <a:pt x="182453" y="983336"/>
                  </a:lnTo>
                  <a:lnTo>
                    <a:pt x="217342" y="1013032"/>
                  </a:lnTo>
                  <a:lnTo>
                    <a:pt x="254578" y="1039872"/>
                  </a:lnTo>
                  <a:lnTo>
                    <a:pt x="293992" y="1063685"/>
                  </a:lnTo>
                  <a:lnTo>
                    <a:pt x="335412" y="1084301"/>
                  </a:lnTo>
                  <a:lnTo>
                    <a:pt x="378669" y="1101550"/>
                  </a:lnTo>
                  <a:lnTo>
                    <a:pt x="423594" y="1115262"/>
                  </a:lnTo>
                  <a:lnTo>
                    <a:pt x="470016" y="1125267"/>
                  </a:lnTo>
                  <a:lnTo>
                    <a:pt x="517766" y="1131394"/>
                  </a:lnTo>
                  <a:lnTo>
                    <a:pt x="566674" y="1133475"/>
                  </a:lnTo>
                  <a:lnTo>
                    <a:pt x="615582" y="1131394"/>
                  </a:lnTo>
                  <a:lnTo>
                    <a:pt x="663335" y="1125267"/>
                  </a:lnTo>
                  <a:lnTo>
                    <a:pt x="709761" y="1115262"/>
                  </a:lnTo>
                  <a:lnTo>
                    <a:pt x="754692" y="1101550"/>
                  </a:lnTo>
                  <a:lnTo>
                    <a:pt x="797957" y="1084301"/>
                  </a:lnTo>
                  <a:lnTo>
                    <a:pt x="839385" y="1063685"/>
                  </a:lnTo>
                  <a:lnTo>
                    <a:pt x="878808" y="1039872"/>
                  </a:lnTo>
                  <a:lnTo>
                    <a:pt x="916054" y="1013032"/>
                  </a:lnTo>
                  <a:lnTo>
                    <a:pt x="950953" y="983336"/>
                  </a:lnTo>
                  <a:lnTo>
                    <a:pt x="983336" y="950953"/>
                  </a:lnTo>
                  <a:lnTo>
                    <a:pt x="1013032" y="916054"/>
                  </a:lnTo>
                  <a:lnTo>
                    <a:pt x="1034175" y="886713"/>
                  </a:lnTo>
                  <a:lnTo>
                    <a:pt x="566674" y="886713"/>
                  </a:lnTo>
                  <a:lnTo>
                    <a:pt x="519373" y="883244"/>
                  </a:lnTo>
                  <a:lnTo>
                    <a:pt x="474230" y="873166"/>
                  </a:lnTo>
                  <a:lnTo>
                    <a:pt x="431739" y="856973"/>
                  </a:lnTo>
                  <a:lnTo>
                    <a:pt x="392395" y="835161"/>
                  </a:lnTo>
                  <a:lnTo>
                    <a:pt x="356691" y="808223"/>
                  </a:lnTo>
                  <a:lnTo>
                    <a:pt x="325124" y="776656"/>
                  </a:lnTo>
                  <a:lnTo>
                    <a:pt x="298186" y="740952"/>
                  </a:lnTo>
                  <a:lnTo>
                    <a:pt x="276374" y="701608"/>
                  </a:lnTo>
                  <a:lnTo>
                    <a:pt x="260181" y="659117"/>
                  </a:lnTo>
                  <a:lnTo>
                    <a:pt x="250103" y="613974"/>
                  </a:lnTo>
                  <a:lnTo>
                    <a:pt x="246634" y="566674"/>
                  </a:lnTo>
                  <a:lnTo>
                    <a:pt x="250103" y="519373"/>
                  </a:lnTo>
                  <a:lnTo>
                    <a:pt x="260181" y="474230"/>
                  </a:lnTo>
                  <a:lnTo>
                    <a:pt x="276374" y="431739"/>
                  </a:lnTo>
                  <a:lnTo>
                    <a:pt x="298186" y="392395"/>
                  </a:lnTo>
                  <a:lnTo>
                    <a:pt x="325124" y="356691"/>
                  </a:lnTo>
                  <a:lnTo>
                    <a:pt x="356691" y="325124"/>
                  </a:lnTo>
                  <a:lnTo>
                    <a:pt x="392395" y="298186"/>
                  </a:lnTo>
                  <a:lnTo>
                    <a:pt x="431739" y="276374"/>
                  </a:lnTo>
                  <a:lnTo>
                    <a:pt x="474230" y="260181"/>
                  </a:lnTo>
                  <a:lnTo>
                    <a:pt x="519373" y="250103"/>
                  </a:lnTo>
                  <a:lnTo>
                    <a:pt x="566674" y="246634"/>
                  </a:lnTo>
                  <a:lnTo>
                    <a:pt x="1034145" y="246634"/>
                  </a:lnTo>
                  <a:lnTo>
                    <a:pt x="1013032" y="217342"/>
                  </a:lnTo>
                  <a:lnTo>
                    <a:pt x="983336" y="182453"/>
                  </a:lnTo>
                  <a:lnTo>
                    <a:pt x="950953" y="150080"/>
                  </a:lnTo>
                  <a:lnTo>
                    <a:pt x="916054" y="120393"/>
                  </a:lnTo>
                  <a:lnTo>
                    <a:pt x="878808" y="93563"/>
                  </a:lnTo>
                  <a:lnTo>
                    <a:pt x="839385" y="69759"/>
                  </a:lnTo>
                  <a:lnTo>
                    <a:pt x="797957" y="49152"/>
                  </a:lnTo>
                  <a:lnTo>
                    <a:pt x="754692" y="31910"/>
                  </a:lnTo>
                  <a:lnTo>
                    <a:pt x="709761" y="18204"/>
                  </a:lnTo>
                  <a:lnTo>
                    <a:pt x="663335" y="8204"/>
                  </a:lnTo>
                  <a:lnTo>
                    <a:pt x="615582" y="2079"/>
                  </a:lnTo>
                  <a:lnTo>
                    <a:pt x="566674" y="0"/>
                  </a:lnTo>
                  <a:close/>
                </a:path>
                <a:path w="1133475" h="1133475">
                  <a:moveTo>
                    <a:pt x="1034145" y="246634"/>
                  </a:moveTo>
                  <a:lnTo>
                    <a:pt x="566674" y="246634"/>
                  </a:lnTo>
                  <a:lnTo>
                    <a:pt x="613974" y="250103"/>
                  </a:lnTo>
                  <a:lnTo>
                    <a:pt x="659117" y="260181"/>
                  </a:lnTo>
                  <a:lnTo>
                    <a:pt x="701608" y="276374"/>
                  </a:lnTo>
                  <a:lnTo>
                    <a:pt x="740952" y="298186"/>
                  </a:lnTo>
                  <a:lnTo>
                    <a:pt x="776656" y="325124"/>
                  </a:lnTo>
                  <a:lnTo>
                    <a:pt x="808223" y="356691"/>
                  </a:lnTo>
                  <a:lnTo>
                    <a:pt x="835161" y="392395"/>
                  </a:lnTo>
                  <a:lnTo>
                    <a:pt x="856973" y="431739"/>
                  </a:lnTo>
                  <a:lnTo>
                    <a:pt x="873166" y="474230"/>
                  </a:lnTo>
                  <a:lnTo>
                    <a:pt x="883244" y="519373"/>
                  </a:lnTo>
                  <a:lnTo>
                    <a:pt x="886713" y="566674"/>
                  </a:lnTo>
                  <a:lnTo>
                    <a:pt x="883244" y="613974"/>
                  </a:lnTo>
                  <a:lnTo>
                    <a:pt x="873166" y="659117"/>
                  </a:lnTo>
                  <a:lnTo>
                    <a:pt x="856973" y="701608"/>
                  </a:lnTo>
                  <a:lnTo>
                    <a:pt x="835161" y="740952"/>
                  </a:lnTo>
                  <a:lnTo>
                    <a:pt x="808223" y="776656"/>
                  </a:lnTo>
                  <a:lnTo>
                    <a:pt x="776656" y="808223"/>
                  </a:lnTo>
                  <a:lnTo>
                    <a:pt x="740952" y="835161"/>
                  </a:lnTo>
                  <a:lnTo>
                    <a:pt x="701608" y="856973"/>
                  </a:lnTo>
                  <a:lnTo>
                    <a:pt x="659117" y="873166"/>
                  </a:lnTo>
                  <a:lnTo>
                    <a:pt x="613974" y="883244"/>
                  </a:lnTo>
                  <a:lnTo>
                    <a:pt x="566674" y="886713"/>
                  </a:lnTo>
                  <a:lnTo>
                    <a:pt x="1034175" y="886713"/>
                  </a:lnTo>
                  <a:lnTo>
                    <a:pt x="1063685" y="839385"/>
                  </a:lnTo>
                  <a:lnTo>
                    <a:pt x="1084301" y="797957"/>
                  </a:lnTo>
                  <a:lnTo>
                    <a:pt x="1101550" y="754692"/>
                  </a:lnTo>
                  <a:lnTo>
                    <a:pt x="1115262" y="709761"/>
                  </a:lnTo>
                  <a:lnTo>
                    <a:pt x="1125267" y="663335"/>
                  </a:lnTo>
                  <a:lnTo>
                    <a:pt x="1131394" y="615582"/>
                  </a:lnTo>
                  <a:lnTo>
                    <a:pt x="1133475" y="566674"/>
                  </a:lnTo>
                  <a:lnTo>
                    <a:pt x="1131463" y="519373"/>
                  </a:lnTo>
                  <a:lnTo>
                    <a:pt x="1131394" y="517766"/>
                  </a:lnTo>
                  <a:lnTo>
                    <a:pt x="1125267" y="470016"/>
                  </a:lnTo>
                  <a:lnTo>
                    <a:pt x="1115262" y="423594"/>
                  </a:lnTo>
                  <a:lnTo>
                    <a:pt x="1101550" y="378669"/>
                  </a:lnTo>
                  <a:lnTo>
                    <a:pt x="1084301" y="335412"/>
                  </a:lnTo>
                  <a:lnTo>
                    <a:pt x="1063685" y="293992"/>
                  </a:lnTo>
                  <a:lnTo>
                    <a:pt x="1039872" y="254578"/>
                  </a:lnTo>
                  <a:lnTo>
                    <a:pt x="1034145" y="246634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95475" y="3995801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0" y="566674"/>
                  </a:moveTo>
                  <a:lnTo>
                    <a:pt x="2079" y="517766"/>
                  </a:lnTo>
                  <a:lnTo>
                    <a:pt x="8204" y="470016"/>
                  </a:lnTo>
                  <a:lnTo>
                    <a:pt x="18204" y="423594"/>
                  </a:lnTo>
                  <a:lnTo>
                    <a:pt x="31910" y="378669"/>
                  </a:lnTo>
                  <a:lnTo>
                    <a:pt x="49152" y="335412"/>
                  </a:lnTo>
                  <a:lnTo>
                    <a:pt x="69759" y="293992"/>
                  </a:lnTo>
                  <a:lnTo>
                    <a:pt x="93563" y="254578"/>
                  </a:lnTo>
                  <a:lnTo>
                    <a:pt x="120393" y="217342"/>
                  </a:lnTo>
                  <a:lnTo>
                    <a:pt x="150080" y="182453"/>
                  </a:lnTo>
                  <a:lnTo>
                    <a:pt x="182453" y="150080"/>
                  </a:lnTo>
                  <a:lnTo>
                    <a:pt x="217342" y="120393"/>
                  </a:lnTo>
                  <a:lnTo>
                    <a:pt x="254578" y="93563"/>
                  </a:lnTo>
                  <a:lnTo>
                    <a:pt x="293992" y="69759"/>
                  </a:lnTo>
                  <a:lnTo>
                    <a:pt x="335412" y="49152"/>
                  </a:lnTo>
                  <a:lnTo>
                    <a:pt x="378669" y="31910"/>
                  </a:lnTo>
                  <a:lnTo>
                    <a:pt x="423594" y="18204"/>
                  </a:lnTo>
                  <a:lnTo>
                    <a:pt x="470016" y="8204"/>
                  </a:lnTo>
                  <a:lnTo>
                    <a:pt x="517766" y="2079"/>
                  </a:lnTo>
                  <a:lnTo>
                    <a:pt x="566674" y="0"/>
                  </a:lnTo>
                  <a:lnTo>
                    <a:pt x="615582" y="2079"/>
                  </a:lnTo>
                  <a:lnTo>
                    <a:pt x="663335" y="8204"/>
                  </a:lnTo>
                  <a:lnTo>
                    <a:pt x="709761" y="18204"/>
                  </a:lnTo>
                  <a:lnTo>
                    <a:pt x="754692" y="31910"/>
                  </a:lnTo>
                  <a:lnTo>
                    <a:pt x="797957" y="49152"/>
                  </a:lnTo>
                  <a:lnTo>
                    <a:pt x="839385" y="69759"/>
                  </a:lnTo>
                  <a:lnTo>
                    <a:pt x="878808" y="93563"/>
                  </a:lnTo>
                  <a:lnTo>
                    <a:pt x="916054" y="120393"/>
                  </a:lnTo>
                  <a:lnTo>
                    <a:pt x="950953" y="150080"/>
                  </a:lnTo>
                  <a:lnTo>
                    <a:pt x="983336" y="182453"/>
                  </a:lnTo>
                  <a:lnTo>
                    <a:pt x="1013032" y="217342"/>
                  </a:lnTo>
                  <a:lnTo>
                    <a:pt x="1039872" y="254578"/>
                  </a:lnTo>
                  <a:lnTo>
                    <a:pt x="1063685" y="293992"/>
                  </a:lnTo>
                  <a:lnTo>
                    <a:pt x="1084301" y="335412"/>
                  </a:lnTo>
                  <a:lnTo>
                    <a:pt x="1101550" y="378669"/>
                  </a:lnTo>
                  <a:lnTo>
                    <a:pt x="1115262" y="423594"/>
                  </a:lnTo>
                  <a:lnTo>
                    <a:pt x="1125267" y="470016"/>
                  </a:lnTo>
                  <a:lnTo>
                    <a:pt x="1131394" y="517766"/>
                  </a:lnTo>
                  <a:lnTo>
                    <a:pt x="1133475" y="566674"/>
                  </a:lnTo>
                  <a:lnTo>
                    <a:pt x="1131394" y="615582"/>
                  </a:lnTo>
                  <a:lnTo>
                    <a:pt x="1125267" y="663335"/>
                  </a:lnTo>
                  <a:lnTo>
                    <a:pt x="1115262" y="709761"/>
                  </a:lnTo>
                  <a:lnTo>
                    <a:pt x="1101550" y="754692"/>
                  </a:lnTo>
                  <a:lnTo>
                    <a:pt x="1084301" y="797957"/>
                  </a:lnTo>
                  <a:lnTo>
                    <a:pt x="1063685" y="839385"/>
                  </a:lnTo>
                  <a:lnTo>
                    <a:pt x="1039872" y="878808"/>
                  </a:lnTo>
                  <a:lnTo>
                    <a:pt x="1013032" y="916054"/>
                  </a:lnTo>
                  <a:lnTo>
                    <a:pt x="983336" y="950953"/>
                  </a:lnTo>
                  <a:lnTo>
                    <a:pt x="950953" y="983336"/>
                  </a:lnTo>
                  <a:lnTo>
                    <a:pt x="916054" y="1013032"/>
                  </a:lnTo>
                  <a:lnTo>
                    <a:pt x="878808" y="1039872"/>
                  </a:lnTo>
                  <a:lnTo>
                    <a:pt x="839385" y="1063685"/>
                  </a:lnTo>
                  <a:lnTo>
                    <a:pt x="797957" y="1084301"/>
                  </a:lnTo>
                  <a:lnTo>
                    <a:pt x="754692" y="1101550"/>
                  </a:lnTo>
                  <a:lnTo>
                    <a:pt x="709761" y="1115262"/>
                  </a:lnTo>
                  <a:lnTo>
                    <a:pt x="663335" y="1125267"/>
                  </a:lnTo>
                  <a:lnTo>
                    <a:pt x="615582" y="1131394"/>
                  </a:lnTo>
                  <a:lnTo>
                    <a:pt x="566674" y="1133475"/>
                  </a:lnTo>
                  <a:lnTo>
                    <a:pt x="517766" y="1131394"/>
                  </a:lnTo>
                  <a:lnTo>
                    <a:pt x="470016" y="1125267"/>
                  </a:lnTo>
                  <a:lnTo>
                    <a:pt x="423594" y="1115262"/>
                  </a:lnTo>
                  <a:lnTo>
                    <a:pt x="378669" y="1101550"/>
                  </a:lnTo>
                  <a:lnTo>
                    <a:pt x="335412" y="1084301"/>
                  </a:lnTo>
                  <a:lnTo>
                    <a:pt x="293992" y="1063685"/>
                  </a:lnTo>
                  <a:lnTo>
                    <a:pt x="254578" y="1039872"/>
                  </a:lnTo>
                  <a:lnTo>
                    <a:pt x="217342" y="1013032"/>
                  </a:lnTo>
                  <a:lnTo>
                    <a:pt x="182453" y="983336"/>
                  </a:lnTo>
                  <a:lnTo>
                    <a:pt x="150080" y="950953"/>
                  </a:lnTo>
                  <a:lnTo>
                    <a:pt x="120393" y="916054"/>
                  </a:lnTo>
                  <a:lnTo>
                    <a:pt x="93563" y="878808"/>
                  </a:lnTo>
                  <a:lnTo>
                    <a:pt x="69759" y="839385"/>
                  </a:lnTo>
                  <a:lnTo>
                    <a:pt x="49152" y="797957"/>
                  </a:lnTo>
                  <a:lnTo>
                    <a:pt x="31910" y="754692"/>
                  </a:lnTo>
                  <a:lnTo>
                    <a:pt x="18204" y="709761"/>
                  </a:lnTo>
                  <a:lnTo>
                    <a:pt x="8204" y="663335"/>
                  </a:lnTo>
                  <a:lnTo>
                    <a:pt x="2079" y="615582"/>
                  </a:lnTo>
                  <a:lnTo>
                    <a:pt x="0" y="566674"/>
                  </a:lnTo>
                  <a:close/>
                </a:path>
                <a:path w="1133475" h="1133475">
                  <a:moveTo>
                    <a:pt x="246634" y="566674"/>
                  </a:moveTo>
                  <a:lnTo>
                    <a:pt x="250103" y="613974"/>
                  </a:lnTo>
                  <a:lnTo>
                    <a:pt x="260181" y="659117"/>
                  </a:lnTo>
                  <a:lnTo>
                    <a:pt x="276374" y="701608"/>
                  </a:lnTo>
                  <a:lnTo>
                    <a:pt x="298186" y="740952"/>
                  </a:lnTo>
                  <a:lnTo>
                    <a:pt x="325124" y="776656"/>
                  </a:lnTo>
                  <a:lnTo>
                    <a:pt x="356691" y="808223"/>
                  </a:lnTo>
                  <a:lnTo>
                    <a:pt x="392395" y="835161"/>
                  </a:lnTo>
                  <a:lnTo>
                    <a:pt x="431739" y="856973"/>
                  </a:lnTo>
                  <a:lnTo>
                    <a:pt x="474230" y="873166"/>
                  </a:lnTo>
                  <a:lnTo>
                    <a:pt x="519373" y="883244"/>
                  </a:lnTo>
                  <a:lnTo>
                    <a:pt x="566674" y="886713"/>
                  </a:lnTo>
                  <a:lnTo>
                    <a:pt x="613974" y="883244"/>
                  </a:lnTo>
                  <a:lnTo>
                    <a:pt x="659117" y="873166"/>
                  </a:lnTo>
                  <a:lnTo>
                    <a:pt x="701608" y="856973"/>
                  </a:lnTo>
                  <a:lnTo>
                    <a:pt x="740952" y="835161"/>
                  </a:lnTo>
                  <a:lnTo>
                    <a:pt x="776656" y="808223"/>
                  </a:lnTo>
                  <a:lnTo>
                    <a:pt x="808223" y="776656"/>
                  </a:lnTo>
                  <a:lnTo>
                    <a:pt x="835161" y="740952"/>
                  </a:lnTo>
                  <a:lnTo>
                    <a:pt x="856973" y="701608"/>
                  </a:lnTo>
                  <a:lnTo>
                    <a:pt x="873166" y="659117"/>
                  </a:lnTo>
                  <a:lnTo>
                    <a:pt x="883244" y="613974"/>
                  </a:lnTo>
                  <a:lnTo>
                    <a:pt x="886713" y="566674"/>
                  </a:lnTo>
                  <a:lnTo>
                    <a:pt x="883244" y="519373"/>
                  </a:lnTo>
                  <a:lnTo>
                    <a:pt x="873166" y="474230"/>
                  </a:lnTo>
                  <a:lnTo>
                    <a:pt x="856973" y="431739"/>
                  </a:lnTo>
                  <a:lnTo>
                    <a:pt x="835161" y="392395"/>
                  </a:lnTo>
                  <a:lnTo>
                    <a:pt x="808223" y="356691"/>
                  </a:lnTo>
                  <a:lnTo>
                    <a:pt x="776656" y="325124"/>
                  </a:lnTo>
                  <a:lnTo>
                    <a:pt x="740952" y="298186"/>
                  </a:lnTo>
                  <a:lnTo>
                    <a:pt x="701608" y="276374"/>
                  </a:lnTo>
                  <a:lnTo>
                    <a:pt x="659117" y="260181"/>
                  </a:lnTo>
                  <a:lnTo>
                    <a:pt x="613974" y="250103"/>
                  </a:lnTo>
                  <a:lnTo>
                    <a:pt x="566674" y="246634"/>
                  </a:lnTo>
                  <a:lnTo>
                    <a:pt x="519373" y="250103"/>
                  </a:lnTo>
                  <a:lnTo>
                    <a:pt x="474230" y="260181"/>
                  </a:lnTo>
                  <a:lnTo>
                    <a:pt x="431739" y="276374"/>
                  </a:lnTo>
                  <a:lnTo>
                    <a:pt x="392395" y="298186"/>
                  </a:lnTo>
                  <a:lnTo>
                    <a:pt x="356691" y="325124"/>
                  </a:lnTo>
                  <a:lnTo>
                    <a:pt x="325124" y="356691"/>
                  </a:lnTo>
                  <a:lnTo>
                    <a:pt x="298186" y="392395"/>
                  </a:lnTo>
                  <a:lnTo>
                    <a:pt x="276374" y="431739"/>
                  </a:lnTo>
                  <a:lnTo>
                    <a:pt x="260181" y="474230"/>
                  </a:lnTo>
                  <a:lnTo>
                    <a:pt x="250103" y="519373"/>
                  </a:lnTo>
                  <a:lnTo>
                    <a:pt x="246634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90699" y="4314825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171450" y="0"/>
                  </a:moveTo>
                  <a:lnTo>
                    <a:pt x="125853" y="5441"/>
                  </a:lnTo>
                  <a:lnTo>
                    <a:pt x="84892" y="20795"/>
                  </a:lnTo>
                  <a:lnTo>
                    <a:pt x="50196" y="44608"/>
                  </a:lnTo>
                  <a:lnTo>
                    <a:pt x="23396" y="75428"/>
                  </a:lnTo>
                  <a:lnTo>
                    <a:pt x="6120" y="111801"/>
                  </a:lnTo>
                  <a:lnTo>
                    <a:pt x="0" y="152273"/>
                  </a:lnTo>
                  <a:lnTo>
                    <a:pt x="1976" y="175426"/>
                  </a:lnTo>
                  <a:lnTo>
                    <a:pt x="7611" y="197088"/>
                  </a:lnTo>
                  <a:lnTo>
                    <a:pt x="7715" y="197485"/>
                  </a:lnTo>
                  <a:lnTo>
                    <a:pt x="16930" y="218209"/>
                  </a:lnTo>
                  <a:lnTo>
                    <a:pt x="29337" y="237362"/>
                  </a:lnTo>
                  <a:lnTo>
                    <a:pt x="38226" y="247903"/>
                  </a:lnTo>
                  <a:lnTo>
                    <a:pt x="38735" y="248792"/>
                  </a:lnTo>
                  <a:lnTo>
                    <a:pt x="41401" y="252984"/>
                  </a:lnTo>
                  <a:lnTo>
                    <a:pt x="44068" y="256794"/>
                  </a:lnTo>
                  <a:lnTo>
                    <a:pt x="46608" y="259841"/>
                  </a:lnTo>
                  <a:lnTo>
                    <a:pt x="69619" y="293745"/>
                  </a:lnTo>
                  <a:lnTo>
                    <a:pt x="79819" y="322087"/>
                  </a:lnTo>
                  <a:lnTo>
                    <a:pt x="81827" y="344834"/>
                  </a:lnTo>
                  <a:lnTo>
                    <a:pt x="80263" y="361950"/>
                  </a:lnTo>
                  <a:lnTo>
                    <a:pt x="262636" y="361950"/>
                  </a:lnTo>
                  <a:lnTo>
                    <a:pt x="261072" y="344834"/>
                  </a:lnTo>
                  <a:lnTo>
                    <a:pt x="261657" y="338200"/>
                  </a:lnTo>
                  <a:lnTo>
                    <a:pt x="109347" y="338200"/>
                  </a:lnTo>
                  <a:lnTo>
                    <a:pt x="103804" y="305345"/>
                  </a:lnTo>
                  <a:lnTo>
                    <a:pt x="93297" y="281574"/>
                  </a:lnTo>
                  <a:lnTo>
                    <a:pt x="81289" y="264209"/>
                  </a:lnTo>
                  <a:lnTo>
                    <a:pt x="71247" y="250571"/>
                  </a:lnTo>
                  <a:lnTo>
                    <a:pt x="65724" y="241911"/>
                  </a:lnTo>
                  <a:lnTo>
                    <a:pt x="62595" y="237585"/>
                  </a:lnTo>
                  <a:lnTo>
                    <a:pt x="60299" y="234926"/>
                  </a:lnTo>
                  <a:lnTo>
                    <a:pt x="57276" y="231266"/>
                  </a:lnTo>
                  <a:lnTo>
                    <a:pt x="47263" y="214874"/>
                  </a:lnTo>
                  <a:lnTo>
                    <a:pt x="39846" y="197088"/>
                  </a:lnTo>
                  <a:lnTo>
                    <a:pt x="35238" y="178135"/>
                  </a:lnTo>
                  <a:lnTo>
                    <a:pt x="33655" y="158241"/>
                  </a:lnTo>
                  <a:lnTo>
                    <a:pt x="40711" y="117025"/>
                  </a:lnTo>
                  <a:lnTo>
                    <a:pt x="60355" y="81223"/>
                  </a:lnTo>
                  <a:lnTo>
                    <a:pt x="90302" y="52985"/>
                  </a:lnTo>
                  <a:lnTo>
                    <a:pt x="128264" y="34464"/>
                  </a:lnTo>
                  <a:lnTo>
                    <a:pt x="171957" y="27812"/>
                  </a:lnTo>
                  <a:lnTo>
                    <a:pt x="268232" y="27812"/>
                  </a:lnTo>
                  <a:lnTo>
                    <a:pt x="258007" y="20795"/>
                  </a:lnTo>
                  <a:lnTo>
                    <a:pt x="217046" y="5441"/>
                  </a:lnTo>
                  <a:lnTo>
                    <a:pt x="171450" y="0"/>
                  </a:lnTo>
                  <a:close/>
                </a:path>
                <a:path w="342900" h="361950">
                  <a:moveTo>
                    <a:pt x="268232" y="27812"/>
                  </a:moveTo>
                  <a:lnTo>
                    <a:pt x="171957" y="27812"/>
                  </a:lnTo>
                  <a:lnTo>
                    <a:pt x="215713" y="34464"/>
                  </a:lnTo>
                  <a:lnTo>
                    <a:pt x="253713" y="52985"/>
                  </a:lnTo>
                  <a:lnTo>
                    <a:pt x="283679" y="81223"/>
                  </a:lnTo>
                  <a:lnTo>
                    <a:pt x="303330" y="117025"/>
                  </a:lnTo>
                  <a:lnTo>
                    <a:pt x="310388" y="158241"/>
                  </a:lnTo>
                  <a:lnTo>
                    <a:pt x="308786" y="178135"/>
                  </a:lnTo>
                  <a:lnTo>
                    <a:pt x="304149" y="197088"/>
                  </a:lnTo>
                  <a:lnTo>
                    <a:pt x="296725" y="214874"/>
                  </a:lnTo>
                  <a:lnTo>
                    <a:pt x="286766" y="231266"/>
                  </a:lnTo>
                  <a:lnTo>
                    <a:pt x="279526" y="240411"/>
                  </a:lnTo>
                  <a:lnTo>
                    <a:pt x="272669" y="250571"/>
                  </a:lnTo>
                  <a:lnTo>
                    <a:pt x="262715" y="266531"/>
                  </a:lnTo>
                  <a:lnTo>
                    <a:pt x="248380" y="288337"/>
                  </a:lnTo>
                  <a:lnTo>
                    <a:pt x="237521" y="313168"/>
                  </a:lnTo>
                  <a:lnTo>
                    <a:pt x="237998" y="338200"/>
                  </a:lnTo>
                  <a:lnTo>
                    <a:pt x="261657" y="338200"/>
                  </a:lnTo>
                  <a:lnTo>
                    <a:pt x="263080" y="322087"/>
                  </a:lnTo>
                  <a:lnTo>
                    <a:pt x="273280" y="293745"/>
                  </a:lnTo>
                  <a:lnTo>
                    <a:pt x="296291" y="259841"/>
                  </a:lnTo>
                  <a:lnTo>
                    <a:pt x="298831" y="256794"/>
                  </a:lnTo>
                  <a:lnTo>
                    <a:pt x="301498" y="252984"/>
                  </a:lnTo>
                  <a:lnTo>
                    <a:pt x="304164" y="248792"/>
                  </a:lnTo>
                  <a:lnTo>
                    <a:pt x="304673" y="247903"/>
                  </a:lnTo>
                  <a:lnTo>
                    <a:pt x="313563" y="237362"/>
                  </a:lnTo>
                  <a:lnTo>
                    <a:pt x="325969" y="218209"/>
                  </a:lnTo>
                  <a:lnTo>
                    <a:pt x="335184" y="197485"/>
                  </a:lnTo>
                  <a:lnTo>
                    <a:pt x="340923" y="175426"/>
                  </a:lnTo>
                  <a:lnTo>
                    <a:pt x="342900" y="152273"/>
                  </a:lnTo>
                  <a:lnTo>
                    <a:pt x="336779" y="111801"/>
                  </a:lnTo>
                  <a:lnTo>
                    <a:pt x="319503" y="75428"/>
                  </a:lnTo>
                  <a:lnTo>
                    <a:pt x="292703" y="44608"/>
                  </a:lnTo>
                  <a:lnTo>
                    <a:pt x="268232" y="27812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85949" y="4695825"/>
              <a:ext cx="152400" cy="1333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524374" y="4200525"/>
              <a:ext cx="704850" cy="704850"/>
            </a:xfrm>
            <a:custGeom>
              <a:avLst/>
              <a:gdLst/>
              <a:ahLst/>
              <a:cxnLst/>
              <a:rect l="l" t="t" r="r" b="b"/>
              <a:pathLst>
                <a:path w="704850" h="704850">
                  <a:moveTo>
                    <a:pt x="352425" y="0"/>
                  </a:moveTo>
                  <a:lnTo>
                    <a:pt x="304592" y="3216"/>
                  </a:lnTo>
                  <a:lnTo>
                    <a:pt x="258718" y="12585"/>
                  </a:lnTo>
                  <a:lnTo>
                    <a:pt x="215223" y="27687"/>
                  </a:lnTo>
                  <a:lnTo>
                    <a:pt x="174526" y="48104"/>
                  </a:lnTo>
                  <a:lnTo>
                    <a:pt x="137046" y="73416"/>
                  </a:lnTo>
                  <a:lnTo>
                    <a:pt x="103203" y="103203"/>
                  </a:lnTo>
                  <a:lnTo>
                    <a:pt x="73416" y="137046"/>
                  </a:lnTo>
                  <a:lnTo>
                    <a:pt x="48104" y="174526"/>
                  </a:lnTo>
                  <a:lnTo>
                    <a:pt x="27687" y="215223"/>
                  </a:lnTo>
                  <a:lnTo>
                    <a:pt x="12585" y="258718"/>
                  </a:lnTo>
                  <a:lnTo>
                    <a:pt x="3216" y="304592"/>
                  </a:lnTo>
                  <a:lnTo>
                    <a:pt x="0" y="352425"/>
                  </a:lnTo>
                  <a:lnTo>
                    <a:pt x="3216" y="400257"/>
                  </a:lnTo>
                  <a:lnTo>
                    <a:pt x="12585" y="446131"/>
                  </a:lnTo>
                  <a:lnTo>
                    <a:pt x="27687" y="489626"/>
                  </a:lnTo>
                  <a:lnTo>
                    <a:pt x="48104" y="530323"/>
                  </a:lnTo>
                  <a:lnTo>
                    <a:pt x="73416" y="567803"/>
                  </a:lnTo>
                  <a:lnTo>
                    <a:pt x="103203" y="601646"/>
                  </a:lnTo>
                  <a:lnTo>
                    <a:pt x="137046" y="631433"/>
                  </a:lnTo>
                  <a:lnTo>
                    <a:pt x="174526" y="656745"/>
                  </a:lnTo>
                  <a:lnTo>
                    <a:pt x="215223" y="677162"/>
                  </a:lnTo>
                  <a:lnTo>
                    <a:pt x="258718" y="692264"/>
                  </a:lnTo>
                  <a:lnTo>
                    <a:pt x="304592" y="701633"/>
                  </a:lnTo>
                  <a:lnTo>
                    <a:pt x="352425" y="704850"/>
                  </a:lnTo>
                  <a:lnTo>
                    <a:pt x="400257" y="701633"/>
                  </a:lnTo>
                  <a:lnTo>
                    <a:pt x="446131" y="692264"/>
                  </a:lnTo>
                  <a:lnTo>
                    <a:pt x="489626" y="677162"/>
                  </a:lnTo>
                  <a:lnTo>
                    <a:pt x="530323" y="656745"/>
                  </a:lnTo>
                  <a:lnTo>
                    <a:pt x="567803" y="631433"/>
                  </a:lnTo>
                  <a:lnTo>
                    <a:pt x="601646" y="601646"/>
                  </a:lnTo>
                  <a:lnTo>
                    <a:pt x="631433" y="567803"/>
                  </a:lnTo>
                  <a:lnTo>
                    <a:pt x="656745" y="530323"/>
                  </a:lnTo>
                  <a:lnTo>
                    <a:pt x="677162" y="489626"/>
                  </a:lnTo>
                  <a:lnTo>
                    <a:pt x="692264" y="446131"/>
                  </a:lnTo>
                  <a:lnTo>
                    <a:pt x="701633" y="400257"/>
                  </a:lnTo>
                  <a:lnTo>
                    <a:pt x="704850" y="352425"/>
                  </a:lnTo>
                  <a:lnTo>
                    <a:pt x="701633" y="304592"/>
                  </a:lnTo>
                  <a:lnTo>
                    <a:pt x="692264" y="258718"/>
                  </a:lnTo>
                  <a:lnTo>
                    <a:pt x="677162" y="215223"/>
                  </a:lnTo>
                  <a:lnTo>
                    <a:pt x="656745" y="174526"/>
                  </a:lnTo>
                  <a:lnTo>
                    <a:pt x="631433" y="137046"/>
                  </a:lnTo>
                  <a:lnTo>
                    <a:pt x="601646" y="103203"/>
                  </a:lnTo>
                  <a:lnTo>
                    <a:pt x="567803" y="73416"/>
                  </a:lnTo>
                  <a:lnTo>
                    <a:pt x="530323" y="48104"/>
                  </a:lnTo>
                  <a:lnTo>
                    <a:pt x="489626" y="27687"/>
                  </a:lnTo>
                  <a:lnTo>
                    <a:pt x="446131" y="12585"/>
                  </a:lnTo>
                  <a:lnTo>
                    <a:pt x="400257" y="3216"/>
                  </a:lnTo>
                  <a:lnTo>
                    <a:pt x="352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00600" y="4005326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566674" y="0"/>
                  </a:moveTo>
                  <a:lnTo>
                    <a:pt x="517766" y="2079"/>
                  </a:lnTo>
                  <a:lnTo>
                    <a:pt x="470016" y="8204"/>
                  </a:lnTo>
                  <a:lnTo>
                    <a:pt x="423594" y="18204"/>
                  </a:lnTo>
                  <a:lnTo>
                    <a:pt x="378669" y="31910"/>
                  </a:lnTo>
                  <a:lnTo>
                    <a:pt x="335412" y="49152"/>
                  </a:lnTo>
                  <a:lnTo>
                    <a:pt x="293992" y="69759"/>
                  </a:lnTo>
                  <a:lnTo>
                    <a:pt x="254578" y="93563"/>
                  </a:lnTo>
                  <a:lnTo>
                    <a:pt x="217342" y="120393"/>
                  </a:lnTo>
                  <a:lnTo>
                    <a:pt x="182453" y="150080"/>
                  </a:lnTo>
                  <a:lnTo>
                    <a:pt x="150080" y="182453"/>
                  </a:lnTo>
                  <a:lnTo>
                    <a:pt x="120393" y="217342"/>
                  </a:lnTo>
                  <a:lnTo>
                    <a:pt x="93563" y="254578"/>
                  </a:lnTo>
                  <a:lnTo>
                    <a:pt x="69759" y="293992"/>
                  </a:lnTo>
                  <a:lnTo>
                    <a:pt x="49152" y="335412"/>
                  </a:lnTo>
                  <a:lnTo>
                    <a:pt x="31910" y="378669"/>
                  </a:lnTo>
                  <a:lnTo>
                    <a:pt x="18204" y="423594"/>
                  </a:lnTo>
                  <a:lnTo>
                    <a:pt x="8204" y="470016"/>
                  </a:lnTo>
                  <a:lnTo>
                    <a:pt x="2079" y="517766"/>
                  </a:lnTo>
                  <a:lnTo>
                    <a:pt x="0" y="566674"/>
                  </a:lnTo>
                  <a:lnTo>
                    <a:pt x="2010" y="613974"/>
                  </a:lnTo>
                  <a:lnTo>
                    <a:pt x="8204" y="663335"/>
                  </a:lnTo>
                  <a:lnTo>
                    <a:pt x="18204" y="709761"/>
                  </a:lnTo>
                  <a:lnTo>
                    <a:pt x="31910" y="754692"/>
                  </a:lnTo>
                  <a:lnTo>
                    <a:pt x="49152" y="797957"/>
                  </a:lnTo>
                  <a:lnTo>
                    <a:pt x="69759" y="839385"/>
                  </a:lnTo>
                  <a:lnTo>
                    <a:pt x="93563" y="878808"/>
                  </a:lnTo>
                  <a:lnTo>
                    <a:pt x="120393" y="916054"/>
                  </a:lnTo>
                  <a:lnTo>
                    <a:pt x="150080" y="950953"/>
                  </a:lnTo>
                  <a:lnTo>
                    <a:pt x="182453" y="983336"/>
                  </a:lnTo>
                  <a:lnTo>
                    <a:pt x="217342" y="1013032"/>
                  </a:lnTo>
                  <a:lnTo>
                    <a:pt x="254578" y="1039872"/>
                  </a:lnTo>
                  <a:lnTo>
                    <a:pt x="293992" y="1063685"/>
                  </a:lnTo>
                  <a:lnTo>
                    <a:pt x="335412" y="1084301"/>
                  </a:lnTo>
                  <a:lnTo>
                    <a:pt x="378669" y="1101550"/>
                  </a:lnTo>
                  <a:lnTo>
                    <a:pt x="423594" y="1115262"/>
                  </a:lnTo>
                  <a:lnTo>
                    <a:pt x="470016" y="1125267"/>
                  </a:lnTo>
                  <a:lnTo>
                    <a:pt x="517766" y="1131394"/>
                  </a:lnTo>
                  <a:lnTo>
                    <a:pt x="566674" y="1133475"/>
                  </a:lnTo>
                  <a:lnTo>
                    <a:pt x="615582" y="1131394"/>
                  </a:lnTo>
                  <a:lnTo>
                    <a:pt x="663335" y="1125267"/>
                  </a:lnTo>
                  <a:lnTo>
                    <a:pt x="709761" y="1115262"/>
                  </a:lnTo>
                  <a:lnTo>
                    <a:pt x="754692" y="1101550"/>
                  </a:lnTo>
                  <a:lnTo>
                    <a:pt x="797957" y="1084301"/>
                  </a:lnTo>
                  <a:lnTo>
                    <a:pt x="839385" y="1063685"/>
                  </a:lnTo>
                  <a:lnTo>
                    <a:pt x="878808" y="1039872"/>
                  </a:lnTo>
                  <a:lnTo>
                    <a:pt x="916054" y="1013032"/>
                  </a:lnTo>
                  <a:lnTo>
                    <a:pt x="950953" y="983336"/>
                  </a:lnTo>
                  <a:lnTo>
                    <a:pt x="983336" y="950953"/>
                  </a:lnTo>
                  <a:lnTo>
                    <a:pt x="1013032" y="916054"/>
                  </a:lnTo>
                  <a:lnTo>
                    <a:pt x="1034175" y="886713"/>
                  </a:lnTo>
                  <a:lnTo>
                    <a:pt x="566674" y="886713"/>
                  </a:lnTo>
                  <a:lnTo>
                    <a:pt x="519373" y="883244"/>
                  </a:lnTo>
                  <a:lnTo>
                    <a:pt x="474230" y="873166"/>
                  </a:lnTo>
                  <a:lnTo>
                    <a:pt x="431739" y="856973"/>
                  </a:lnTo>
                  <a:lnTo>
                    <a:pt x="392395" y="835161"/>
                  </a:lnTo>
                  <a:lnTo>
                    <a:pt x="356691" y="808223"/>
                  </a:lnTo>
                  <a:lnTo>
                    <a:pt x="325124" y="776656"/>
                  </a:lnTo>
                  <a:lnTo>
                    <a:pt x="298186" y="740952"/>
                  </a:lnTo>
                  <a:lnTo>
                    <a:pt x="276374" y="701608"/>
                  </a:lnTo>
                  <a:lnTo>
                    <a:pt x="260181" y="659117"/>
                  </a:lnTo>
                  <a:lnTo>
                    <a:pt x="250103" y="613974"/>
                  </a:lnTo>
                  <a:lnTo>
                    <a:pt x="246634" y="566674"/>
                  </a:lnTo>
                  <a:lnTo>
                    <a:pt x="250103" y="519373"/>
                  </a:lnTo>
                  <a:lnTo>
                    <a:pt x="260181" y="474230"/>
                  </a:lnTo>
                  <a:lnTo>
                    <a:pt x="276374" y="431739"/>
                  </a:lnTo>
                  <a:lnTo>
                    <a:pt x="298186" y="392395"/>
                  </a:lnTo>
                  <a:lnTo>
                    <a:pt x="325124" y="356691"/>
                  </a:lnTo>
                  <a:lnTo>
                    <a:pt x="356691" y="325124"/>
                  </a:lnTo>
                  <a:lnTo>
                    <a:pt x="392395" y="298186"/>
                  </a:lnTo>
                  <a:lnTo>
                    <a:pt x="431739" y="276374"/>
                  </a:lnTo>
                  <a:lnTo>
                    <a:pt x="474230" y="260181"/>
                  </a:lnTo>
                  <a:lnTo>
                    <a:pt x="519373" y="250103"/>
                  </a:lnTo>
                  <a:lnTo>
                    <a:pt x="566674" y="246634"/>
                  </a:lnTo>
                  <a:lnTo>
                    <a:pt x="1034145" y="246634"/>
                  </a:lnTo>
                  <a:lnTo>
                    <a:pt x="1013032" y="217342"/>
                  </a:lnTo>
                  <a:lnTo>
                    <a:pt x="983336" y="182453"/>
                  </a:lnTo>
                  <a:lnTo>
                    <a:pt x="950953" y="150080"/>
                  </a:lnTo>
                  <a:lnTo>
                    <a:pt x="916054" y="120393"/>
                  </a:lnTo>
                  <a:lnTo>
                    <a:pt x="878808" y="93563"/>
                  </a:lnTo>
                  <a:lnTo>
                    <a:pt x="839385" y="69759"/>
                  </a:lnTo>
                  <a:lnTo>
                    <a:pt x="797957" y="49152"/>
                  </a:lnTo>
                  <a:lnTo>
                    <a:pt x="754692" y="31910"/>
                  </a:lnTo>
                  <a:lnTo>
                    <a:pt x="709761" y="18204"/>
                  </a:lnTo>
                  <a:lnTo>
                    <a:pt x="663335" y="8204"/>
                  </a:lnTo>
                  <a:lnTo>
                    <a:pt x="615582" y="2079"/>
                  </a:lnTo>
                  <a:lnTo>
                    <a:pt x="566674" y="0"/>
                  </a:lnTo>
                  <a:close/>
                </a:path>
                <a:path w="1133475" h="1133475">
                  <a:moveTo>
                    <a:pt x="1034145" y="246634"/>
                  </a:moveTo>
                  <a:lnTo>
                    <a:pt x="566674" y="246634"/>
                  </a:lnTo>
                  <a:lnTo>
                    <a:pt x="613974" y="250103"/>
                  </a:lnTo>
                  <a:lnTo>
                    <a:pt x="659117" y="260181"/>
                  </a:lnTo>
                  <a:lnTo>
                    <a:pt x="701608" y="276374"/>
                  </a:lnTo>
                  <a:lnTo>
                    <a:pt x="740952" y="298186"/>
                  </a:lnTo>
                  <a:lnTo>
                    <a:pt x="776656" y="325124"/>
                  </a:lnTo>
                  <a:lnTo>
                    <a:pt x="808223" y="356691"/>
                  </a:lnTo>
                  <a:lnTo>
                    <a:pt x="835161" y="392395"/>
                  </a:lnTo>
                  <a:lnTo>
                    <a:pt x="856973" y="431739"/>
                  </a:lnTo>
                  <a:lnTo>
                    <a:pt x="873166" y="474230"/>
                  </a:lnTo>
                  <a:lnTo>
                    <a:pt x="883244" y="519373"/>
                  </a:lnTo>
                  <a:lnTo>
                    <a:pt x="886713" y="566674"/>
                  </a:lnTo>
                  <a:lnTo>
                    <a:pt x="883244" y="613974"/>
                  </a:lnTo>
                  <a:lnTo>
                    <a:pt x="873166" y="659117"/>
                  </a:lnTo>
                  <a:lnTo>
                    <a:pt x="856973" y="701608"/>
                  </a:lnTo>
                  <a:lnTo>
                    <a:pt x="835161" y="740952"/>
                  </a:lnTo>
                  <a:lnTo>
                    <a:pt x="808223" y="776656"/>
                  </a:lnTo>
                  <a:lnTo>
                    <a:pt x="776656" y="808223"/>
                  </a:lnTo>
                  <a:lnTo>
                    <a:pt x="740952" y="835161"/>
                  </a:lnTo>
                  <a:lnTo>
                    <a:pt x="701608" y="856973"/>
                  </a:lnTo>
                  <a:lnTo>
                    <a:pt x="659117" y="873166"/>
                  </a:lnTo>
                  <a:lnTo>
                    <a:pt x="613974" y="883244"/>
                  </a:lnTo>
                  <a:lnTo>
                    <a:pt x="566674" y="886713"/>
                  </a:lnTo>
                  <a:lnTo>
                    <a:pt x="1034175" y="886713"/>
                  </a:lnTo>
                  <a:lnTo>
                    <a:pt x="1063685" y="839385"/>
                  </a:lnTo>
                  <a:lnTo>
                    <a:pt x="1084301" y="797957"/>
                  </a:lnTo>
                  <a:lnTo>
                    <a:pt x="1101550" y="754692"/>
                  </a:lnTo>
                  <a:lnTo>
                    <a:pt x="1115262" y="709761"/>
                  </a:lnTo>
                  <a:lnTo>
                    <a:pt x="1125267" y="663335"/>
                  </a:lnTo>
                  <a:lnTo>
                    <a:pt x="1131394" y="615582"/>
                  </a:lnTo>
                  <a:lnTo>
                    <a:pt x="1133475" y="566674"/>
                  </a:lnTo>
                  <a:lnTo>
                    <a:pt x="1131463" y="519373"/>
                  </a:lnTo>
                  <a:lnTo>
                    <a:pt x="1131394" y="517766"/>
                  </a:lnTo>
                  <a:lnTo>
                    <a:pt x="1125267" y="470016"/>
                  </a:lnTo>
                  <a:lnTo>
                    <a:pt x="1115262" y="423594"/>
                  </a:lnTo>
                  <a:lnTo>
                    <a:pt x="1101550" y="378669"/>
                  </a:lnTo>
                  <a:lnTo>
                    <a:pt x="1084301" y="335412"/>
                  </a:lnTo>
                  <a:lnTo>
                    <a:pt x="1063685" y="293992"/>
                  </a:lnTo>
                  <a:lnTo>
                    <a:pt x="1039872" y="254578"/>
                  </a:lnTo>
                  <a:lnTo>
                    <a:pt x="1034145" y="246634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00600" y="4005326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0" y="566674"/>
                  </a:moveTo>
                  <a:lnTo>
                    <a:pt x="2079" y="517766"/>
                  </a:lnTo>
                  <a:lnTo>
                    <a:pt x="8204" y="470016"/>
                  </a:lnTo>
                  <a:lnTo>
                    <a:pt x="18204" y="423594"/>
                  </a:lnTo>
                  <a:lnTo>
                    <a:pt x="31910" y="378669"/>
                  </a:lnTo>
                  <a:lnTo>
                    <a:pt x="49152" y="335412"/>
                  </a:lnTo>
                  <a:lnTo>
                    <a:pt x="69759" y="293992"/>
                  </a:lnTo>
                  <a:lnTo>
                    <a:pt x="93563" y="254578"/>
                  </a:lnTo>
                  <a:lnTo>
                    <a:pt x="120393" y="217342"/>
                  </a:lnTo>
                  <a:lnTo>
                    <a:pt x="150080" y="182453"/>
                  </a:lnTo>
                  <a:lnTo>
                    <a:pt x="182453" y="150080"/>
                  </a:lnTo>
                  <a:lnTo>
                    <a:pt x="217342" y="120393"/>
                  </a:lnTo>
                  <a:lnTo>
                    <a:pt x="254578" y="93563"/>
                  </a:lnTo>
                  <a:lnTo>
                    <a:pt x="293992" y="69759"/>
                  </a:lnTo>
                  <a:lnTo>
                    <a:pt x="335412" y="49152"/>
                  </a:lnTo>
                  <a:lnTo>
                    <a:pt x="378669" y="31910"/>
                  </a:lnTo>
                  <a:lnTo>
                    <a:pt x="423594" y="18204"/>
                  </a:lnTo>
                  <a:lnTo>
                    <a:pt x="470016" y="8204"/>
                  </a:lnTo>
                  <a:lnTo>
                    <a:pt x="517766" y="2079"/>
                  </a:lnTo>
                  <a:lnTo>
                    <a:pt x="566674" y="0"/>
                  </a:lnTo>
                  <a:lnTo>
                    <a:pt x="615582" y="2079"/>
                  </a:lnTo>
                  <a:lnTo>
                    <a:pt x="663335" y="8204"/>
                  </a:lnTo>
                  <a:lnTo>
                    <a:pt x="709761" y="18204"/>
                  </a:lnTo>
                  <a:lnTo>
                    <a:pt x="754692" y="31910"/>
                  </a:lnTo>
                  <a:lnTo>
                    <a:pt x="797957" y="49152"/>
                  </a:lnTo>
                  <a:lnTo>
                    <a:pt x="839385" y="69759"/>
                  </a:lnTo>
                  <a:lnTo>
                    <a:pt x="878808" y="93563"/>
                  </a:lnTo>
                  <a:lnTo>
                    <a:pt x="916054" y="120393"/>
                  </a:lnTo>
                  <a:lnTo>
                    <a:pt x="950953" y="150080"/>
                  </a:lnTo>
                  <a:lnTo>
                    <a:pt x="983336" y="182453"/>
                  </a:lnTo>
                  <a:lnTo>
                    <a:pt x="1013032" y="217342"/>
                  </a:lnTo>
                  <a:lnTo>
                    <a:pt x="1039872" y="254578"/>
                  </a:lnTo>
                  <a:lnTo>
                    <a:pt x="1063685" y="293992"/>
                  </a:lnTo>
                  <a:lnTo>
                    <a:pt x="1084301" y="335412"/>
                  </a:lnTo>
                  <a:lnTo>
                    <a:pt x="1101550" y="378669"/>
                  </a:lnTo>
                  <a:lnTo>
                    <a:pt x="1115262" y="423594"/>
                  </a:lnTo>
                  <a:lnTo>
                    <a:pt x="1125267" y="470016"/>
                  </a:lnTo>
                  <a:lnTo>
                    <a:pt x="1131394" y="517766"/>
                  </a:lnTo>
                  <a:lnTo>
                    <a:pt x="1133475" y="566674"/>
                  </a:lnTo>
                  <a:lnTo>
                    <a:pt x="1131394" y="615582"/>
                  </a:lnTo>
                  <a:lnTo>
                    <a:pt x="1125267" y="663335"/>
                  </a:lnTo>
                  <a:lnTo>
                    <a:pt x="1115262" y="709761"/>
                  </a:lnTo>
                  <a:lnTo>
                    <a:pt x="1101550" y="754692"/>
                  </a:lnTo>
                  <a:lnTo>
                    <a:pt x="1084301" y="797957"/>
                  </a:lnTo>
                  <a:lnTo>
                    <a:pt x="1063685" y="839385"/>
                  </a:lnTo>
                  <a:lnTo>
                    <a:pt x="1039872" y="878808"/>
                  </a:lnTo>
                  <a:lnTo>
                    <a:pt x="1013032" y="916054"/>
                  </a:lnTo>
                  <a:lnTo>
                    <a:pt x="983336" y="950953"/>
                  </a:lnTo>
                  <a:lnTo>
                    <a:pt x="950953" y="983336"/>
                  </a:lnTo>
                  <a:lnTo>
                    <a:pt x="916054" y="1013032"/>
                  </a:lnTo>
                  <a:lnTo>
                    <a:pt x="878808" y="1039872"/>
                  </a:lnTo>
                  <a:lnTo>
                    <a:pt x="839385" y="1063685"/>
                  </a:lnTo>
                  <a:lnTo>
                    <a:pt x="797957" y="1084301"/>
                  </a:lnTo>
                  <a:lnTo>
                    <a:pt x="754692" y="1101550"/>
                  </a:lnTo>
                  <a:lnTo>
                    <a:pt x="709761" y="1115262"/>
                  </a:lnTo>
                  <a:lnTo>
                    <a:pt x="663335" y="1125267"/>
                  </a:lnTo>
                  <a:lnTo>
                    <a:pt x="615582" y="1131394"/>
                  </a:lnTo>
                  <a:lnTo>
                    <a:pt x="566674" y="1133475"/>
                  </a:lnTo>
                  <a:lnTo>
                    <a:pt x="517766" y="1131394"/>
                  </a:lnTo>
                  <a:lnTo>
                    <a:pt x="470016" y="1125267"/>
                  </a:lnTo>
                  <a:lnTo>
                    <a:pt x="423594" y="1115262"/>
                  </a:lnTo>
                  <a:lnTo>
                    <a:pt x="378669" y="1101550"/>
                  </a:lnTo>
                  <a:lnTo>
                    <a:pt x="335412" y="1084301"/>
                  </a:lnTo>
                  <a:lnTo>
                    <a:pt x="293992" y="1063685"/>
                  </a:lnTo>
                  <a:lnTo>
                    <a:pt x="254578" y="1039872"/>
                  </a:lnTo>
                  <a:lnTo>
                    <a:pt x="217342" y="1013032"/>
                  </a:lnTo>
                  <a:lnTo>
                    <a:pt x="182453" y="983336"/>
                  </a:lnTo>
                  <a:lnTo>
                    <a:pt x="150080" y="950953"/>
                  </a:lnTo>
                  <a:lnTo>
                    <a:pt x="120393" y="916054"/>
                  </a:lnTo>
                  <a:lnTo>
                    <a:pt x="93563" y="878808"/>
                  </a:lnTo>
                  <a:lnTo>
                    <a:pt x="69759" y="839385"/>
                  </a:lnTo>
                  <a:lnTo>
                    <a:pt x="49152" y="797957"/>
                  </a:lnTo>
                  <a:lnTo>
                    <a:pt x="31910" y="754692"/>
                  </a:lnTo>
                  <a:lnTo>
                    <a:pt x="18204" y="709761"/>
                  </a:lnTo>
                  <a:lnTo>
                    <a:pt x="8204" y="663335"/>
                  </a:lnTo>
                  <a:lnTo>
                    <a:pt x="2079" y="615582"/>
                  </a:lnTo>
                  <a:lnTo>
                    <a:pt x="0" y="566674"/>
                  </a:lnTo>
                  <a:close/>
                </a:path>
                <a:path w="1133475" h="1133475">
                  <a:moveTo>
                    <a:pt x="246634" y="566674"/>
                  </a:moveTo>
                  <a:lnTo>
                    <a:pt x="250103" y="613974"/>
                  </a:lnTo>
                  <a:lnTo>
                    <a:pt x="260181" y="659117"/>
                  </a:lnTo>
                  <a:lnTo>
                    <a:pt x="276374" y="701608"/>
                  </a:lnTo>
                  <a:lnTo>
                    <a:pt x="298186" y="740952"/>
                  </a:lnTo>
                  <a:lnTo>
                    <a:pt x="325124" y="776656"/>
                  </a:lnTo>
                  <a:lnTo>
                    <a:pt x="356691" y="808223"/>
                  </a:lnTo>
                  <a:lnTo>
                    <a:pt x="392395" y="835161"/>
                  </a:lnTo>
                  <a:lnTo>
                    <a:pt x="431739" y="856973"/>
                  </a:lnTo>
                  <a:lnTo>
                    <a:pt x="474230" y="873166"/>
                  </a:lnTo>
                  <a:lnTo>
                    <a:pt x="519373" y="883244"/>
                  </a:lnTo>
                  <a:lnTo>
                    <a:pt x="566674" y="886713"/>
                  </a:lnTo>
                  <a:lnTo>
                    <a:pt x="613974" y="883244"/>
                  </a:lnTo>
                  <a:lnTo>
                    <a:pt x="659117" y="873166"/>
                  </a:lnTo>
                  <a:lnTo>
                    <a:pt x="701608" y="856973"/>
                  </a:lnTo>
                  <a:lnTo>
                    <a:pt x="740952" y="835161"/>
                  </a:lnTo>
                  <a:lnTo>
                    <a:pt x="776656" y="808223"/>
                  </a:lnTo>
                  <a:lnTo>
                    <a:pt x="808223" y="776656"/>
                  </a:lnTo>
                  <a:lnTo>
                    <a:pt x="835161" y="740952"/>
                  </a:lnTo>
                  <a:lnTo>
                    <a:pt x="856973" y="701608"/>
                  </a:lnTo>
                  <a:lnTo>
                    <a:pt x="873166" y="659117"/>
                  </a:lnTo>
                  <a:lnTo>
                    <a:pt x="883244" y="613974"/>
                  </a:lnTo>
                  <a:lnTo>
                    <a:pt x="886713" y="566674"/>
                  </a:lnTo>
                  <a:lnTo>
                    <a:pt x="883244" y="519373"/>
                  </a:lnTo>
                  <a:lnTo>
                    <a:pt x="873166" y="474230"/>
                  </a:lnTo>
                  <a:lnTo>
                    <a:pt x="856973" y="431739"/>
                  </a:lnTo>
                  <a:lnTo>
                    <a:pt x="835161" y="392395"/>
                  </a:lnTo>
                  <a:lnTo>
                    <a:pt x="808223" y="356691"/>
                  </a:lnTo>
                  <a:lnTo>
                    <a:pt x="776656" y="325124"/>
                  </a:lnTo>
                  <a:lnTo>
                    <a:pt x="740952" y="298186"/>
                  </a:lnTo>
                  <a:lnTo>
                    <a:pt x="701608" y="276374"/>
                  </a:lnTo>
                  <a:lnTo>
                    <a:pt x="659117" y="260181"/>
                  </a:lnTo>
                  <a:lnTo>
                    <a:pt x="613974" y="250103"/>
                  </a:lnTo>
                  <a:lnTo>
                    <a:pt x="566674" y="246634"/>
                  </a:lnTo>
                  <a:lnTo>
                    <a:pt x="519373" y="250103"/>
                  </a:lnTo>
                  <a:lnTo>
                    <a:pt x="474230" y="260181"/>
                  </a:lnTo>
                  <a:lnTo>
                    <a:pt x="431739" y="276374"/>
                  </a:lnTo>
                  <a:lnTo>
                    <a:pt x="392395" y="298186"/>
                  </a:lnTo>
                  <a:lnTo>
                    <a:pt x="356691" y="325124"/>
                  </a:lnTo>
                  <a:lnTo>
                    <a:pt x="325124" y="356691"/>
                  </a:lnTo>
                  <a:lnTo>
                    <a:pt x="298186" y="392395"/>
                  </a:lnTo>
                  <a:lnTo>
                    <a:pt x="276374" y="431739"/>
                  </a:lnTo>
                  <a:lnTo>
                    <a:pt x="260181" y="474230"/>
                  </a:lnTo>
                  <a:lnTo>
                    <a:pt x="250103" y="519373"/>
                  </a:lnTo>
                  <a:lnTo>
                    <a:pt x="246634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78446" y="4362331"/>
              <a:ext cx="426720" cy="411480"/>
            </a:xfrm>
            <a:custGeom>
              <a:avLst/>
              <a:gdLst/>
              <a:ahLst/>
              <a:cxnLst/>
              <a:rect l="l" t="t" r="r" b="b"/>
              <a:pathLst>
                <a:path w="426720" h="411479">
                  <a:moveTo>
                    <a:pt x="342902" y="279940"/>
                  </a:moveTo>
                  <a:lnTo>
                    <a:pt x="260283" y="279940"/>
                  </a:lnTo>
                  <a:lnTo>
                    <a:pt x="284043" y="302834"/>
                  </a:lnTo>
                  <a:lnTo>
                    <a:pt x="283544" y="310013"/>
                  </a:lnTo>
                  <a:lnTo>
                    <a:pt x="361804" y="400138"/>
                  </a:lnTo>
                  <a:lnTo>
                    <a:pt x="388804" y="411065"/>
                  </a:lnTo>
                  <a:lnTo>
                    <a:pt x="396060" y="410382"/>
                  </a:lnTo>
                  <a:lnTo>
                    <a:pt x="426266" y="374185"/>
                  </a:lnTo>
                  <a:lnTo>
                    <a:pt x="423474" y="360551"/>
                  </a:lnTo>
                  <a:lnTo>
                    <a:pt x="415264" y="348624"/>
                  </a:lnTo>
                  <a:lnTo>
                    <a:pt x="347763" y="283582"/>
                  </a:lnTo>
                  <a:lnTo>
                    <a:pt x="342902" y="279940"/>
                  </a:lnTo>
                  <a:close/>
                </a:path>
                <a:path w="426720" h="411479">
                  <a:moveTo>
                    <a:pt x="162002" y="0"/>
                  </a:moveTo>
                  <a:lnTo>
                    <a:pt x="110939" y="7992"/>
                  </a:lnTo>
                  <a:lnTo>
                    <a:pt x="66486" y="30220"/>
                  </a:lnTo>
                  <a:lnTo>
                    <a:pt x="31363" y="64063"/>
                  </a:lnTo>
                  <a:lnTo>
                    <a:pt x="8294" y="106897"/>
                  </a:lnTo>
                  <a:lnTo>
                    <a:pt x="87" y="155579"/>
                  </a:lnTo>
                  <a:lnTo>
                    <a:pt x="0" y="156100"/>
                  </a:lnTo>
                  <a:lnTo>
                    <a:pt x="8294" y="205303"/>
                  </a:lnTo>
                  <a:lnTo>
                    <a:pt x="31363" y="248137"/>
                  </a:lnTo>
                  <a:lnTo>
                    <a:pt x="66486" y="281979"/>
                  </a:lnTo>
                  <a:lnTo>
                    <a:pt x="110939" y="304208"/>
                  </a:lnTo>
                  <a:lnTo>
                    <a:pt x="162002" y="312200"/>
                  </a:lnTo>
                  <a:lnTo>
                    <a:pt x="188977" y="310013"/>
                  </a:lnTo>
                  <a:lnTo>
                    <a:pt x="214585" y="303680"/>
                  </a:lnTo>
                  <a:lnTo>
                    <a:pt x="238472" y="293541"/>
                  </a:lnTo>
                  <a:lnTo>
                    <a:pt x="259448" y="280460"/>
                  </a:lnTo>
                  <a:lnTo>
                    <a:pt x="161462" y="280460"/>
                  </a:lnTo>
                  <a:lnTo>
                    <a:pt x="111141" y="270606"/>
                  </a:lnTo>
                  <a:lnTo>
                    <a:pt x="69931" y="243776"/>
                  </a:lnTo>
                  <a:lnTo>
                    <a:pt x="42088" y="204068"/>
                  </a:lnTo>
                  <a:lnTo>
                    <a:pt x="31971" y="156100"/>
                  </a:lnTo>
                  <a:lnTo>
                    <a:pt x="31861" y="155579"/>
                  </a:lnTo>
                  <a:lnTo>
                    <a:pt x="42087" y="107091"/>
                  </a:lnTo>
                  <a:lnTo>
                    <a:pt x="69931" y="67383"/>
                  </a:lnTo>
                  <a:lnTo>
                    <a:pt x="111140" y="40553"/>
                  </a:lnTo>
                  <a:lnTo>
                    <a:pt x="161462" y="30699"/>
                  </a:lnTo>
                  <a:lnTo>
                    <a:pt x="258015" y="30699"/>
                  </a:lnTo>
                  <a:lnTo>
                    <a:pt x="257518" y="30221"/>
                  </a:lnTo>
                  <a:lnTo>
                    <a:pt x="213065" y="7992"/>
                  </a:lnTo>
                  <a:lnTo>
                    <a:pt x="162002" y="0"/>
                  </a:lnTo>
                  <a:close/>
                </a:path>
                <a:path w="426720" h="411479">
                  <a:moveTo>
                    <a:pt x="258015" y="30699"/>
                  </a:moveTo>
                  <a:lnTo>
                    <a:pt x="161462" y="30699"/>
                  </a:lnTo>
                  <a:lnTo>
                    <a:pt x="211784" y="40553"/>
                  </a:lnTo>
                  <a:lnTo>
                    <a:pt x="252993" y="67383"/>
                  </a:lnTo>
                  <a:lnTo>
                    <a:pt x="280837" y="107091"/>
                  </a:lnTo>
                  <a:lnTo>
                    <a:pt x="291063" y="155580"/>
                  </a:lnTo>
                  <a:lnTo>
                    <a:pt x="280837" y="204068"/>
                  </a:lnTo>
                  <a:lnTo>
                    <a:pt x="252993" y="243776"/>
                  </a:lnTo>
                  <a:lnTo>
                    <a:pt x="211784" y="270606"/>
                  </a:lnTo>
                  <a:lnTo>
                    <a:pt x="161462" y="280460"/>
                  </a:lnTo>
                  <a:lnTo>
                    <a:pt x="259448" y="280460"/>
                  </a:lnTo>
                  <a:lnTo>
                    <a:pt x="260283" y="279940"/>
                  </a:lnTo>
                  <a:lnTo>
                    <a:pt x="342902" y="279940"/>
                  </a:lnTo>
                  <a:lnTo>
                    <a:pt x="340330" y="278013"/>
                  </a:lnTo>
                  <a:lnTo>
                    <a:pt x="332036" y="274541"/>
                  </a:lnTo>
                  <a:lnTo>
                    <a:pt x="326806" y="273696"/>
                  </a:lnTo>
                  <a:lnTo>
                    <a:pt x="314283" y="273696"/>
                  </a:lnTo>
                  <a:lnTo>
                    <a:pt x="290523" y="250801"/>
                  </a:lnTo>
                  <a:lnTo>
                    <a:pt x="304639" y="230004"/>
                  </a:lnTo>
                  <a:lnTo>
                    <a:pt x="315161" y="206963"/>
                  </a:lnTo>
                  <a:lnTo>
                    <a:pt x="321733" y="182166"/>
                  </a:lnTo>
                  <a:lnTo>
                    <a:pt x="324003" y="156100"/>
                  </a:lnTo>
                  <a:lnTo>
                    <a:pt x="315741" y="107091"/>
                  </a:lnTo>
                  <a:lnTo>
                    <a:pt x="315709" y="106897"/>
                  </a:lnTo>
                  <a:lnTo>
                    <a:pt x="292640" y="64063"/>
                  </a:lnTo>
                  <a:lnTo>
                    <a:pt x="258015" y="30699"/>
                  </a:lnTo>
                  <a:close/>
                </a:path>
                <a:path w="426720" h="411479">
                  <a:moveTo>
                    <a:pt x="323235" y="273118"/>
                  </a:moveTo>
                  <a:lnTo>
                    <a:pt x="314283" y="273696"/>
                  </a:lnTo>
                  <a:lnTo>
                    <a:pt x="326806" y="273696"/>
                  </a:lnTo>
                  <a:lnTo>
                    <a:pt x="323235" y="273118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91400" y="4005326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566674" y="0"/>
                  </a:moveTo>
                  <a:lnTo>
                    <a:pt x="517766" y="2079"/>
                  </a:lnTo>
                  <a:lnTo>
                    <a:pt x="470016" y="8204"/>
                  </a:lnTo>
                  <a:lnTo>
                    <a:pt x="423594" y="18204"/>
                  </a:lnTo>
                  <a:lnTo>
                    <a:pt x="378669" y="31910"/>
                  </a:lnTo>
                  <a:lnTo>
                    <a:pt x="335412" y="49152"/>
                  </a:lnTo>
                  <a:lnTo>
                    <a:pt x="293992" y="69759"/>
                  </a:lnTo>
                  <a:lnTo>
                    <a:pt x="254578" y="93563"/>
                  </a:lnTo>
                  <a:lnTo>
                    <a:pt x="217342" y="120393"/>
                  </a:lnTo>
                  <a:lnTo>
                    <a:pt x="182453" y="150080"/>
                  </a:lnTo>
                  <a:lnTo>
                    <a:pt x="150080" y="182453"/>
                  </a:lnTo>
                  <a:lnTo>
                    <a:pt x="120393" y="217342"/>
                  </a:lnTo>
                  <a:lnTo>
                    <a:pt x="93563" y="254578"/>
                  </a:lnTo>
                  <a:lnTo>
                    <a:pt x="69759" y="293992"/>
                  </a:lnTo>
                  <a:lnTo>
                    <a:pt x="49152" y="335412"/>
                  </a:lnTo>
                  <a:lnTo>
                    <a:pt x="31910" y="378669"/>
                  </a:lnTo>
                  <a:lnTo>
                    <a:pt x="18204" y="423594"/>
                  </a:lnTo>
                  <a:lnTo>
                    <a:pt x="8204" y="470016"/>
                  </a:lnTo>
                  <a:lnTo>
                    <a:pt x="2079" y="517766"/>
                  </a:lnTo>
                  <a:lnTo>
                    <a:pt x="0" y="566674"/>
                  </a:lnTo>
                  <a:lnTo>
                    <a:pt x="2010" y="613974"/>
                  </a:lnTo>
                  <a:lnTo>
                    <a:pt x="2079" y="615582"/>
                  </a:lnTo>
                  <a:lnTo>
                    <a:pt x="8204" y="663335"/>
                  </a:lnTo>
                  <a:lnTo>
                    <a:pt x="18204" y="709761"/>
                  </a:lnTo>
                  <a:lnTo>
                    <a:pt x="31910" y="754692"/>
                  </a:lnTo>
                  <a:lnTo>
                    <a:pt x="49152" y="797957"/>
                  </a:lnTo>
                  <a:lnTo>
                    <a:pt x="69759" y="839385"/>
                  </a:lnTo>
                  <a:lnTo>
                    <a:pt x="93563" y="878808"/>
                  </a:lnTo>
                  <a:lnTo>
                    <a:pt x="120393" y="916054"/>
                  </a:lnTo>
                  <a:lnTo>
                    <a:pt x="150080" y="950953"/>
                  </a:lnTo>
                  <a:lnTo>
                    <a:pt x="182453" y="983336"/>
                  </a:lnTo>
                  <a:lnTo>
                    <a:pt x="217342" y="1013032"/>
                  </a:lnTo>
                  <a:lnTo>
                    <a:pt x="254578" y="1039872"/>
                  </a:lnTo>
                  <a:lnTo>
                    <a:pt x="293992" y="1063685"/>
                  </a:lnTo>
                  <a:lnTo>
                    <a:pt x="335412" y="1084301"/>
                  </a:lnTo>
                  <a:lnTo>
                    <a:pt x="378669" y="1101550"/>
                  </a:lnTo>
                  <a:lnTo>
                    <a:pt x="423594" y="1115262"/>
                  </a:lnTo>
                  <a:lnTo>
                    <a:pt x="470016" y="1125267"/>
                  </a:lnTo>
                  <a:lnTo>
                    <a:pt x="517766" y="1131394"/>
                  </a:lnTo>
                  <a:lnTo>
                    <a:pt x="566674" y="1133475"/>
                  </a:lnTo>
                  <a:lnTo>
                    <a:pt x="615582" y="1131394"/>
                  </a:lnTo>
                  <a:lnTo>
                    <a:pt x="663335" y="1125267"/>
                  </a:lnTo>
                  <a:lnTo>
                    <a:pt x="709761" y="1115262"/>
                  </a:lnTo>
                  <a:lnTo>
                    <a:pt x="754692" y="1101550"/>
                  </a:lnTo>
                  <a:lnTo>
                    <a:pt x="797957" y="1084301"/>
                  </a:lnTo>
                  <a:lnTo>
                    <a:pt x="839385" y="1063685"/>
                  </a:lnTo>
                  <a:lnTo>
                    <a:pt x="878808" y="1039872"/>
                  </a:lnTo>
                  <a:lnTo>
                    <a:pt x="916054" y="1013032"/>
                  </a:lnTo>
                  <a:lnTo>
                    <a:pt x="950953" y="983336"/>
                  </a:lnTo>
                  <a:lnTo>
                    <a:pt x="983336" y="950953"/>
                  </a:lnTo>
                  <a:lnTo>
                    <a:pt x="1013032" y="916054"/>
                  </a:lnTo>
                  <a:lnTo>
                    <a:pt x="1034175" y="886713"/>
                  </a:lnTo>
                  <a:lnTo>
                    <a:pt x="566674" y="886713"/>
                  </a:lnTo>
                  <a:lnTo>
                    <a:pt x="519373" y="883244"/>
                  </a:lnTo>
                  <a:lnTo>
                    <a:pt x="474230" y="873166"/>
                  </a:lnTo>
                  <a:lnTo>
                    <a:pt x="431739" y="856973"/>
                  </a:lnTo>
                  <a:lnTo>
                    <a:pt x="392395" y="835161"/>
                  </a:lnTo>
                  <a:lnTo>
                    <a:pt x="356691" y="808223"/>
                  </a:lnTo>
                  <a:lnTo>
                    <a:pt x="325124" y="776656"/>
                  </a:lnTo>
                  <a:lnTo>
                    <a:pt x="298186" y="740952"/>
                  </a:lnTo>
                  <a:lnTo>
                    <a:pt x="276374" y="701608"/>
                  </a:lnTo>
                  <a:lnTo>
                    <a:pt x="260181" y="659117"/>
                  </a:lnTo>
                  <a:lnTo>
                    <a:pt x="250103" y="613974"/>
                  </a:lnTo>
                  <a:lnTo>
                    <a:pt x="246633" y="566674"/>
                  </a:lnTo>
                  <a:lnTo>
                    <a:pt x="250103" y="519373"/>
                  </a:lnTo>
                  <a:lnTo>
                    <a:pt x="260181" y="474230"/>
                  </a:lnTo>
                  <a:lnTo>
                    <a:pt x="276374" y="431739"/>
                  </a:lnTo>
                  <a:lnTo>
                    <a:pt x="298186" y="392395"/>
                  </a:lnTo>
                  <a:lnTo>
                    <a:pt x="325124" y="356691"/>
                  </a:lnTo>
                  <a:lnTo>
                    <a:pt x="356691" y="325124"/>
                  </a:lnTo>
                  <a:lnTo>
                    <a:pt x="392395" y="298186"/>
                  </a:lnTo>
                  <a:lnTo>
                    <a:pt x="431739" y="276374"/>
                  </a:lnTo>
                  <a:lnTo>
                    <a:pt x="474230" y="260181"/>
                  </a:lnTo>
                  <a:lnTo>
                    <a:pt x="519373" y="250103"/>
                  </a:lnTo>
                  <a:lnTo>
                    <a:pt x="566674" y="246634"/>
                  </a:lnTo>
                  <a:lnTo>
                    <a:pt x="1034145" y="246634"/>
                  </a:lnTo>
                  <a:lnTo>
                    <a:pt x="1013032" y="217342"/>
                  </a:lnTo>
                  <a:lnTo>
                    <a:pt x="983336" y="182453"/>
                  </a:lnTo>
                  <a:lnTo>
                    <a:pt x="950953" y="150080"/>
                  </a:lnTo>
                  <a:lnTo>
                    <a:pt x="916054" y="120393"/>
                  </a:lnTo>
                  <a:lnTo>
                    <a:pt x="878808" y="93563"/>
                  </a:lnTo>
                  <a:lnTo>
                    <a:pt x="839385" y="69759"/>
                  </a:lnTo>
                  <a:lnTo>
                    <a:pt x="797957" y="49152"/>
                  </a:lnTo>
                  <a:lnTo>
                    <a:pt x="754692" y="31910"/>
                  </a:lnTo>
                  <a:lnTo>
                    <a:pt x="709761" y="18204"/>
                  </a:lnTo>
                  <a:lnTo>
                    <a:pt x="663335" y="8204"/>
                  </a:lnTo>
                  <a:lnTo>
                    <a:pt x="615582" y="2079"/>
                  </a:lnTo>
                  <a:lnTo>
                    <a:pt x="566674" y="0"/>
                  </a:lnTo>
                  <a:close/>
                </a:path>
                <a:path w="1133475" h="1133475">
                  <a:moveTo>
                    <a:pt x="1034145" y="246634"/>
                  </a:moveTo>
                  <a:lnTo>
                    <a:pt x="566674" y="246634"/>
                  </a:lnTo>
                  <a:lnTo>
                    <a:pt x="613974" y="250103"/>
                  </a:lnTo>
                  <a:lnTo>
                    <a:pt x="659117" y="260181"/>
                  </a:lnTo>
                  <a:lnTo>
                    <a:pt x="701608" y="276374"/>
                  </a:lnTo>
                  <a:lnTo>
                    <a:pt x="740952" y="298186"/>
                  </a:lnTo>
                  <a:lnTo>
                    <a:pt x="776656" y="325124"/>
                  </a:lnTo>
                  <a:lnTo>
                    <a:pt x="808223" y="356691"/>
                  </a:lnTo>
                  <a:lnTo>
                    <a:pt x="835161" y="392395"/>
                  </a:lnTo>
                  <a:lnTo>
                    <a:pt x="856973" y="431739"/>
                  </a:lnTo>
                  <a:lnTo>
                    <a:pt x="873166" y="474230"/>
                  </a:lnTo>
                  <a:lnTo>
                    <a:pt x="883244" y="519373"/>
                  </a:lnTo>
                  <a:lnTo>
                    <a:pt x="886714" y="566674"/>
                  </a:lnTo>
                  <a:lnTo>
                    <a:pt x="883244" y="613974"/>
                  </a:lnTo>
                  <a:lnTo>
                    <a:pt x="873166" y="659117"/>
                  </a:lnTo>
                  <a:lnTo>
                    <a:pt x="856973" y="701608"/>
                  </a:lnTo>
                  <a:lnTo>
                    <a:pt x="835161" y="740952"/>
                  </a:lnTo>
                  <a:lnTo>
                    <a:pt x="808223" y="776656"/>
                  </a:lnTo>
                  <a:lnTo>
                    <a:pt x="776656" y="808223"/>
                  </a:lnTo>
                  <a:lnTo>
                    <a:pt x="740952" y="835161"/>
                  </a:lnTo>
                  <a:lnTo>
                    <a:pt x="701608" y="856973"/>
                  </a:lnTo>
                  <a:lnTo>
                    <a:pt x="659117" y="873166"/>
                  </a:lnTo>
                  <a:lnTo>
                    <a:pt x="613974" y="883244"/>
                  </a:lnTo>
                  <a:lnTo>
                    <a:pt x="566674" y="886713"/>
                  </a:lnTo>
                  <a:lnTo>
                    <a:pt x="1034175" y="886713"/>
                  </a:lnTo>
                  <a:lnTo>
                    <a:pt x="1063685" y="839385"/>
                  </a:lnTo>
                  <a:lnTo>
                    <a:pt x="1084301" y="797957"/>
                  </a:lnTo>
                  <a:lnTo>
                    <a:pt x="1101550" y="754692"/>
                  </a:lnTo>
                  <a:lnTo>
                    <a:pt x="1115262" y="709761"/>
                  </a:lnTo>
                  <a:lnTo>
                    <a:pt x="1125267" y="663335"/>
                  </a:lnTo>
                  <a:lnTo>
                    <a:pt x="1131394" y="615582"/>
                  </a:lnTo>
                  <a:lnTo>
                    <a:pt x="1133475" y="566674"/>
                  </a:lnTo>
                  <a:lnTo>
                    <a:pt x="1131463" y="519373"/>
                  </a:lnTo>
                  <a:lnTo>
                    <a:pt x="1131394" y="517766"/>
                  </a:lnTo>
                  <a:lnTo>
                    <a:pt x="1125267" y="470016"/>
                  </a:lnTo>
                  <a:lnTo>
                    <a:pt x="1115262" y="423594"/>
                  </a:lnTo>
                  <a:lnTo>
                    <a:pt x="1101550" y="378669"/>
                  </a:lnTo>
                  <a:lnTo>
                    <a:pt x="1084301" y="335412"/>
                  </a:lnTo>
                  <a:lnTo>
                    <a:pt x="1063685" y="293992"/>
                  </a:lnTo>
                  <a:lnTo>
                    <a:pt x="1039872" y="254578"/>
                  </a:lnTo>
                  <a:lnTo>
                    <a:pt x="1034145" y="246634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91400" y="4005326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0" y="566674"/>
                  </a:moveTo>
                  <a:lnTo>
                    <a:pt x="2079" y="517766"/>
                  </a:lnTo>
                  <a:lnTo>
                    <a:pt x="8204" y="470016"/>
                  </a:lnTo>
                  <a:lnTo>
                    <a:pt x="18204" y="423594"/>
                  </a:lnTo>
                  <a:lnTo>
                    <a:pt x="31910" y="378669"/>
                  </a:lnTo>
                  <a:lnTo>
                    <a:pt x="49152" y="335412"/>
                  </a:lnTo>
                  <a:lnTo>
                    <a:pt x="69759" y="293992"/>
                  </a:lnTo>
                  <a:lnTo>
                    <a:pt x="93563" y="254578"/>
                  </a:lnTo>
                  <a:lnTo>
                    <a:pt x="120393" y="217342"/>
                  </a:lnTo>
                  <a:lnTo>
                    <a:pt x="150080" y="182453"/>
                  </a:lnTo>
                  <a:lnTo>
                    <a:pt x="182453" y="150080"/>
                  </a:lnTo>
                  <a:lnTo>
                    <a:pt x="217342" y="120393"/>
                  </a:lnTo>
                  <a:lnTo>
                    <a:pt x="254578" y="93563"/>
                  </a:lnTo>
                  <a:lnTo>
                    <a:pt x="293992" y="69759"/>
                  </a:lnTo>
                  <a:lnTo>
                    <a:pt x="335412" y="49152"/>
                  </a:lnTo>
                  <a:lnTo>
                    <a:pt x="378669" y="31910"/>
                  </a:lnTo>
                  <a:lnTo>
                    <a:pt x="423594" y="18204"/>
                  </a:lnTo>
                  <a:lnTo>
                    <a:pt x="470016" y="8204"/>
                  </a:lnTo>
                  <a:lnTo>
                    <a:pt x="517766" y="2079"/>
                  </a:lnTo>
                  <a:lnTo>
                    <a:pt x="566674" y="0"/>
                  </a:lnTo>
                  <a:lnTo>
                    <a:pt x="615582" y="2079"/>
                  </a:lnTo>
                  <a:lnTo>
                    <a:pt x="663335" y="8204"/>
                  </a:lnTo>
                  <a:lnTo>
                    <a:pt x="709761" y="18204"/>
                  </a:lnTo>
                  <a:lnTo>
                    <a:pt x="754692" y="31910"/>
                  </a:lnTo>
                  <a:lnTo>
                    <a:pt x="797957" y="49152"/>
                  </a:lnTo>
                  <a:lnTo>
                    <a:pt x="839385" y="69759"/>
                  </a:lnTo>
                  <a:lnTo>
                    <a:pt x="878808" y="93563"/>
                  </a:lnTo>
                  <a:lnTo>
                    <a:pt x="916054" y="120393"/>
                  </a:lnTo>
                  <a:lnTo>
                    <a:pt x="950953" y="150080"/>
                  </a:lnTo>
                  <a:lnTo>
                    <a:pt x="983336" y="182453"/>
                  </a:lnTo>
                  <a:lnTo>
                    <a:pt x="1013032" y="217342"/>
                  </a:lnTo>
                  <a:lnTo>
                    <a:pt x="1039872" y="254578"/>
                  </a:lnTo>
                  <a:lnTo>
                    <a:pt x="1063685" y="293992"/>
                  </a:lnTo>
                  <a:lnTo>
                    <a:pt x="1084301" y="335412"/>
                  </a:lnTo>
                  <a:lnTo>
                    <a:pt x="1101550" y="378669"/>
                  </a:lnTo>
                  <a:lnTo>
                    <a:pt x="1115262" y="423594"/>
                  </a:lnTo>
                  <a:lnTo>
                    <a:pt x="1125267" y="470016"/>
                  </a:lnTo>
                  <a:lnTo>
                    <a:pt x="1131394" y="517766"/>
                  </a:lnTo>
                  <a:lnTo>
                    <a:pt x="1133475" y="566674"/>
                  </a:lnTo>
                  <a:lnTo>
                    <a:pt x="1131394" y="615582"/>
                  </a:lnTo>
                  <a:lnTo>
                    <a:pt x="1125267" y="663335"/>
                  </a:lnTo>
                  <a:lnTo>
                    <a:pt x="1115262" y="709761"/>
                  </a:lnTo>
                  <a:lnTo>
                    <a:pt x="1101550" y="754692"/>
                  </a:lnTo>
                  <a:lnTo>
                    <a:pt x="1084301" y="797957"/>
                  </a:lnTo>
                  <a:lnTo>
                    <a:pt x="1063685" y="839385"/>
                  </a:lnTo>
                  <a:lnTo>
                    <a:pt x="1039872" y="878808"/>
                  </a:lnTo>
                  <a:lnTo>
                    <a:pt x="1013032" y="916054"/>
                  </a:lnTo>
                  <a:lnTo>
                    <a:pt x="983336" y="950953"/>
                  </a:lnTo>
                  <a:lnTo>
                    <a:pt x="950953" y="983336"/>
                  </a:lnTo>
                  <a:lnTo>
                    <a:pt x="916054" y="1013032"/>
                  </a:lnTo>
                  <a:lnTo>
                    <a:pt x="878808" y="1039872"/>
                  </a:lnTo>
                  <a:lnTo>
                    <a:pt x="839385" y="1063685"/>
                  </a:lnTo>
                  <a:lnTo>
                    <a:pt x="797957" y="1084301"/>
                  </a:lnTo>
                  <a:lnTo>
                    <a:pt x="754692" y="1101550"/>
                  </a:lnTo>
                  <a:lnTo>
                    <a:pt x="709761" y="1115262"/>
                  </a:lnTo>
                  <a:lnTo>
                    <a:pt x="663335" y="1125267"/>
                  </a:lnTo>
                  <a:lnTo>
                    <a:pt x="615582" y="1131394"/>
                  </a:lnTo>
                  <a:lnTo>
                    <a:pt x="566674" y="1133475"/>
                  </a:lnTo>
                  <a:lnTo>
                    <a:pt x="517766" y="1131394"/>
                  </a:lnTo>
                  <a:lnTo>
                    <a:pt x="470016" y="1125267"/>
                  </a:lnTo>
                  <a:lnTo>
                    <a:pt x="423594" y="1115262"/>
                  </a:lnTo>
                  <a:lnTo>
                    <a:pt x="378669" y="1101550"/>
                  </a:lnTo>
                  <a:lnTo>
                    <a:pt x="335412" y="1084301"/>
                  </a:lnTo>
                  <a:lnTo>
                    <a:pt x="293992" y="1063685"/>
                  </a:lnTo>
                  <a:lnTo>
                    <a:pt x="254578" y="1039872"/>
                  </a:lnTo>
                  <a:lnTo>
                    <a:pt x="217342" y="1013032"/>
                  </a:lnTo>
                  <a:lnTo>
                    <a:pt x="182453" y="983336"/>
                  </a:lnTo>
                  <a:lnTo>
                    <a:pt x="150080" y="950953"/>
                  </a:lnTo>
                  <a:lnTo>
                    <a:pt x="120393" y="916054"/>
                  </a:lnTo>
                  <a:lnTo>
                    <a:pt x="93563" y="878808"/>
                  </a:lnTo>
                  <a:lnTo>
                    <a:pt x="69759" y="839385"/>
                  </a:lnTo>
                  <a:lnTo>
                    <a:pt x="49152" y="797957"/>
                  </a:lnTo>
                  <a:lnTo>
                    <a:pt x="31910" y="754692"/>
                  </a:lnTo>
                  <a:lnTo>
                    <a:pt x="18204" y="709761"/>
                  </a:lnTo>
                  <a:lnTo>
                    <a:pt x="8204" y="663335"/>
                  </a:lnTo>
                  <a:lnTo>
                    <a:pt x="2079" y="615582"/>
                  </a:lnTo>
                  <a:lnTo>
                    <a:pt x="0" y="566674"/>
                  </a:lnTo>
                  <a:close/>
                </a:path>
                <a:path w="1133475" h="1133475">
                  <a:moveTo>
                    <a:pt x="246633" y="566674"/>
                  </a:moveTo>
                  <a:lnTo>
                    <a:pt x="250103" y="613974"/>
                  </a:lnTo>
                  <a:lnTo>
                    <a:pt x="260181" y="659117"/>
                  </a:lnTo>
                  <a:lnTo>
                    <a:pt x="276374" y="701608"/>
                  </a:lnTo>
                  <a:lnTo>
                    <a:pt x="298186" y="740952"/>
                  </a:lnTo>
                  <a:lnTo>
                    <a:pt x="325124" y="776656"/>
                  </a:lnTo>
                  <a:lnTo>
                    <a:pt x="356691" y="808223"/>
                  </a:lnTo>
                  <a:lnTo>
                    <a:pt x="392395" y="835161"/>
                  </a:lnTo>
                  <a:lnTo>
                    <a:pt x="431739" y="856973"/>
                  </a:lnTo>
                  <a:lnTo>
                    <a:pt x="474230" y="873166"/>
                  </a:lnTo>
                  <a:lnTo>
                    <a:pt x="519373" y="883244"/>
                  </a:lnTo>
                  <a:lnTo>
                    <a:pt x="566674" y="886713"/>
                  </a:lnTo>
                  <a:lnTo>
                    <a:pt x="613974" y="883244"/>
                  </a:lnTo>
                  <a:lnTo>
                    <a:pt x="659117" y="873166"/>
                  </a:lnTo>
                  <a:lnTo>
                    <a:pt x="701608" y="856973"/>
                  </a:lnTo>
                  <a:lnTo>
                    <a:pt x="740952" y="835161"/>
                  </a:lnTo>
                  <a:lnTo>
                    <a:pt x="776656" y="808223"/>
                  </a:lnTo>
                  <a:lnTo>
                    <a:pt x="808223" y="776656"/>
                  </a:lnTo>
                  <a:lnTo>
                    <a:pt x="835161" y="740952"/>
                  </a:lnTo>
                  <a:lnTo>
                    <a:pt x="856973" y="701608"/>
                  </a:lnTo>
                  <a:lnTo>
                    <a:pt x="873166" y="659117"/>
                  </a:lnTo>
                  <a:lnTo>
                    <a:pt x="883244" y="613974"/>
                  </a:lnTo>
                  <a:lnTo>
                    <a:pt x="886714" y="566674"/>
                  </a:lnTo>
                  <a:lnTo>
                    <a:pt x="883244" y="519373"/>
                  </a:lnTo>
                  <a:lnTo>
                    <a:pt x="873166" y="474230"/>
                  </a:lnTo>
                  <a:lnTo>
                    <a:pt x="856973" y="431739"/>
                  </a:lnTo>
                  <a:lnTo>
                    <a:pt x="835161" y="392395"/>
                  </a:lnTo>
                  <a:lnTo>
                    <a:pt x="808223" y="356691"/>
                  </a:lnTo>
                  <a:lnTo>
                    <a:pt x="776656" y="325124"/>
                  </a:lnTo>
                  <a:lnTo>
                    <a:pt x="740952" y="298186"/>
                  </a:lnTo>
                  <a:lnTo>
                    <a:pt x="701608" y="276374"/>
                  </a:lnTo>
                  <a:lnTo>
                    <a:pt x="659117" y="260181"/>
                  </a:lnTo>
                  <a:lnTo>
                    <a:pt x="613974" y="250103"/>
                  </a:lnTo>
                  <a:lnTo>
                    <a:pt x="566674" y="246634"/>
                  </a:lnTo>
                  <a:lnTo>
                    <a:pt x="519373" y="250103"/>
                  </a:lnTo>
                  <a:lnTo>
                    <a:pt x="474230" y="260181"/>
                  </a:lnTo>
                  <a:lnTo>
                    <a:pt x="431739" y="276374"/>
                  </a:lnTo>
                  <a:lnTo>
                    <a:pt x="392395" y="298186"/>
                  </a:lnTo>
                  <a:lnTo>
                    <a:pt x="356691" y="325124"/>
                  </a:lnTo>
                  <a:lnTo>
                    <a:pt x="325124" y="356691"/>
                  </a:lnTo>
                  <a:lnTo>
                    <a:pt x="298186" y="392395"/>
                  </a:lnTo>
                  <a:lnTo>
                    <a:pt x="276374" y="431739"/>
                  </a:lnTo>
                  <a:lnTo>
                    <a:pt x="260181" y="474230"/>
                  </a:lnTo>
                  <a:lnTo>
                    <a:pt x="250103" y="519373"/>
                  </a:lnTo>
                  <a:lnTo>
                    <a:pt x="246633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224912" y="4482068"/>
              <a:ext cx="466725" cy="212090"/>
            </a:xfrm>
            <a:custGeom>
              <a:avLst/>
              <a:gdLst/>
              <a:ahLst/>
              <a:cxnLst/>
              <a:rect l="l" t="t" r="r" b="b"/>
              <a:pathLst>
                <a:path w="466725" h="212089">
                  <a:moveTo>
                    <a:pt x="466561" y="0"/>
                  </a:moveTo>
                  <a:lnTo>
                    <a:pt x="0" y="0"/>
                  </a:lnTo>
                  <a:lnTo>
                    <a:pt x="0" y="212062"/>
                  </a:lnTo>
                  <a:lnTo>
                    <a:pt x="466562" y="212062"/>
                  </a:lnTo>
                  <a:lnTo>
                    <a:pt x="466562" y="180253"/>
                  </a:lnTo>
                  <a:lnTo>
                    <a:pt x="53019" y="180252"/>
                  </a:lnTo>
                  <a:lnTo>
                    <a:pt x="31811" y="159046"/>
                  </a:lnTo>
                  <a:lnTo>
                    <a:pt x="31811" y="53015"/>
                  </a:lnTo>
                  <a:lnTo>
                    <a:pt x="53019" y="31809"/>
                  </a:lnTo>
                  <a:lnTo>
                    <a:pt x="466561" y="31809"/>
                  </a:lnTo>
                  <a:lnTo>
                    <a:pt x="466561" y="0"/>
                  </a:lnTo>
                  <a:close/>
                </a:path>
                <a:path w="466725" h="212089">
                  <a:moveTo>
                    <a:pt x="466561" y="31809"/>
                  </a:moveTo>
                  <a:lnTo>
                    <a:pt x="418845" y="31809"/>
                  </a:lnTo>
                  <a:lnTo>
                    <a:pt x="434750" y="47714"/>
                  </a:lnTo>
                  <a:lnTo>
                    <a:pt x="434751" y="164348"/>
                  </a:lnTo>
                  <a:lnTo>
                    <a:pt x="418845" y="180253"/>
                  </a:lnTo>
                  <a:lnTo>
                    <a:pt x="466562" y="180253"/>
                  </a:lnTo>
                  <a:lnTo>
                    <a:pt x="466561" y="31809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15779" y="4535084"/>
              <a:ext cx="84829" cy="10603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285342" y="4337875"/>
              <a:ext cx="360045" cy="266700"/>
            </a:xfrm>
            <a:custGeom>
              <a:avLst/>
              <a:gdLst/>
              <a:ahLst/>
              <a:cxnLst/>
              <a:rect l="l" t="t" r="r" b="b"/>
              <a:pathLst>
                <a:path w="360045" h="266700">
                  <a:moveTo>
                    <a:pt x="56210" y="241439"/>
                  </a:moveTo>
                  <a:lnTo>
                    <a:pt x="49085" y="234327"/>
                  </a:lnTo>
                  <a:lnTo>
                    <a:pt x="31508" y="234327"/>
                  </a:lnTo>
                  <a:lnTo>
                    <a:pt x="24396" y="241439"/>
                  </a:lnTo>
                  <a:lnTo>
                    <a:pt x="24396" y="259016"/>
                  </a:lnTo>
                  <a:lnTo>
                    <a:pt x="31508" y="266141"/>
                  </a:lnTo>
                  <a:lnTo>
                    <a:pt x="49085" y="266141"/>
                  </a:lnTo>
                  <a:lnTo>
                    <a:pt x="56210" y="259016"/>
                  </a:lnTo>
                  <a:lnTo>
                    <a:pt x="56210" y="250228"/>
                  </a:lnTo>
                  <a:lnTo>
                    <a:pt x="56210" y="241439"/>
                  </a:lnTo>
                  <a:close/>
                </a:path>
                <a:path w="360045" h="266700">
                  <a:moveTo>
                    <a:pt x="307505" y="55664"/>
                  </a:moveTo>
                  <a:lnTo>
                    <a:pt x="285242" y="0"/>
                  </a:lnTo>
                  <a:lnTo>
                    <a:pt x="0" y="116636"/>
                  </a:lnTo>
                  <a:lnTo>
                    <a:pt x="163296" y="84289"/>
                  </a:lnTo>
                  <a:lnTo>
                    <a:pt x="267741" y="41884"/>
                  </a:lnTo>
                  <a:lnTo>
                    <a:pt x="275704" y="62026"/>
                  </a:lnTo>
                  <a:lnTo>
                    <a:pt x="307505" y="55664"/>
                  </a:lnTo>
                  <a:close/>
                </a:path>
                <a:path w="360045" h="266700">
                  <a:moveTo>
                    <a:pt x="321297" y="241439"/>
                  </a:moveTo>
                  <a:lnTo>
                    <a:pt x="314172" y="234327"/>
                  </a:lnTo>
                  <a:lnTo>
                    <a:pt x="296608" y="234327"/>
                  </a:lnTo>
                  <a:lnTo>
                    <a:pt x="289483" y="241439"/>
                  </a:lnTo>
                  <a:lnTo>
                    <a:pt x="289483" y="259016"/>
                  </a:lnTo>
                  <a:lnTo>
                    <a:pt x="296608" y="266141"/>
                  </a:lnTo>
                  <a:lnTo>
                    <a:pt x="314172" y="266141"/>
                  </a:lnTo>
                  <a:lnTo>
                    <a:pt x="321297" y="259016"/>
                  </a:lnTo>
                  <a:lnTo>
                    <a:pt x="321297" y="250228"/>
                  </a:lnTo>
                  <a:lnTo>
                    <a:pt x="321297" y="241439"/>
                  </a:lnTo>
                  <a:close/>
                </a:path>
                <a:path w="360045" h="266700">
                  <a:moveTo>
                    <a:pt x="359994" y="122999"/>
                  </a:moveTo>
                  <a:lnTo>
                    <a:pt x="349389" y="68922"/>
                  </a:lnTo>
                  <a:lnTo>
                    <a:pt x="77406" y="122999"/>
                  </a:lnTo>
                  <a:lnTo>
                    <a:pt x="240182" y="122999"/>
                  </a:lnTo>
                  <a:lnTo>
                    <a:pt x="323951" y="106553"/>
                  </a:lnTo>
                  <a:lnTo>
                    <a:pt x="327660" y="122999"/>
                  </a:lnTo>
                  <a:lnTo>
                    <a:pt x="359994" y="122999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419225" y="5915024"/>
              <a:ext cx="428625" cy="438150"/>
            </a:xfrm>
            <a:custGeom>
              <a:avLst/>
              <a:gdLst/>
              <a:ahLst/>
              <a:cxnLst/>
              <a:rect l="l" t="t" r="r" b="b"/>
              <a:pathLst>
                <a:path w="428625" h="438150">
                  <a:moveTo>
                    <a:pt x="123825" y="285750"/>
                  </a:moveTo>
                  <a:lnTo>
                    <a:pt x="76200" y="285750"/>
                  </a:lnTo>
                  <a:lnTo>
                    <a:pt x="76200" y="295275"/>
                  </a:lnTo>
                  <a:lnTo>
                    <a:pt x="123825" y="295275"/>
                  </a:lnTo>
                  <a:lnTo>
                    <a:pt x="123825" y="285750"/>
                  </a:lnTo>
                  <a:close/>
                </a:path>
                <a:path w="428625" h="438150">
                  <a:moveTo>
                    <a:pt x="123825" y="247650"/>
                  </a:moveTo>
                  <a:lnTo>
                    <a:pt x="76200" y="247650"/>
                  </a:lnTo>
                  <a:lnTo>
                    <a:pt x="76200" y="266700"/>
                  </a:lnTo>
                  <a:lnTo>
                    <a:pt x="123825" y="266700"/>
                  </a:lnTo>
                  <a:lnTo>
                    <a:pt x="123825" y="247650"/>
                  </a:lnTo>
                  <a:close/>
                </a:path>
                <a:path w="428625" h="438150">
                  <a:moveTo>
                    <a:pt x="123825" y="219075"/>
                  </a:moveTo>
                  <a:lnTo>
                    <a:pt x="76200" y="219075"/>
                  </a:lnTo>
                  <a:lnTo>
                    <a:pt x="76200" y="228600"/>
                  </a:lnTo>
                  <a:lnTo>
                    <a:pt x="123825" y="228600"/>
                  </a:lnTo>
                  <a:lnTo>
                    <a:pt x="123825" y="219075"/>
                  </a:lnTo>
                  <a:close/>
                </a:path>
                <a:path w="428625" h="438150">
                  <a:moveTo>
                    <a:pt x="123825" y="190500"/>
                  </a:moveTo>
                  <a:lnTo>
                    <a:pt x="76200" y="190500"/>
                  </a:lnTo>
                  <a:lnTo>
                    <a:pt x="76200" y="200025"/>
                  </a:lnTo>
                  <a:lnTo>
                    <a:pt x="123825" y="200025"/>
                  </a:lnTo>
                  <a:lnTo>
                    <a:pt x="123825" y="190500"/>
                  </a:lnTo>
                  <a:close/>
                </a:path>
                <a:path w="428625" h="438150">
                  <a:moveTo>
                    <a:pt x="123825" y="161925"/>
                  </a:moveTo>
                  <a:lnTo>
                    <a:pt x="76200" y="161925"/>
                  </a:lnTo>
                  <a:lnTo>
                    <a:pt x="76200" y="171450"/>
                  </a:lnTo>
                  <a:lnTo>
                    <a:pt x="123825" y="171450"/>
                  </a:lnTo>
                  <a:lnTo>
                    <a:pt x="123825" y="161925"/>
                  </a:lnTo>
                  <a:close/>
                </a:path>
                <a:path w="428625" h="438150">
                  <a:moveTo>
                    <a:pt x="123825" y="123825"/>
                  </a:moveTo>
                  <a:lnTo>
                    <a:pt x="76200" y="123825"/>
                  </a:lnTo>
                  <a:lnTo>
                    <a:pt x="76200" y="142875"/>
                  </a:lnTo>
                  <a:lnTo>
                    <a:pt x="123825" y="142875"/>
                  </a:lnTo>
                  <a:lnTo>
                    <a:pt x="123825" y="123825"/>
                  </a:lnTo>
                  <a:close/>
                </a:path>
                <a:path w="428625" h="438150">
                  <a:moveTo>
                    <a:pt x="123825" y="95250"/>
                  </a:moveTo>
                  <a:lnTo>
                    <a:pt x="76200" y="95250"/>
                  </a:lnTo>
                  <a:lnTo>
                    <a:pt x="76200" y="104775"/>
                  </a:lnTo>
                  <a:lnTo>
                    <a:pt x="123825" y="104775"/>
                  </a:lnTo>
                  <a:lnTo>
                    <a:pt x="123825" y="95250"/>
                  </a:lnTo>
                  <a:close/>
                </a:path>
                <a:path w="428625" h="438150">
                  <a:moveTo>
                    <a:pt x="238125" y="66675"/>
                  </a:moveTo>
                  <a:lnTo>
                    <a:pt x="76200" y="66675"/>
                  </a:lnTo>
                  <a:lnTo>
                    <a:pt x="76200" y="76200"/>
                  </a:lnTo>
                  <a:lnTo>
                    <a:pt x="238125" y="76200"/>
                  </a:lnTo>
                  <a:lnTo>
                    <a:pt x="238125" y="66675"/>
                  </a:lnTo>
                  <a:close/>
                </a:path>
                <a:path w="428625" h="438150">
                  <a:moveTo>
                    <a:pt x="314325" y="19685"/>
                  </a:moveTo>
                  <a:lnTo>
                    <a:pt x="291719" y="0"/>
                  </a:lnTo>
                  <a:lnTo>
                    <a:pt x="22606" y="0"/>
                  </a:lnTo>
                  <a:lnTo>
                    <a:pt x="13703" y="1562"/>
                  </a:lnTo>
                  <a:lnTo>
                    <a:pt x="6527" y="5803"/>
                  </a:lnTo>
                  <a:lnTo>
                    <a:pt x="1739" y="12065"/>
                  </a:lnTo>
                  <a:lnTo>
                    <a:pt x="0" y="19685"/>
                  </a:lnTo>
                  <a:lnTo>
                    <a:pt x="0" y="342265"/>
                  </a:lnTo>
                  <a:lnTo>
                    <a:pt x="1739" y="349897"/>
                  </a:lnTo>
                  <a:lnTo>
                    <a:pt x="6540" y="356158"/>
                  </a:lnTo>
                  <a:lnTo>
                    <a:pt x="13716" y="360400"/>
                  </a:lnTo>
                  <a:lnTo>
                    <a:pt x="22606" y="361950"/>
                  </a:lnTo>
                  <a:lnTo>
                    <a:pt x="123825" y="361950"/>
                  </a:lnTo>
                  <a:lnTo>
                    <a:pt x="123825" y="345948"/>
                  </a:lnTo>
                  <a:lnTo>
                    <a:pt x="20066" y="345948"/>
                  </a:lnTo>
                  <a:lnTo>
                    <a:pt x="17780" y="344424"/>
                  </a:lnTo>
                  <a:lnTo>
                    <a:pt x="17780" y="17526"/>
                  </a:lnTo>
                  <a:lnTo>
                    <a:pt x="20066" y="16002"/>
                  </a:lnTo>
                  <a:lnTo>
                    <a:pt x="294259" y="16002"/>
                  </a:lnTo>
                  <a:lnTo>
                    <a:pt x="296164" y="17526"/>
                  </a:lnTo>
                  <a:lnTo>
                    <a:pt x="296164" y="71882"/>
                  </a:lnTo>
                  <a:lnTo>
                    <a:pt x="314325" y="71882"/>
                  </a:lnTo>
                  <a:lnTo>
                    <a:pt x="314325" y="19685"/>
                  </a:lnTo>
                  <a:close/>
                </a:path>
                <a:path w="428625" h="438150">
                  <a:moveTo>
                    <a:pt x="428625" y="91186"/>
                  </a:moveTo>
                  <a:lnTo>
                    <a:pt x="422529" y="85725"/>
                  </a:lnTo>
                  <a:lnTo>
                    <a:pt x="421640" y="85725"/>
                  </a:lnTo>
                  <a:lnTo>
                    <a:pt x="421640" y="395224"/>
                  </a:lnTo>
                  <a:lnTo>
                    <a:pt x="383540" y="430149"/>
                  </a:lnTo>
                  <a:lnTo>
                    <a:pt x="383540" y="397383"/>
                  </a:lnTo>
                  <a:lnTo>
                    <a:pt x="385826" y="395224"/>
                  </a:lnTo>
                  <a:lnTo>
                    <a:pt x="421640" y="395224"/>
                  </a:lnTo>
                  <a:lnTo>
                    <a:pt x="421640" y="85725"/>
                  </a:lnTo>
                  <a:lnTo>
                    <a:pt x="364871" y="85725"/>
                  </a:lnTo>
                  <a:lnTo>
                    <a:pt x="364871" y="142113"/>
                  </a:lnTo>
                  <a:lnTo>
                    <a:pt x="364871" y="152654"/>
                  </a:lnTo>
                  <a:lnTo>
                    <a:pt x="364871" y="372364"/>
                  </a:lnTo>
                  <a:lnTo>
                    <a:pt x="198755" y="372364"/>
                  </a:lnTo>
                  <a:lnTo>
                    <a:pt x="198755" y="361823"/>
                  </a:lnTo>
                  <a:lnTo>
                    <a:pt x="364871" y="361823"/>
                  </a:lnTo>
                  <a:lnTo>
                    <a:pt x="364871" y="340995"/>
                  </a:lnTo>
                  <a:lnTo>
                    <a:pt x="198755" y="340995"/>
                  </a:lnTo>
                  <a:lnTo>
                    <a:pt x="198755" y="330454"/>
                  </a:lnTo>
                  <a:lnTo>
                    <a:pt x="364871" y="330454"/>
                  </a:lnTo>
                  <a:lnTo>
                    <a:pt x="364871" y="309626"/>
                  </a:lnTo>
                  <a:lnTo>
                    <a:pt x="198755" y="309626"/>
                  </a:lnTo>
                  <a:lnTo>
                    <a:pt x="198755" y="299085"/>
                  </a:lnTo>
                  <a:lnTo>
                    <a:pt x="364871" y="299085"/>
                  </a:lnTo>
                  <a:lnTo>
                    <a:pt x="364871" y="278130"/>
                  </a:lnTo>
                  <a:lnTo>
                    <a:pt x="198755" y="278130"/>
                  </a:lnTo>
                  <a:lnTo>
                    <a:pt x="198755" y="267716"/>
                  </a:lnTo>
                  <a:lnTo>
                    <a:pt x="364871" y="267716"/>
                  </a:lnTo>
                  <a:lnTo>
                    <a:pt x="364871" y="246761"/>
                  </a:lnTo>
                  <a:lnTo>
                    <a:pt x="198755" y="246761"/>
                  </a:lnTo>
                  <a:lnTo>
                    <a:pt x="198755" y="236347"/>
                  </a:lnTo>
                  <a:lnTo>
                    <a:pt x="364871" y="236347"/>
                  </a:lnTo>
                  <a:lnTo>
                    <a:pt x="364871" y="215392"/>
                  </a:lnTo>
                  <a:lnTo>
                    <a:pt x="198755" y="215392"/>
                  </a:lnTo>
                  <a:lnTo>
                    <a:pt x="198755" y="204978"/>
                  </a:lnTo>
                  <a:lnTo>
                    <a:pt x="364871" y="204978"/>
                  </a:lnTo>
                  <a:lnTo>
                    <a:pt x="364871" y="184023"/>
                  </a:lnTo>
                  <a:lnTo>
                    <a:pt x="198755" y="184023"/>
                  </a:lnTo>
                  <a:lnTo>
                    <a:pt x="198755" y="173609"/>
                  </a:lnTo>
                  <a:lnTo>
                    <a:pt x="364871" y="173609"/>
                  </a:lnTo>
                  <a:lnTo>
                    <a:pt x="364871" y="152654"/>
                  </a:lnTo>
                  <a:lnTo>
                    <a:pt x="198755" y="152654"/>
                  </a:lnTo>
                  <a:lnTo>
                    <a:pt x="198755" y="142113"/>
                  </a:lnTo>
                  <a:lnTo>
                    <a:pt x="364871" y="142113"/>
                  </a:lnTo>
                  <a:lnTo>
                    <a:pt x="364871" y="85725"/>
                  </a:lnTo>
                  <a:lnTo>
                    <a:pt x="139319" y="85725"/>
                  </a:lnTo>
                  <a:lnTo>
                    <a:pt x="133350" y="91186"/>
                  </a:lnTo>
                  <a:lnTo>
                    <a:pt x="133350" y="432943"/>
                  </a:lnTo>
                  <a:lnTo>
                    <a:pt x="139319" y="438150"/>
                  </a:lnTo>
                  <a:lnTo>
                    <a:pt x="390779" y="438150"/>
                  </a:lnTo>
                  <a:lnTo>
                    <a:pt x="399376" y="430149"/>
                  </a:lnTo>
                  <a:lnTo>
                    <a:pt x="428625" y="402971"/>
                  </a:lnTo>
                  <a:lnTo>
                    <a:pt x="428625" y="142113"/>
                  </a:lnTo>
                  <a:lnTo>
                    <a:pt x="428625" y="91186"/>
                  </a:lnTo>
                  <a:close/>
                </a:path>
              </a:pathLst>
            </a:custGeom>
            <a:solidFill>
              <a:srgbClr val="5253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19924" y="6010275"/>
              <a:ext cx="466725" cy="3429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238500" y="5915024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428625" y="113411"/>
                  </a:moveTo>
                  <a:lnTo>
                    <a:pt x="380238" y="81038"/>
                  </a:lnTo>
                  <a:lnTo>
                    <a:pt x="380238" y="196469"/>
                  </a:lnTo>
                  <a:lnTo>
                    <a:pt x="380238" y="209931"/>
                  </a:lnTo>
                  <a:lnTo>
                    <a:pt x="315214" y="209931"/>
                  </a:lnTo>
                  <a:lnTo>
                    <a:pt x="315214" y="196469"/>
                  </a:lnTo>
                  <a:lnTo>
                    <a:pt x="380238" y="196469"/>
                  </a:lnTo>
                  <a:lnTo>
                    <a:pt x="380238" y="81038"/>
                  </a:lnTo>
                  <a:lnTo>
                    <a:pt x="288417" y="19608"/>
                  </a:lnTo>
                  <a:lnTo>
                    <a:pt x="288417" y="196469"/>
                  </a:lnTo>
                  <a:lnTo>
                    <a:pt x="288417" y="209931"/>
                  </a:lnTo>
                  <a:lnTo>
                    <a:pt x="288417" y="399034"/>
                  </a:lnTo>
                  <a:lnTo>
                    <a:pt x="288417" y="412496"/>
                  </a:lnTo>
                  <a:lnTo>
                    <a:pt x="223393" y="412496"/>
                  </a:lnTo>
                  <a:lnTo>
                    <a:pt x="223393" y="399034"/>
                  </a:lnTo>
                  <a:lnTo>
                    <a:pt x="288417" y="399034"/>
                  </a:lnTo>
                  <a:lnTo>
                    <a:pt x="288417" y="209931"/>
                  </a:lnTo>
                  <a:lnTo>
                    <a:pt x="250063" y="209931"/>
                  </a:lnTo>
                  <a:lnTo>
                    <a:pt x="250063" y="262382"/>
                  </a:lnTo>
                  <a:lnTo>
                    <a:pt x="250063" y="284480"/>
                  </a:lnTo>
                  <a:lnTo>
                    <a:pt x="215011" y="284480"/>
                  </a:lnTo>
                  <a:lnTo>
                    <a:pt x="215011" y="256286"/>
                  </a:lnTo>
                  <a:lnTo>
                    <a:pt x="211455" y="253873"/>
                  </a:lnTo>
                  <a:lnTo>
                    <a:pt x="199517" y="253873"/>
                  </a:lnTo>
                  <a:lnTo>
                    <a:pt x="195961" y="256286"/>
                  </a:lnTo>
                  <a:lnTo>
                    <a:pt x="195961" y="264668"/>
                  </a:lnTo>
                  <a:lnTo>
                    <a:pt x="204406" y="279387"/>
                  </a:lnTo>
                  <a:lnTo>
                    <a:pt x="223012" y="294119"/>
                  </a:lnTo>
                  <a:lnTo>
                    <a:pt x="241604" y="312737"/>
                  </a:lnTo>
                  <a:lnTo>
                    <a:pt x="250063" y="339090"/>
                  </a:lnTo>
                  <a:lnTo>
                    <a:pt x="246253" y="357174"/>
                  </a:lnTo>
                  <a:lnTo>
                    <a:pt x="236816" y="368452"/>
                  </a:lnTo>
                  <a:lnTo>
                    <a:pt x="224663" y="374510"/>
                  </a:lnTo>
                  <a:lnTo>
                    <a:pt x="212725" y="376936"/>
                  </a:lnTo>
                  <a:lnTo>
                    <a:pt x="212725" y="388620"/>
                  </a:lnTo>
                  <a:lnTo>
                    <a:pt x="196596" y="388620"/>
                  </a:lnTo>
                  <a:lnTo>
                    <a:pt x="196596" y="399034"/>
                  </a:lnTo>
                  <a:lnTo>
                    <a:pt x="196596" y="412496"/>
                  </a:lnTo>
                  <a:lnTo>
                    <a:pt x="131445" y="412496"/>
                  </a:lnTo>
                  <a:lnTo>
                    <a:pt x="131445" y="399034"/>
                  </a:lnTo>
                  <a:lnTo>
                    <a:pt x="196596" y="399034"/>
                  </a:lnTo>
                  <a:lnTo>
                    <a:pt x="196596" y="388620"/>
                  </a:lnTo>
                  <a:lnTo>
                    <a:pt x="196596" y="376936"/>
                  </a:lnTo>
                  <a:lnTo>
                    <a:pt x="182422" y="374319"/>
                  </a:lnTo>
                  <a:lnTo>
                    <a:pt x="171069" y="368160"/>
                  </a:lnTo>
                  <a:lnTo>
                    <a:pt x="163512" y="358457"/>
                  </a:lnTo>
                  <a:lnTo>
                    <a:pt x="160782" y="345186"/>
                  </a:lnTo>
                  <a:lnTo>
                    <a:pt x="160782" y="319786"/>
                  </a:lnTo>
                  <a:lnTo>
                    <a:pt x="195961" y="319786"/>
                  </a:lnTo>
                  <a:lnTo>
                    <a:pt x="195961" y="352171"/>
                  </a:lnTo>
                  <a:lnTo>
                    <a:pt x="199517" y="354457"/>
                  </a:lnTo>
                  <a:lnTo>
                    <a:pt x="211455" y="354457"/>
                  </a:lnTo>
                  <a:lnTo>
                    <a:pt x="215011" y="352171"/>
                  </a:lnTo>
                  <a:lnTo>
                    <a:pt x="215011" y="344043"/>
                  </a:lnTo>
                  <a:lnTo>
                    <a:pt x="206527" y="324726"/>
                  </a:lnTo>
                  <a:lnTo>
                    <a:pt x="200494" y="319786"/>
                  </a:lnTo>
                  <a:lnTo>
                    <a:pt x="187896" y="309486"/>
                  </a:lnTo>
                  <a:lnTo>
                    <a:pt x="169252" y="292138"/>
                  </a:lnTo>
                  <a:lnTo>
                    <a:pt x="160782" y="266446"/>
                  </a:lnTo>
                  <a:lnTo>
                    <a:pt x="163283" y="252031"/>
                  </a:lnTo>
                  <a:lnTo>
                    <a:pt x="170446" y="241693"/>
                  </a:lnTo>
                  <a:lnTo>
                    <a:pt x="181724" y="235051"/>
                  </a:lnTo>
                  <a:lnTo>
                    <a:pt x="196596" y="231775"/>
                  </a:lnTo>
                  <a:lnTo>
                    <a:pt x="196596" y="222123"/>
                  </a:lnTo>
                  <a:lnTo>
                    <a:pt x="212725" y="222123"/>
                  </a:lnTo>
                  <a:lnTo>
                    <a:pt x="212725" y="231775"/>
                  </a:lnTo>
                  <a:lnTo>
                    <a:pt x="227228" y="234200"/>
                  </a:lnTo>
                  <a:lnTo>
                    <a:pt x="239102" y="239750"/>
                  </a:lnTo>
                  <a:lnTo>
                    <a:pt x="247116" y="248958"/>
                  </a:lnTo>
                  <a:lnTo>
                    <a:pt x="250063" y="262382"/>
                  </a:lnTo>
                  <a:lnTo>
                    <a:pt x="250063" y="209931"/>
                  </a:lnTo>
                  <a:lnTo>
                    <a:pt x="223393" y="209931"/>
                  </a:lnTo>
                  <a:lnTo>
                    <a:pt x="223393" y="196469"/>
                  </a:lnTo>
                  <a:lnTo>
                    <a:pt x="288417" y="196469"/>
                  </a:lnTo>
                  <a:lnTo>
                    <a:pt x="288417" y="19608"/>
                  </a:lnTo>
                  <a:lnTo>
                    <a:pt x="287782" y="19177"/>
                  </a:lnTo>
                  <a:lnTo>
                    <a:pt x="196596" y="147447"/>
                  </a:lnTo>
                  <a:lnTo>
                    <a:pt x="196596" y="196469"/>
                  </a:lnTo>
                  <a:lnTo>
                    <a:pt x="196596" y="209931"/>
                  </a:lnTo>
                  <a:lnTo>
                    <a:pt x="131445" y="209931"/>
                  </a:lnTo>
                  <a:lnTo>
                    <a:pt x="131445" y="196469"/>
                  </a:lnTo>
                  <a:lnTo>
                    <a:pt x="196596" y="196469"/>
                  </a:lnTo>
                  <a:lnTo>
                    <a:pt x="196596" y="147447"/>
                  </a:lnTo>
                  <a:lnTo>
                    <a:pt x="176276" y="176022"/>
                  </a:lnTo>
                  <a:lnTo>
                    <a:pt x="154432" y="176022"/>
                  </a:lnTo>
                  <a:lnTo>
                    <a:pt x="246888" y="39624"/>
                  </a:lnTo>
                  <a:lnTo>
                    <a:pt x="152146" y="0"/>
                  </a:lnTo>
                  <a:lnTo>
                    <a:pt x="105029" y="94640"/>
                  </a:lnTo>
                  <a:lnTo>
                    <a:pt x="105029" y="196469"/>
                  </a:lnTo>
                  <a:lnTo>
                    <a:pt x="105029" y="209931"/>
                  </a:lnTo>
                  <a:lnTo>
                    <a:pt x="105029" y="399034"/>
                  </a:lnTo>
                  <a:lnTo>
                    <a:pt x="105029" y="412496"/>
                  </a:lnTo>
                  <a:lnTo>
                    <a:pt x="39992" y="412496"/>
                  </a:lnTo>
                  <a:lnTo>
                    <a:pt x="39992" y="399034"/>
                  </a:lnTo>
                  <a:lnTo>
                    <a:pt x="105029" y="399034"/>
                  </a:lnTo>
                  <a:lnTo>
                    <a:pt x="105029" y="209931"/>
                  </a:lnTo>
                  <a:lnTo>
                    <a:pt x="39992" y="209931"/>
                  </a:lnTo>
                  <a:lnTo>
                    <a:pt x="39992" y="196469"/>
                  </a:lnTo>
                  <a:lnTo>
                    <a:pt x="105029" y="196469"/>
                  </a:lnTo>
                  <a:lnTo>
                    <a:pt x="105029" y="94640"/>
                  </a:lnTo>
                  <a:lnTo>
                    <a:pt x="64503" y="176022"/>
                  </a:lnTo>
                  <a:lnTo>
                    <a:pt x="0" y="176022"/>
                  </a:lnTo>
                  <a:lnTo>
                    <a:pt x="0" y="438150"/>
                  </a:lnTo>
                  <a:lnTo>
                    <a:pt x="407670" y="438150"/>
                  </a:lnTo>
                  <a:lnTo>
                    <a:pt x="407670" y="412496"/>
                  </a:lnTo>
                  <a:lnTo>
                    <a:pt x="407670" y="399034"/>
                  </a:lnTo>
                  <a:lnTo>
                    <a:pt x="407670" y="388620"/>
                  </a:lnTo>
                  <a:lnTo>
                    <a:pt x="407670" y="353060"/>
                  </a:lnTo>
                  <a:lnTo>
                    <a:pt x="380238" y="353060"/>
                  </a:lnTo>
                  <a:lnTo>
                    <a:pt x="380238" y="399034"/>
                  </a:lnTo>
                  <a:lnTo>
                    <a:pt x="380238" y="412496"/>
                  </a:lnTo>
                  <a:lnTo>
                    <a:pt x="315214" y="412496"/>
                  </a:lnTo>
                  <a:lnTo>
                    <a:pt x="315214" y="399034"/>
                  </a:lnTo>
                  <a:lnTo>
                    <a:pt x="380238" y="399034"/>
                  </a:lnTo>
                  <a:lnTo>
                    <a:pt x="380238" y="353060"/>
                  </a:lnTo>
                  <a:lnTo>
                    <a:pt x="311658" y="353060"/>
                  </a:lnTo>
                  <a:lnTo>
                    <a:pt x="311658" y="284480"/>
                  </a:lnTo>
                  <a:lnTo>
                    <a:pt x="311658" y="279527"/>
                  </a:lnTo>
                  <a:lnTo>
                    <a:pt x="407670" y="279527"/>
                  </a:lnTo>
                  <a:lnTo>
                    <a:pt x="407670" y="222123"/>
                  </a:lnTo>
                  <a:lnTo>
                    <a:pt x="407670" y="209931"/>
                  </a:lnTo>
                  <a:lnTo>
                    <a:pt x="407670" y="196469"/>
                  </a:lnTo>
                  <a:lnTo>
                    <a:pt x="407670" y="176022"/>
                  </a:lnTo>
                  <a:lnTo>
                    <a:pt x="383794" y="176022"/>
                  </a:lnTo>
                  <a:lnTo>
                    <a:pt x="428625" y="113411"/>
                  </a:lnTo>
                  <a:close/>
                </a:path>
                <a:path w="438150" h="438150">
                  <a:moveTo>
                    <a:pt x="438150" y="295275"/>
                  </a:moveTo>
                  <a:lnTo>
                    <a:pt x="333375" y="295275"/>
                  </a:lnTo>
                  <a:lnTo>
                    <a:pt x="333375" y="333375"/>
                  </a:lnTo>
                  <a:lnTo>
                    <a:pt x="438150" y="333375"/>
                  </a:lnTo>
                  <a:lnTo>
                    <a:pt x="438150" y="295275"/>
                  </a:lnTo>
                  <a:close/>
                </a:path>
              </a:pathLst>
            </a:custGeom>
            <a:solidFill>
              <a:srgbClr val="5253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2999" y="6134100"/>
              <a:ext cx="161925" cy="14350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19649" y="5886450"/>
              <a:ext cx="114300" cy="19050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755858" y="5962649"/>
              <a:ext cx="4321810" cy="428625"/>
            </a:xfrm>
            <a:custGeom>
              <a:avLst/>
              <a:gdLst/>
              <a:ahLst/>
              <a:cxnLst/>
              <a:rect l="l" t="t" r="r" b="b"/>
              <a:pathLst>
                <a:path w="4321809" h="428625">
                  <a:moveTo>
                    <a:pt x="225717" y="116205"/>
                  </a:moveTo>
                  <a:lnTo>
                    <a:pt x="195084" y="81648"/>
                  </a:lnTo>
                  <a:lnTo>
                    <a:pt x="152311" y="66675"/>
                  </a:lnTo>
                  <a:lnTo>
                    <a:pt x="122339" y="163576"/>
                  </a:lnTo>
                  <a:lnTo>
                    <a:pt x="89192" y="66929"/>
                  </a:lnTo>
                  <a:lnTo>
                    <a:pt x="50812" y="80162"/>
                  </a:lnTo>
                  <a:lnTo>
                    <a:pt x="13754" y="128206"/>
                  </a:lnTo>
                  <a:lnTo>
                    <a:pt x="4445" y="174117"/>
                  </a:lnTo>
                  <a:lnTo>
                    <a:pt x="0" y="228015"/>
                  </a:lnTo>
                  <a:lnTo>
                    <a:pt x="2641" y="279450"/>
                  </a:lnTo>
                  <a:lnTo>
                    <a:pt x="14617" y="317969"/>
                  </a:lnTo>
                  <a:lnTo>
                    <a:pt x="38138" y="333121"/>
                  </a:lnTo>
                  <a:lnTo>
                    <a:pt x="141008" y="333375"/>
                  </a:lnTo>
                  <a:lnTo>
                    <a:pt x="141008" y="143510"/>
                  </a:lnTo>
                  <a:lnTo>
                    <a:pt x="142938" y="132981"/>
                  </a:lnTo>
                  <a:lnTo>
                    <a:pt x="148259" y="124294"/>
                  </a:lnTo>
                  <a:lnTo>
                    <a:pt x="156159" y="118389"/>
                  </a:lnTo>
                  <a:lnTo>
                    <a:pt x="165900" y="116205"/>
                  </a:lnTo>
                  <a:lnTo>
                    <a:pt x="225717" y="116205"/>
                  </a:lnTo>
                  <a:close/>
                </a:path>
                <a:path w="4321809" h="428625">
                  <a:moveTo>
                    <a:pt x="406527" y="338201"/>
                  </a:moveTo>
                  <a:lnTo>
                    <a:pt x="406476" y="156845"/>
                  </a:lnTo>
                  <a:lnTo>
                    <a:pt x="384594" y="133350"/>
                  </a:lnTo>
                  <a:lnTo>
                    <a:pt x="384086" y="133350"/>
                  </a:lnTo>
                  <a:lnTo>
                    <a:pt x="384086" y="157353"/>
                  </a:lnTo>
                  <a:lnTo>
                    <a:pt x="384086" y="337566"/>
                  </a:lnTo>
                  <a:lnTo>
                    <a:pt x="383832" y="337947"/>
                  </a:lnTo>
                  <a:lnTo>
                    <a:pt x="383832" y="338201"/>
                  </a:lnTo>
                  <a:lnTo>
                    <a:pt x="172758" y="338201"/>
                  </a:lnTo>
                  <a:lnTo>
                    <a:pt x="172377" y="337947"/>
                  </a:lnTo>
                  <a:lnTo>
                    <a:pt x="172377" y="157099"/>
                  </a:lnTo>
                  <a:lnTo>
                    <a:pt x="172758" y="156845"/>
                  </a:lnTo>
                  <a:lnTo>
                    <a:pt x="383832" y="156845"/>
                  </a:lnTo>
                  <a:lnTo>
                    <a:pt x="383832" y="157099"/>
                  </a:lnTo>
                  <a:lnTo>
                    <a:pt x="384086" y="157353"/>
                  </a:lnTo>
                  <a:lnTo>
                    <a:pt x="384086" y="133350"/>
                  </a:lnTo>
                  <a:lnTo>
                    <a:pt x="171615" y="133350"/>
                  </a:lnTo>
                  <a:lnTo>
                    <a:pt x="149669" y="338201"/>
                  </a:lnTo>
                  <a:lnTo>
                    <a:pt x="151269" y="346900"/>
                  </a:lnTo>
                  <a:lnTo>
                    <a:pt x="156032" y="354736"/>
                  </a:lnTo>
                  <a:lnTo>
                    <a:pt x="163068" y="360019"/>
                  </a:lnTo>
                  <a:lnTo>
                    <a:pt x="171615" y="361950"/>
                  </a:lnTo>
                  <a:lnTo>
                    <a:pt x="384594" y="361950"/>
                  </a:lnTo>
                  <a:lnTo>
                    <a:pt x="393242" y="360019"/>
                  </a:lnTo>
                  <a:lnTo>
                    <a:pt x="400253" y="354736"/>
                  </a:lnTo>
                  <a:lnTo>
                    <a:pt x="404964" y="346900"/>
                  </a:lnTo>
                  <a:lnTo>
                    <a:pt x="406527" y="338201"/>
                  </a:lnTo>
                  <a:close/>
                </a:path>
                <a:path w="4321809" h="428625">
                  <a:moveTo>
                    <a:pt x="4321467" y="381000"/>
                  </a:moveTo>
                  <a:lnTo>
                    <a:pt x="3892842" y="381254"/>
                  </a:lnTo>
                  <a:lnTo>
                    <a:pt x="3892842" y="403479"/>
                  </a:lnTo>
                  <a:lnTo>
                    <a:pt x="3894632" y="413105"/>
                  </a:lnTo>
                  <a:lnTo>
                    <a:pt x="3894658" y="413258"/>
                  </a:lnTo>
                  <a:lnTo>
                    <a:pt x="3899636" y="421246"/>
                  </a:lnTo>
                  <a:lnTo>
                    <a:pt x="3906977" y="426643"/>
                  </a:lnTo>
                  <a:lnTo>
                    <a:pt x="3915956" y="428625"/>
                  </a:lnTo>
                  <a:lnTo>
                    <a:pt x="4298112" y="428485"/>
                  </a:lnTo>
                  <a:lnTo>
                    <a:pt x="4321467" y="403479"/>
                  </a:lnTo>
                  <a:lnTo>
                    <a:pt x="4321467" y="381000"/>
                  </a:lnTo>
                  <a:close/>
                </a:path>
                <a:path w="4321809" h="428625">
                  <a:moveTo>
                    <a:pt x="4321467" y="123825"/>
                  </a:moveTo>
                  <a:lnTo>
                    <a:pt x="3892842" y="123825"/>
                  </a:lnTo>
                  <a:lnTo>
                    <a:pt x="3892842" y="361950"/>
                  </a:lnTo>
                  <a:lnTo>
                    <a:pt x="4321467" y="361950"/>
                  </a:lnTo>
                  <a:lnTo>
                    <a:pt x="4321467" y="123825"/>
                  </a:lnTo>
                  <a:close/>
                </a:path>
                <a:path w="4321809" h="428625">
                  <a:moveTo>
                    <a:pt x="4321467" y="80518"/>
                  </a:moveTo>
                  <a:lnTo>
                    <a:pt x="4298353" y="48895"/>
                  </a:lnTo>
                  <a:lnTo>
                    <a:pt x="4182148" y="48895"/>
                  </a:lnTo>
                  <a:lnTo>
                    <a:pt x="4182148" y="23622"/>
                  </a:lnTo>
                  <a:lnTo>
                    <a:pt x="4181157" y="18542"/>
                  </a:lnTo>
                  <a:lnTo>
                    <a:pt x="4180370" y="14414"/>
                  </a:lnTo>
                  <a:lnTo>
                    <a:pt x="4175544" y="6908"/>
                  </a:lnTo>
                  <a:lnTo>
                    <a:pt x="4168432" y="1854"/>
                  </a:lnTo>
                  <a:lnTo>
                    <a:pt x="4164114" y="927"/>
                  </a:lnTo>
                  <a:lnTo>
                    <a:pt x="4164114" y="20447"/>
                  </a:lnTo>
                  <a:lnTo>
                    <a:pt x="4164114" y="48895"/>
                  </a:lnTo>
                  <a:lnTo>
                    <a:pt x="4049941" y="48895"/>
                  </a:lnTo>
                  <a:lnTo>
                    <a:pt x="4049941" y="21082"/>
                  </a:lnTo>
                  <a:lnTo>
                    <a:pt x="4051846" y="18542"/>
                  </a:lnTo>
                  <a:lnTo>
                    <a:pt x="4162209" y="18542"/>
                  </a:lnTo>
                  <a:lnTo>
                    <a:pt x="4164114" y="20447"/>
                  </a:lnTo>
                  <a:lnTo>
                    <a:pt x="4164114" y="927"/>
                  </a:lnTo>
                  <a:lnTo>
                    <a:pt x="4159796" y="0"/>
                  </a:lnTo>
                  <a:lnTo>
                    <a:pt x="4054259" y="0"/>
                  </a:lnTo>
                  <a:lnTo>
                    <a:pt x="4045597" y="1854"/>
                  </a:lnTo>
                  <a:lnTo>
                    <a:pt x="4038587" y="6908"/>
                  </a:lnTo>
                  <a:lnTo>
                    <a:pt x="4033875" y="14414"/>
                  </a:lnTo>
                  <a:lnTo>
                    <a:pt x="4032161" y="23622"/>
                  </a:lnTo>
                  <a:lnTo>
                    <a:pt x="4032161" y="48895"/>
                  </a:lnTo>
                  <a:lnTo>
                    <a:pt x="3915702" y="48895"/>
                  </a:lnTo>
                  <a:lnTo>
                    <a:pt x="3892880" y="80518"/>
                  </a:lnTo>
                  <a:lnTo>
                    <a:pt x="3892842" y="95250"/>
                  </a:lnTo>
                  <a:lnTo>
                    <a:pt x="4321467" y="95250"/>
                  </a:lnTo>
                  <a:lnTo>
                    <a:pt x="4321467" y="80518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36650" y="6461378"/>
            <a:ext cx="106235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435"/>
              </a:lnSpc>
              <a:spcBef>
                <a:spcPts val="100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Pre</a:t>
            </a:r>
            <a:r>
              <a:rPr sz="1200" b="1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diagnostic</a:t>
            </a:r>
            <a:endParaRPr sz="1200">
              <a:latin typeface="Century Gothic"/>
              <a:cs typeface="Century Gothic"/>
            </a:endParaRPr>
          </a:p>
          <a:p>
            <a:pPr marL="7620">
              <a:lnSpc>
                <a:spcPts val="1435"/>
              </a:lnSpc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Questionnaire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63968" y="6478587"/>
            <a:ext cx="75882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Focused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ts val="1435"/>
              </a:lnSpc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Interviews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041650" y="6461378"/>
            <a:ext cx="829944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435"/>
              </a:lnSpc>
              <a:spcBef>
                <a:spcPts val="100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200" b="1" spc="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Financial</a:t>
            </a:r>
            <a:endParaRPr sz="1200">
              <a:latin typeface="Century Gothic"/>
              <a:cs typeface="Century Gothic"/>
            </a:endParaRPr>
          </a:p>
          <a:p>
            <a:pPr marR="3175" algn="ctr">
              <a:lnSpc>
                <a:spcPts val="1435"/>
              </a:lnSpc>
            </a:pPr>
            <a:r>
              <a:rPr sz="12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Data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50690" y="6405879"/>
            <a:ext cx="1334135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R="5080" indent="66675">
              <a:lnSpc>
                <a:spcPts val="1430"/>
              </a:lnSpc>
              <a:spcBef>
                <a:spcPts val="155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Map</a:t>
            </a:r>
            <a:r>
              <a:rPr sz="1200" b="1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Categories </a:t>
            </a: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12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Baseline</a:t>
            </a:r>
            <a:r>
              <a:rPr sz="12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325104" y="6478587"/>
            <a:ext cx="10280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Data</a:t>
            </a:r>
            <a:r>
              <a:rPr sz="1200" b="1" spc="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Analysis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117708" y="6423088"/>
            <a:ext cx="101536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Saving</a:t>
            </a:r>
            <a:endParaRPr sz="1200">
              <a:latin typeface="Century Gothic"/>
              <a:cs typeface="Century Gothic"/>
            </a:endParaRPr>
          </a:p>
          <a:p>
            <a:pPr algn="ctr">
              <a:lnSpc>
                <a:spcPts val="1435"/>
              </a:lnSpc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0410825" y="5905499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428625" y="113411"/>
                </a:moveTo>
                <a:lnTo>
                  <a:pt x="380238" y="81038"/>
                </a:lnTo>
                <a:lnTo>
                  <a:pt x="380238" y="196469"/>
                </a:lnTo>
                <a:lnTo>
                  <a:pt x="380238" y="209931"/>
                </a:lnTo>
                <a:lnTo>
                  <a:pt x="315214" y="209931"/>
                </a:lnTo>
                <a:lnTo>
                  <a:pt x="315214" y="196469"/>
                </a:lnTo>
                <a:lnTo>
                  <a:pt x="380238" y="196469"/>
                </a:lnTo>
                <a:lnTo>
                  <a:pt x="380238" y="81038"/>
                </a:lnTo>
                <a:lnTo>
                  <a:pt x="288417" y="19608"/>
                </a:lnTo>
                <a:lnTo>
                  <a:pt x="288417" y="196469"/>
                </a:lnTo>
                <a:lnTo>
                  <a:pt x="288417" y="209931"/>
                </a:lnTo>
                <a:lnTo>
                  <a:pt x="288417" y="399034"/>
                </a:lnTo>
                <a:lnTo>
                  <a:pt x="288417" y="412496"/>
                </a:lnTo>
                <a:lnTo>
                  <a:pt x="223393" y="412496"/>
                </a:lnTo>
                <a:lnTo>
                  <a:pt x="223393" y="399034"/>
                </a:lnTo>
                <a:lnTo>
                  <a:pt x="288417" y="399034"/>
                </a:lnTo>
                <a:lnTo>
                  <a:pt x="288417" y="209931"/>
                </a:lnTo>
                <a:lnTo>
                  <a:pt x="250063" y="209931"/>
                </a:lnTo>
                <a:lnTo>
                  <a:pt x="250063" y="262382"/>
                </a:lnTo>
                <a:lnTo>
                  <a:pt x="250063" y="284480"/>
                </a:lnTo>
                <a:lnTo>
                  <a:pt x="215011" y="284480"/>
                </a:lnTo>
                <a:lnTo>
                  <a:pt x="215011" y="256286"/>
                </a:lnTo>
                <a:lnTo>
                  <a:pt x="211455" y="253873"/>
                </a:lnTo>
                <a:lnTo>
                  <a:pt x="199517" y="253873"/>
                </a:lnTo>
                <a:lnTo>
                  <a:pt x="195961" y="256286"/>
                </a:lnTo>
                <a:lnTo>
                  <a:pt x="195961" y="264668"/>
                </a:lnTo>
                <a:lnTo>
                  <a:pt x="204406" y="279387"/>
                </a:lnTo>
                <a:lnTo>
                  <a:pt x="223012" y="294119"/>
                </a:lnTo>
                <a:lnTo>
                  <a:pt x="241604" y="312737"/>
                </a:lnTo>
                <a:lnTo>
                  <a:pt x="250063" y="339090"/>
                </a:lnTo>
                <a:lnTo>
                  <a:pt x="246253" y="357174"/>
                </a:lnTo>
                <a:lnTo>
                  <a:pt x="236816" y="368452"/>
                </a:lnTo>
                <a:lnTo>
                  <a:pt x="224663" y="374510"/>
                </a:lnTo>
                <a:lnTo>
                  <a:pt x="212725" y="376936"/>
                </a:lnTo>
                <a:lnTo>
                  <a:pt x="212725" y="388620"/>
                </a:lnTo>
                <a:lnTo>
                  <a:pt x="196596" y="388620"/>
                </a:lnTo>
                <a:lnTo>
                  <a:pt x="196596" y="399034"/>
                </a:lnTo>
                <a:lnTo>
                  <a:pt x="196596" y="412496"/>
                </a:lnTo>
                <a:lnTo>
                  <a:pt x="131445" y="412496"/>
                </a:lnTo>
                <a:lnTo>
                  <a:pt x="131445" y="399034"/>
                </a:lnTo>
                <a:lnTo>
                  <a:pt x="196596" y="399034"/>
                </a:lnTo>
                <a:lnTo>
                  <a:pt x="196596" y="388620"/>
                </a:lnTo>
                <a:lnTo>
                  <a:pt x="196596" y="376936"/>
                </a:lnTo>
                <a:lnTo>
                  <a:pt x="182422" y="374319"/>
                </a:lnTo>
                <a:lnTo>
                  <a:pt x="171069" y="368160"/>
                </a:lnTo>
                <a:lnTo>
                  <a:pt x="163512" y="358457"/>
                </a:lnTo>
                <a:lnTo>
                  <a:pt x="160782" y="345186"/>
                </a:lnTo>
                <a:lnTo>
                  <a:pt x="160782" y="319786"/>
                </a:lnTo>
                <a:lnTo>
                  <a:pt x="195961" y="319786"/>
                </a:lnTo>
                <a:lnTo>
                  <a:pt x="195961" y="352171"/>
                </a:lnTo>
                <a:lnTo>
                  <a:pt x="199517" y="354457"/>
                </a:lnTo>
                <a:lnTo>
                  <a:pt x="211455" y="354457"/>
                </a:lnTo>
                <a:lnTo>
                  <a:pt x="215011" y="352171"/>
                </a:lnTo>
                <a:lnTo>
                  <a:pt x="215011" y="344043"/>
                </a:lnTo>
                <a:lnTo>
                  <a:pt x="206527" y="324726"/>
                </a:lnTo>
                <a:lnTo>
                  <a:pt x="200494" y="319786"/>
                </a:lnTo>
                <a:lnTo>
                  <a:pt x="187896" y="309486"/>
                </a:lnTo>
                <a:lnTo>
                  <a:pt x="169252" y="292138"/>
                </a:lnTo>
                <a:lnTo>
                  <a:pt x="160782" y="266446"/>
                </a:lnTo>
                <a:lnTo>
                  <a:pt x="163283" y="252031"/>
                </a:lnTo>
                <a:lnTo>
                  <a:pt x="170446" y="241693"/>
                </a:lnTo>
                <a:lnTo>
                  <a:pt x="181724" y="235051"/>
                </a:lnTo>
                <a:lnTo>
                  <a:pt x="196596" y="231775"/>
                </a:lnTo>
                <a:lnTo>
                  <a:pt x="196596" y="222123"/>
                </a:lnTo>
                <a:lnTo>
                  <a:pt x="212725" y="222123"/>
                </a:lnTo>
                <a:lnTo>
                  <a:pt x="212725" y="231775"/>
                </a:lnTo>
                <a:lnTo>
                  <a:pt x="227228" y="234200"/>
                </a:lnTo>
                <a:lnTo>
                  <a:pt x="239102" y="239750"/>
                </a:lnTo>
                <a:lnTo>
                  <a:pt x="247116" y="248958"/>
                </a:lnTo>
                <a:lnTo>
                  <a:pt x="250063" y="262382"/>
                </a:lnTo>
                <a:lnTo>
                  <a:pt x="250063" y="209931"/>
                </a:lnTo>
                <a:lnTo>
                  <a:pt x="223393" y="209931"/>
                </a:lnTo>
                <a:lnTo>
                  <a:pt x="223393" y="196469"/>
                </a:lnTo>
                <a:lnTo>
                  <a:pt x="288417" y="196469"/>
                </a:lnTo>
                <a:lnTo>
                  <a:pt x="288417" y="19608"/>
                </a:lnTo>
                <a:lnTo>
                  <a:pt x="287782" y="19177"/>
                </a:lnTo>
                <a:lnTo>
                  <a:pt x="196596" y="147447"/>
                </a:lnTo>
                <a:lnTo>
                  <a:pt x="196596" y="196469"/>
                </a:lnTo>
                <a:lnTo>
                  <a:pt x="196596" y="209931"/>
                </a:lnTo>
                <a:lnTo>
                  <a:pt x="131445" y="209931"/>
                </a:lnTo>
                <a:lnTo>
                  <a:pt x="131445" y="196469"/>
                </a:lnTo>
                <a:lnTo>
                  <a:pt x="196596" y="196469"/>
                </a:lnTo>
                <a:lnTo>
                  <a:pt x="196596" y="147447"/>
                </a:lnTo>
                <a:lnTo>
                  <a:pt x="176276" y="176022"/>
                </a:lnTo>
                <a:lnTo>
                  <a:pt x="154432" y="176022"/>
                </a:lnTo>
                <a:lnTo>
                  <a:pt x="246888" y="39624"/>
                </a:lnTo>
                <a:lnTo>
                  <a:pt x="152146" y="0"/>
                </a:lnTo>
                <a:lnTo>
                  <a:pt x="105029" y="94653"/>
                </a:lnTo>
                <a:lnTo>
                  <a:pt x="105029" y="196469"/>
                </a:lnTo>
                <a:lnTo>
                  <a:pt x="105029" y="209931"/>
                </a:lnTo>
                <a:lnTo>
                  <a:pt x="105029" y="399034"/>
                </a:lnTo>
                <a:lnTo>
                  <a:pt x="105029" y="412496"/>
                </a:lnTo>
                <a:lnTo>
                  <a:pt x="40005" y="412496"/>
                </a:lnTo>
                <a:lnTo>
                  <a:pt x="40005" y="399034"/>
                </a:lnTo>
                <a:lnTo>
                  <a:pt x="105029" y="399034"/>
                </a:lnTo>
                <a:lnTo>
                  <a:pt x="105029" y="209931"/>
                </a:lnTo>
                <a:lnTo>
                  <a:pt x="40005" y="209931"/>
                </a:lnTo>
                <a:lnTo>
                  <a:pt x="40005" y="196469"/>
                </a:lnTo>
                <a:lnTo>
                  <a:pt x="105029" y="196469"/>
                </a:lnTo>
                <a:lnTo>
                  <a:pt x="105029" y="94653"/>
                </a:lnTo>
                <a:lnTo>
                  <a:pt x="64516" y="176022"/>
                </a:lnTo>
                <a:lnTo>
                  <a:pt x="0" y="176022"/>
                </a:lnTo>
                <a:lnTo>
                  <a:pt x="0" y="438150"/>
                </a:lnTo>
                <a:lnTo>
                  <a:pt x="407670" y="438150"/>
                </a:lnTo>
                <a:lnTo>
                  <a:pt x="407670" y="412496"/>
                </a:lnTo>
                <a:lnTo>
                  <a:pt x="407670" y="399034"/>
                </a:lnTo>
                <a:lnTo>
                  <a:pt x="407670" y="388620"/>
                </a:lnTo>
                <a:lnTo>
                  <a:pt x="407670" y="353060"/>
                </a:lnTo>
                <a:lnTo>
                  <a:pt x="380238" y="353060"/>
                </a:lnTo>
                <a:lnTo>
                  <a:pt x="380238" y="399034"/>
                </a:lnTo>
                <a:lnTo>
                  <a:pt x="380238" y="412496"/>
                </a:lnTo>
                <a:lnTo>
                  <a:pt x="315214" y="412496"/>
                </a:lnTo>
                <a:lnTo>
                  <a:pt x="315214" y="399034"/>
                </a:lnTo>
                <a:lnTo>
                  <a:pt x="380238" y="399034"/>
                </a:lnTo>
                <a:lnTo>
                  <a:pt x="380238" y="353060"/>
                </a:lnTo>
                <a:lnTo>
                  <a:pt x="311658" y="353060"/>
                </a:lnTo>
                <a:lnTo>
                  <a:pt x="311658" y="284480"/>
                </a:lnTo>
                <a:lnTo>
                  <a:pt x="311658" y="279527"/>
                </a:lnTo>
                <a:lnTo>
                  <a:pt x="407670" y="279527"/>
                </a:lnTo>
                <a:lnTo>
                  <a:pt x="407670" y="222123"/>
                </a:lnTo>
                <a:lnTo>
                  <a:pt x="407670" y="209931"/>
                </a:lnTo>
                <a:lnTo>
                  <a:pt x="407670" y="196469"/>
                </a:lnTo>
                <a:lnTo>
                  <a:pt x="407670" y="176022"/>
                </a:lnTo>
                <a:lnTo>
                  <a:pt x="383794" y="176022"/>
                </a:lnTo>
                <a:lnTo>
                  <a:pt x="428625" y="113411"/>
                </a:lnTo>
                <a:close/>
              </a:path>
              <a:path w="438150" h="438150">
                <a:moveTo>
                  <a:pt x="438150" y="295275"/>
                </a:moveTo>
                <a:lnTo>
                  <a:pt x="333375" y="295275"/>
                </a:lnTo>
                <a:lnTo>
                  <a:pt x="333375" y="333375"/>
                </a:lnTo>
                <a:lnTo>
                  <a:pt x="438150" y="333375"/>
                </a:lnTo>
                <a:lnTo>
                  <a:pt x="438150" y="295275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12362480" y="5930986"/>
            <a:ext cx="535940" cy="300355"/>
            <a:chOff x="12362480" y="5930986"/>
            <a:chExt cx="535940" cy="300355"/>
          </a:xfrm>
        </p:grpSpPr>
        <p:sp>
          <p:nvSpPr>
            <p:cNvPr id="58" name="object 58"/>
            <p:cNvSpPr/>
            <p:nvPr/>
          </p:nvSpPr>
          <p:spPr>
            <a:xfrm>
              <a:off x="12470221" y="5930986"/>
              <a:ext cx="427990" cy="292735"/>
            </a:xfrm>
            <a:custGeom>
              <a:avLst/>
              <a:gdLst/>
              <a:ahLst/>
              <a:cxnLst/>
              <a:rect l="l" t="t" r="r" b="b"/>
              <a:pathLst>
                <a:path w="427990" h="292735">
                  <a:moveTo>
                    <a:pt x="160094" y="0"/>
                  </a:moveTo>
                  <a:lnTo>
                    <a:pt x="117191" y="3445"/>
                  </a:lnTo>
                  <a:lnTo>
                    <a:pt x="75673" y="13701"/>
                  </a:lnTo>
                  <a:lnTo>
                    <a:pt x="36342" y="30497"/>
                  </a:lnTo>
                  <a:lnTo>
                    <a:pt x="0" y="53564"/>
                  </a:lnTo>
                  <a:lnTo>
                    <a:pt x="26175" y="79738"/>
                  </a:lnTo>
                  <a:lnTo>
                    <a:pt x="33917" y="74345"/>
                  </a:lnTo>
                  <a:lnTo>
                    <a:pt x="41883" y="69296"/>
                  </a:lnTo>
                  <a:lnTo>
                    <a:pt x="50060" y="64599"/>
                  </a:lnTo>
                  <a:lnTo>
                    <a:pt x="58437" y="60260"/>
                  </a:lnTo>
                  <a:lnTo>
                    <a:pt x="67568" y="82782"/>
                  </a:lnTo>
                  <a:lnTo>
                    <a:pt x="74873" y="79130"/>
                  </a:lnTo>
                  <a:lnTo>
                    <a:pt x="82177" y="76086"/>
                  </a:lnTo>
                  <a:lnTo>
                    <a:pt x="90091" y="73043"/>
                  </a:lnTo>
                  <a:lnTo>
                    <a:pt x="80960" y="51130"/>
                  </a:lnTo>
                  <a:lnTo>
                    <a:pt x="97250" y="45663"/>
                  </a:lnTo>
                  <a:lnTo>
                    <a:pt x="113892" y="41497"/>
                  </a:lnTo>
                  <a:lnTo>
                    <a:pt x="130808" y="38647"/>
                  </a:lnTo>
                  <a:lnTo>
                    <a:pt x="147920" y="37130"/>
                  </a:lnTo>
                  <a:lnTo>
                    <a:pt x="147920" y="61478"/>
                  </a:lnTo>
                  <a:lnTo>
                    <a:pt x="151962" y="60974"/>
                  </a:lnTo>
                  <a:lnTo>
                    <a:pt x="156028" y="60772"/>
                  </a:lnTo>
                  <a:lnTo>
                    <a:pt x="164355" y="60869"/>
                  </a:lnTo>
                  <a:lnTo>
                    <a:pt x="168008" y="61478"/>
                  </a:lnTo>
                  <a:lnTo>
                    <a:pt x="172269" y="61478"/>
                  </a:lnTo>
                  <a:lnTo>
                    <a:pt x="172269" y="37130"/>
                  </a:lnTo>
                  <a:lnTo>
                    <a:pt x="189367" y="38495"/>
                  </a:lnTo>
                  <a:lnTo>
                    <a:pt x="206278" y="41193"/>
                  </a:lnTo>
                  <a:lnTo>
                    <a:pt x="222924" y="45207"/>
                  </a:lnTo>
                  <a:lnTo>
                    <a:pt x="239228" y="50521"/>
                  </a:lnTo>
                  <a:lnTo>
                    <a:pt x="230097" y="73043"/>
                  </a:lnTo>
                  <a:lnTo>
                    <a:pt x="238011" y="76086"/>
                  </a:lnTo>
                  <a:lnTo>
                    <a:pt x="245316" y="79130"/>
                  </a:lnTo>
                  <a:lnTo>
                    <a:pt x="252620" y="82782"/>
                  </a:lnTo>
                  <a:lnTo>
                    <a:pt x="261751" y="60260"/>
                  </a:lnTo>
                  <a:lnTo>
                    <a:pt x="276760" y="68497"/>
                  </a:lnTo>
                  <a:lnTo>
                    <a:pt x="291131" y="77760"/>
                  </a:lnTo>
                  <a:lnTo>
                    <a:pt x="304814" y="88012"/>
                  </a:lnTo>
                  <a:lnTo>
                    <a:pt x="317754" y="99217"/>
                  </a:lnTo>
                  <a:lnTo>
                    <a:pt x="300710" y="116260"/>
                  </a:lnTo>
                  <a:lnTo>
                    <a:pt x="306700" y="121844"/>
                  </a:lnTo>
                  <a:lnTo>
                    <a:pt x="312389" y="127736"/>
                  </a:lnTo>
                  <a:lnTo>
                    <a:pt x="317754" y="133912"/>
                  </a:lnTo>
                  <a:lnTo>
                    <a:pt x="334798" y="116869"/>
                  </a:lnTo>
                  <a:lnTo>
                    <a:pt x="345543" y="129934"/>
                  </a:lnTo>
                  <a:lnTo>
                    <a:pt x="355239" y="143767"/>
                  </a:lnTo>
                  <a:lnTo>
                    <a:pt x="363846" y="158303"/>
                  </a:lnTo>
                  <a:lnTo>
                    <a:pt x="371322" y="173477"/>
                  </a:lnTo>
                  <a:lnTo>
                    <a:pt x="348799" y="182608"/>
                  </a:lnTo>
                  <a:lnTo>
                    <a:pt x="354886" y="197216"/>
                  </a:lnTo>
                  <a:lnTo>
                    <a:pt x="357321" y="205129"/>
                  </a:lnTo>
                  <a:lnTo>
                    <a:pt x="379844" y="195999"/>
                  </a:lnTo>
                  <a:lnTo>
                    <a:pt x="384841" y="213573"/>
                  </a:lnTo>
                  <a:lnTo>
                    <a:pt x="388442" y="231459"/>
                  </a:lnTo>
                  <a:lnTo>
                    <a:pt x="390636" y="249571"/>
                  </a:lnTo>
                  <a:lnTo>
                    <a:pt x="391410" y="267825"/>
                  </a:lnTo>
                  <a:lnTo>
                    <a:pt x="391410" y="292173"/>
                  </a:lnTo>
                  <a:lnTo>
                    <a:pt x="427934" y="292173"/>
                  </a:lnTo>
                  <a:lnTo>
                    <a:pt x="423618" y="219684"/>
                  </a:lnTo>
                  <a:lnTo>
                    <a:pt x="411177" y="174373"/>
                  </a:lnTo>
                  <a:lnTo>
                    <a:pt x="391366" y="132650"/>
                  </a:lnTo>
                  <a:lnTo>
                    <a:pt x="364942" y="95270"/>
                  </a:lnTo>
                  <a:lnTo>
                    <a:pt x="332661" y="62990"/>
                  </a:lnTo>
                  <a:lnTo>
                    <a:pt x="295280" y="36566"/>
                  </a:lnTo>
                  <a:lnTo>
                    <a:pt x="253554" y="16756"/>
                  </a:lnTo>
                  <a:lnTo>
                    <a:pt x="208240" y="4315"/>
                  </a:lnTo>
                  <a:lnTo>
                    <a:pt x="160094" y="0"/>
                  </a:lnTo>
                  <a:close/>
                </a:path>
              </a:pathLst>
            </a:custGeom>
            <a:solidFill>
              <a:srgbClr val="B0B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62480" y="5997943"/>
              <a:ext cx="293640" cy="233371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861256" y="6064192"/>
            <a:ext cx="471170" cy="359147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12163043" y="6379590"/>
            <a:ext cx="93662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" algn="ctr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Measure</a:t>
            </a:r>
            <a:endParaRPr sz="1200">
              <a:latin typeface="Century Gothic"/>
              <a:cs typeface="Century Gothic"/>
            </a:endParaRPr>
          </a:p>
          <a:p>
            <a:pPr marR="5080" algn="ctr">
              <a:lnSpc>
                <a:spcPts val="1430"/>
              </a:lnSpc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holistic</a:t>
            </a:r>
            <a:r>
              <a:rPr sz="120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costs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471906" y="6542405"/>
            <a:ext cx="1242060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430"/>
              </a:lnSpc>
              <a:spcBef>
                <a:spcPts val="100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Compare</a:t>
            </a:r>
            <a:r>
              <a:rPr sz="120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across</a:t>
            </a:r>
            <a:endParaRPr sz="1200">
              <a:latin typeface="Century Gothic"/>
              <a:cs typeface="Century Gothic"/>
            </a:endParaRPr>
          </a:p>
          <a:p>
            <a:pPr marR="5715" algn="ctr">
              <a:lnSpc>
                <a:spcPts val="1430"/>
              </a:lnSpc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industry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5579445" y="6068504"/>
            <a:ext cx="346075" cy="351155"/>
          </a:xfrm>
          <a:custGeom>
            <a:avLst/>
            <a:gdLst/>
            <a:ahLst/>
            <a:cxnLst/>
            <a:rect l="l" t="t" r="r" b="b"/>
            <a:pathLst>
              <a:path w="346075" h="351154">
                <a:moveTo>
                  <a:pt x="135191" y="190258"/>
                </a:moveTo>
                <a:lnTo>
                  <a:pt x="60083" y="190258"/>
                </a:lnTo>
                <a:lnTo>
                  <a:pt x="60083" y="290398"/>
                </a:lnTo>
                <a:lnTo>
                  <a:pt x="135191" y="290398"/>
                </a:lnTo>
                <a:lnTo>
                  <a:pt x="135191" y="190258"/>
                </a:lnTo>
                <a:close/>
              </a:path>
              <a:path w="346075" h="351154">
                <a:moveTo>
                  <a:pt x="220319" y="0"/>
                </a:moveTo>
                <a:lnTo>
                  <a:pt x="151523" y="0"/>
                </a:lnTo>
                <a:lnTo>
                  <a:pt x="178854" y="27330"/>
                </a:lnTo>
                <a:lnTo>
                  <a:pt x="58026" y="148158"/>
                </a:lnTo>
                <a:lnTo>
                  <a:pt x="72148" y="162280"/>
                </a:lnTo>
                <a:lnTo>
                  <a:pt x="192976" y="41503"/>
                </a:lnTo>
                <a:lnTo>
                  <a:pt x="220319" y="68795"/>
                </a:lnTo>
                <a:lnTo>
                  <a:pt x="220319" y="0"/>
                </a:lnTo>
                <a:close/>
              </a:path>
              <a:path w="346075" h="351154">
                <a:moveTo>
                  <a:pt x="240347" y="100139"/>
                </a:moveTo>
                <a:lnTo>
                  <a:pt x="165239" y="100139"/>
                </a:lnTo>
                <a:lnTo>
                  <a:pt x="165239" y="290398"/>
                </a:lnTo>
                <a:lnTo>
                  <a:pt x="240347" y="290398"/>
                </a:lnTo>
                <a:lnTo>
                  <a:pt x="240347" y="100139"/>
                </a:lnTo>
                <a:close/>
              </a:path>
              <a:path w="346075" h="351154">
                <a:moveTo>
                  <a:pt x="345503" y="320243"/>
                </a:moveTo>
                <a:lnTo>
                  <a:pt x="30048" y="320243"/>
                </a:lnTo>
                <a:lnTo>
                  <a:pt x="30048" y="203"/>
                </a:lnTo>
                <a:lnTo>
                  <a:pt x="0" y="203"/>
                </a:lnTo>
                <a:lnTo>
                  <a:pt x="0" y="320243"/>
                </a:lnTo>
                <a:lnTo>
                  <a:pt x="0" y="350723"/>
                </a:lnTo>
                <a:lnTo>
                  <a:pt x="345503" y="350723"/>
                </a:lnTo>
                <a:lnTo>
                  <a:pt x="345503" y="320243"/>
                </a:lnTo>
                <a:close/>
              </a:path>
              <a:path w="346075" h="351154">
                <a:moveTo>
                  <a:pt x="345503" y="0"/>
                </a:moveTo>
                <a:lnTo>
                  <a:pt x="270395" y="0"/>
                </a:lnTo>
                <a:lnTo>
                  <a:pt x="270395" y="290398"/>
                </a:lnTo>
                <a:lnTo>
                  <a:pt x="345503" y="290398"/>
                </a:lnTo>
                <a:lnTo>
                  <a:pt x="345503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5279751" y="6542405"/>
            <a:ext cx="97345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430"/>
              </a:lnSpc>
              <a:spcBef>
                <a:spcPts val="100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Improve</a:t>
            </a:r>
            <a:r>
              <a:rPr sz="12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endParaRPr sz="1200">
              <a:latin typeface="Century Gothic"/>
              <a:cs typeface="Century Gothic"/>
            </a:endParaRPr>
          </a:p>
          <a:p>
            <a:pPr marR="1905" algn="ctr">
              <a:lnSpc>
                <a:spcPts val="1430"/>
              </a:lnSpc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efficiency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388491" y="3297491"/>
            <a:ext cx="953643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507355" algn="l"/>
              </a:tabLst>
            </a:pPr>
            <a:r>
              <a:rPr sz="2700" b="1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r>
              <a:rPr sz="2700" b="1" spc="-10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7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Identification</a:t>
            </a:r>
            <a:r>
              <a:rPr sz="2700" b="1" dirty="0">
                <a:solidFill>
                  <a:srgbClr val="00338D"/>
                </a:solidFill>
                <a:latin typeface="Century Gothic"/>
                <a:cs typeface="Century Gothic"/>
              </a:rPr>
              <a:t>	</a:t>
            </a:r>
            <a:r>
              <a:rPr sz="4050" b="1" baseline="2057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r>
              <a:rPr sz="4050" b="1" spc="-127" baseline="2057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4050" b="1" spc="-15" baseline="2057" dirty="0">
                <a:solidFill>
                  <a:srgbClr val="00338D"/>
                </a:solidFill>
                <a:latin typeface="Century Gothic"/>
                <a:cs typeface="Century Gothic"/>
              </a:rPr>
              <a:t>Validation</a:t>
            </a:r>
            <a:endParaRPr sz="4050" baseline="2057">
              <a:latin typeface="Century Gothic"/>
              <a:cs typeface="Century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2176506" y="3271837"/>
            <a:ext cx="417067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00338D"/>
                </a:solidFill>
                <a:latin typeface="Century Gothic"/>
                <a:cs typeface="Century Gothic"/>
              </a:rPr>
              <a:t>Implementation</a:t>
            </a:r>
            <a:r>
              <a:rPr sz="2700" b="1" spc="-8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7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Planning</a:t>
            </a:r>
            <a:endParaRPr sz="2700">
              <a:latin typeface="Century Gothic"/>
              <a:cs typeface="Century Gothic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288151" y="3125723"/>
            <a:ext cx="10741025" cy="4806950"/>
            <a:chOff x="6288151" y="3125723"/>
            <a:chExt cx="10741025" cy="4806950"/>
          </a:xfrm>
        </p:grpSpPr>
        <p:sp>
          <p:nvSpPr>
            <p:cNvPr id="68" name="object 68"/>
            <p:cNvSpPr/>
            <p:nvPr/>
          </p:nvSpPr>
          <p:spPr>
            <a:xfrm>
              <a:off x="6300851" y="3138423"/>
              <a:ext cx="5343525" cy="4781550"/>
            </a:xfrm>
            <a:custGeom>
              <a:avLst/>
              <a:gdLst/>
              <a:ahLst/>
              <a:cxnLst/>
              <a:rect l="l" t="t" r="r" b="b"/>
              <a:pathLst>
                <a:path w="5343525" h="4781550">
                  <a:moveTo>
                    <a:pt x="5343525" y="0"/>
                  </a:moveTo>
                  <a:lnTo>
                    <a:pt x="0" y="0"/>
                  </a:lnTo>
                  <a:lnTo>
                    <a:pt x="0" y="4781550"/>
                  </a:lnTo>
                  <a:lnTo>
                    <a:pt x="5343525" y="4781550"/>
                  </a:lnTo>
                  <a:lnTo>
                    <a:pt x="5343525" y="0"/>
                  </a:lnTo>
                  <a:close/>
                </a:path>
              </a:pathLst>
            </a:custGeom>
            <a:solidFill>
              <a:srgbClr val="FF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00851" y="3138423"/>
              <a:ext cx="5343525" cy="4781550"/>
            </a:xfrm>
            <a:custGeom>
              <a:avLst/>
              <a:gdLst/>
              <a:ahLst/>
              <a:cxnLst/>
              <a:rect l="l" t="t" r="r" b="b"/>
              <a:pathLst>
                <a:path w="5343525" h="4781550">
                  <a:moveTo>
                    <a:pt x="0" y="4781550"/>
                  </a:moveTo>
                  <a:lnTo>
                    <a:pt x="5343525" y="4781550"/>
                  </a:lnTo>
                  <a:lnTo>
                    <a:pt x="5343525" y="0"/>
                  </a:lnTo>
                  <a:lnTo>
                    <a:pt x="0" y="0"/>
                  </a:lnTo>
                  <a:lnTo>
                    <a:pt x="0" y="478155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663426" y="3138423"/>
              <a:ext cx="5353050" cy="4781550"/>
            </a:xfrm>
            <a:custGeom>
              <a:avLst/>
              <a:gdLst/>
              <a:ahLst/>
              <a:cxnLst/>
              <a:rect l="l" t="t" r="r" b="b"/>
              <a:pathLst>
                <a:path w="5353050" h="4781550">
                  <a:moveTo>
                    <a:pt x="5353050" y="0"/>
                  </a:moveTo>
                  <a:lnTo>
                    <a:pt x="0" y="0"/>
                  </a:lnTo>
                  <a:lnTo>
                    <a:pt x="0" y="4781550"/>
                  </a:lnTo>
                  <a:lnTo>
                    <a:pt x="5353050" y="4781550"/>
                  </a:lnTo>
                  <a:lnTo>
                    <a:pt x="5353050" y="0"/>
                  </a:lnTo>
                  <a:close/>
                </a:path>
              </a:pathLst>
            </a:custGeom>
            <a:solidFill>
              <a:srgbClr val="FF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1663426" y="3138423"/>
              <a:ext cx="5353050" cy="4781550"/>
            </a:xfrm>
            <a:custGeom>
              <a:avLst/>
              <a:gdLst/>
              <a:ahLst/>
              <a:cxnLst/>
              <a:rect l="l" t="t" r="r" b="b"/>
              <a:pathLst>
                <a:path w="5353050" h="4781550">
                  <a:moveTo>
                    <a:pt x="0" y="4781550"/>
                  </a:moveTo>
                  <a:lnTo>
                    <a:pt x="5353050" y="4781550"/>
                  </a:lnTo>
                  <a:lnTo>
                    <a:pt x="5353050" y="0"/>
                  </a:lnTo>
                  <a:lnTo>
                    <a:pt x="0" y="0"/>
                  </a:lnTo>
                  <a:lnTo>
                    <a:pt x="0" y="4781550"/>
                  </a:lnTo>
                  <a:close/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689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30"/>
              </a:spcBef>
            </a:pPr>
            <a:r>
              <a:rPr dirty="0"/>
              <a:t>Our</a:t>
            </a:r>
            <a:r>
              <a:rPr spc="30" dirty="0"/>
              <a:t> </a:t>
            </a:r>
            <a:r>
              <a:rPr dirty="0"/>
              <a:t>approach</a:t>
            </a:r>
            <a:r>
              <a:rPr spc="85" dirty="0"/>
              <a:t> </a:t>
            </a:r>
            <a:r>
              <a:rPr dirty="0"/>
              <a:t>–</a:t>
            </a:r>
            <a:r>
              <a:rPr spc="100" dirty="0"/>
              <a:t> </a:t>
            </a:r>
            <a:r>
              <a:rPr dirty="0"/>
              <a:t>Opportunities</a:t>
            </a:r>
            <a:r>
              <a:rPr spc="55" dirty="0"/>
              <a:t> </a:t>
            </a:r>
            <a:r>
              <a:rPr spc="-10" dirty="0"/>
              <a:t>Identification</a:t>
            </a:r>
          </a:p>
          <a:p>
            <a:pPr marL="12700" marR="5080">
              <a:lnSpc>
                <a:spcPct val="101299"/>
              </a:lnSpc>
              <a:spcBef>
                <a:spcPts val="5"/>
              </a:spcBef>
            </a:pP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We</a:t>
            </a:r>
            <a:r>
              <a:rPr sz="21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take</a:t>
            </a:r>
            <a:r>
              <a:rPr sz="21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critical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hypothesis</a:t>
            </a:r>
            <a:r>
              <a:rPr sz="21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driven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approach</a:t>
            </a:r>
            <a:r>
              <a:rPr sz="21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that</a:t>
            </a:r>
            <a:r>
              <a:rPr sz="21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focuses our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analysis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on</a:t>
            </a:r>
            <a:r>
              <a:rPr sz="21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21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2100" b="1" spc="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optimisation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21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arrive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at</a:t>
            </a:r>
            <a:r>
              <a:rPr sz="21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2100" b="1" spc="-1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most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impactful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benefits.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75668" y="188531"/>
            <a:ext cx="3248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Methodology</a:t>
            </a:r>
            <a:r>
              <a:rPr sz="1800" spc="-4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and</a:t>
            </a:r>
            <a:r>
              <a:rPr sz="1800" spc="-7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A9A8AD"/>
                </a:solidFill>
                <a:latin typeface="Century Gothic"/>
                <a:cs typeface="Century Gothic"/>
              </a:rPr>
              <a:t>Approach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512" y="3659123"/>
            <a:ext cx="5659755" cy="4806950"/>
            <a:chOff x="544512" y="3659123"/>
            <a:chExt cx="5659755" cy="4806950"/>
          </a:xfrm>
        </p:grpSpPr>
        <p:sp>
          <p:nvSpPr>
            <p:cNvPr id="5" name="object 5"/>
            <p:cNvSpPr/>
            <p:nvPr/>
          </p:nvSpPr>
          <p:spPr>
            <a:xfrm>
              <a:off x="557212" y="3671823"/>
              <a:ext cx="5486400" cy="4781550"/>
            </a:xfrm>
            <a:custGeom>
              <a:avLst/>
              <a:gdLst/>
              <a:ahLst/>
              <a:cxnLst/>
              <a:rect l="l" t="t" r="r" b="b"/>
              <a:pathLst>
                <a:path w="5486400" h="4781550">
                  <a:moveTo>
                    <a:pt x="5486400" y="0"/>
                  </a:moveTo>
                  <a:lnTo>
                    <a:pt x="0" y="0"/>
                  </a:lnTo>
                  <a:lnTo>
                    <a:pt x="0" y="4781550"/>
                  </a:lnTo>
                  <a:lnTo>
                    <a:pt x="5486400" y="4781550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FF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212" y="3671823"/>
              <a:ext cx="5486400" cy="4781550"/>
            </a:xfrm>
            <a:custGeom>
              <a:avLst/>
              <a:gdLst/>
              <a:ahLst/>
              <a:cxnLst/>
              <a:rect l="l" t="t" r="r" b="b"/>
              <a:pathLst>
                <a:path w="5486400" h="4781550">
                  <a:moveTo>
                    <a:pt x="0" y="4781550"/>
                  </a:moveTo>
                  <a:lnTo>
                    <a:pt x="5486400" y="478155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478155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7625" y="5924550"/>
              <a:ext cx="2346325" cy="76200"/>
            </a:xfrm>
            <a:custGeom>
              <a:avLst/>
              <a:gdLst/>
              <a:ahLst/>
              <a:cxnLst/>
              <a:rect l="l" t="t" r="r" b="b"/>
              <a:pathLst>
                <a:path w="2346325" h="76200">
                  <a:moveTo>
                    <a:pt x="1905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19050" y="47625"/>
                  </a:lnTo>
                  <a:lnTo>
                    <a:pt x="19050" y="28575"/>
                  </a:lnTo>
                  <a:close/>
                </a:path>
                <a:path w="2346325" h="76200">
                  <a:moveTo>
                    <a:pt x="57150" y="28575"/>
                  </a:moveTo>
                  <a:lnTo>
                    <a:pt x="38100" y="28575"/>
                  </a:lnTo>
                  <a:lnTo>
                    <a:pt x="38100" y="47625"/>
                  </a:lnTo>
                  <a:lnTo>
                    <a:pt x="57150" y="47625"/>
                  </a:lnTo>
                  <a:lnTo>
                    <a:pt x="57150" y="28575"/>
                  </a:lnTo>
                  <a:close/>
                </a:path>
                <a:path w="2346325" h="76200">
                  <a:moveTo>
                    <a:pt x="95250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95250" y="47625"/>
                  </a:lnTo>
                  <a:lnTo>
                    <a:pt x="95250" y="28575"/>
                  </a:lnTo>
                  <a:close/>
                </a:path>
                <a:path w="2346325" h="76200">
                  <a:moveTo>
                    <a:pt x="133350" y="28575"/>
                  </a:moveTo>
                  <a:lnTo>
                    <a:pt x="114300" y="28575"/>
                  </a:lnTo>
                  <a:lnTo>
                    <a:pt x="114300" y="47625"/>
                  </a:lnTo>
                  <a:lnTo>
                    <a:pt x="133350" y="47625"/>
                  </a:lnTo>
                  <a:lnTo>
                    <a:pt x="133350" y="28575"/>
                  </a:lnTo>
                  <a:close/>
                </a:path>
                <a:path w="2346325" h="76200">
                  <a:moveTo>
                    <a:pt x="171450" y="28575"/>
                  </a:moveTo>
                  <a:lnTo>
                    <a:pt x="152400" y="28575"/>
                  </a:lnTo>
                  <a:lnTo>
                    <a:pt x="152400" y="47625"/>
                  </a:lnTo>
                  <a:lnTo>
                    <a:pt x="171450" y="47625"/>
                  </a:lnTo>
                  <a:lnTo>
                    <a:pt x="171450" y="28575"/>
                  </a:lnTo>
                  <a:close/>
                </a:path>
                <a:path w="2346325" h="76200">
                  <a:moveTo>
                    <a:pt x="209550" y="28575"/>
                  </a:moveTo>
                  <a:lnTo>
                    <a:pt x="190500" y="28575"/>
                  </a:lnTo>
                  <a:lnTo>
                    <a:pt x="190500" y="47625"/>
                  </a:lnTo>
                  <a:lnTo>
                    <a:pt x="209550" y="47625"/>
                  </a:lnTo>
                  <a:lnTo>
                    <a:pt x="209550" y="28575"/>
                  </a:lnTo>
                  <a:close/>
                </a:path>
                <a:path w="2346325" h="76200">
                  <a:moveTo>
                    <a:pt x="247650" y="28575"/>
                  </a:moveTo>
                  <a:lnTo>
                    <a:pt x="228600" y="28575"/>
                  </a:lnTo>
                  <a:lnTo>
                    <a:pt x="228600" y="47625"/>
                  </a:lnTo>
                  <a:lnTo>
                    <a:pt x="247650" y="47625"/>
                  </a:lnTo>
                  <a:lnTo>
                    <a:pt x="247650" y="28575"/>
                  </a:lnTo>
                  <a:close/>
                </a:path>
                <a:path w="2346325" h="76200">
                  <a:moveTo>
                    <a:pt x="285750" y="28575"/>
                  </a:moveTo>
                  <a:lnTo>
                    <a:pt x="266700" y="28575"/>
                  </a:lnTo>
                  <a:lnTo>
                    <a:pt x="266700" y="47625"/>
                  </a:lnTo>
                  <a:lnTo>
                    <a:pt x="285750" y="47625"/>
                  </a:lnTo>
                  <a:lnTo>
                    <a:pt x="285750" y="28575"/>
                  </a:lnTo>
                  <a:close/>
                </a:path>
                <a:path w="2346325" h="76200">
                  <a:moveTo>
                    <a:pt x="323850" y="28575"/>
                  </a:moveTo>
                  <a:lnTo>
                    <a:pt x="304800" y="28575"/>
                  </a:lnTo>
                  <a:lnTo>
                    <a:pt x="304800" y="47625"/>
                  </a:lnTo>
                  <a:lnTo>
                    <a:pt x="323850" y="47625"/>
                  </a:lnTo>
                  <a:lnTo>
                    <a:pt x="323850" y="28575"/>
                  </a:lnTo>
                  <a:close/>
                </a:path>
                <a:path w="2346325" h="76200">
                  <a:moveTo>
                    <a:pt x="361950" y="28575"/>
                  </a:moveTo>
                  <a:lnTo>
                    <a:pt x="342900" y="28575"/>
                  </a:lnTo>
                  <a:lnTo>
                    <a:pt x="342900" y="47625"/>
                  </a:lnTo>
                  <a:lnTo>
                    <a:pt x="361950" y="47625"/>
                  </a:lnTo>
                  <a:lnTo>
                    <a:pt x="361950" y="28575"/>
                  </a:lnTo>
                  <a:close/>
                </a:path>
                <a:path w="2346325" h="76200">
                  <a:moveTo>
                    <a:pt x="400050" y="28575"/>
                  </a:moveTo>
                  <a:lnTo>
                    <a:pt x="381000" y="28575"/>
                  </a:lnTo>
                  <a:lnTo>
                    <a:pt x="381000" y="47625"/>
                  </a:lnTo>
                  <a:lnTo>
                    <a:pt x="400050" y="47625"/>
                  </a:lnTo>
                  <a:lnTo>
                    <a:pt x="400050" y="28575"/>
                  </a:lnTo>
                  <a:close/>
                </a:path>
                <a:path w="2346325" h="76200">
                  <a:moveTo>
                    <a:pt x="438150" y="28575"/>
                  </a:moveTo>
                  <a:lnTo>
                    <a:pt x="419100" y="28575"/>
                  </a:lnTo>
                  <a:lnTo>
                    <a:pt x="419100" y="47625"/>
                  </a:lnTo>
                  <a:lnTo>
                    <a:pt x="438150" y="47625"/>
                  </a:lnTo>
                  <a:lnTo>
                    <a:pt x="438150" y="28575"/>
                  </a:lnTo>
                  <a:close/>
                </a:path>
                <a:path w="2346325" h="76200">
                  <a:moveTo>
                    <a:pt x="476250" y="28575"/>
                  </a:moveTo>
                  <a:lnTo>
                    <a:pt x="457200" y="28575"/>
                  </a:lnTo>
                  <a:lnTo>
                    <a:pt x="457200" y="47625"/>
                  </a:lnTo>
                  <a:lnTo>
                    <a:pt x="476250" y="47625"/>
                  </a:lnTo>
                  <a:lnTo>
                    <a:pt x="476250" y="28575"/>
                  </a:lnTo>
                  <a:close/>
                </a:path>
                <a:path w="2346325" h="76200">
                  <a:moveTo>
                    <a:pt x="514350" y="28575"/>
                  </a:moveTo>
                  <a:lnTo>
                    <a:pt x="495300" y="28575"/>
                  </a:lnTo>
                  <a:lnTo>
                    <a:pt x="495300" y="47625"/>
                  </a:lnTo>
                  <a:lnTo>
                    <a:pt x="514350" y="47625"/>
                  </a:lnTo>
                  <a:lnTo>
                    <a:pt x="514350" y="28575"/>
                  </a:lnTo>
                  <a:close/>
                </a:path>
                <a:path w="2346325" h="76200">
                  <a:moveTo>
                    <a:pt x="552450" y="28575"/>
                  </a:moveTo>
                  <a:lnTo>
                    <a:pt x="533400" y="28575"/>
                  </a:lnTo>
                  <a:lnTo>
                    <a:pt x="533400" y="47625"/>
                  </a:lnTo>
                  <a:lnTo>
                    <a:pt x="552450" y="47625"/>
                  </a:lnTo>
                  <a:lnTo>
                    <a:pt x="552450" y="28575"/>
                  </a:lnTo>
                  <a:close/>
                </a:path>
                <a:path w="2346325" h="76200">
                  <a:moveTo>
                    <a:pt x="590550" y="28575"/>
                  </a:moveTo>
                  <a:lnTo>
                    <a:pt x="571500" y="28575"/>
                  </a:lnTo>
                  <a:lnTo>
                    <a:pt x="571500" y="47625"/>
                  </a:lnTo>
                  <a:lnTo>
                    <a:pt x="590550" y="47625"/>
                  </a:lnTo>
                  <a:lnTo>
                    <a:pt x="590550" y="28575"/>
                  </a:lnTo>
                  <a:close/>
                </a:path>
                <a:path w="2346325" h="76200">
                  <a:moveTo>
                    <a:pt x="628650" y="28575"/>
                  </a:moveTo>
                  <a:lnTo>
                    <a:pt x="609600" y="28575"/>
                  </a:lnTo>
                  <a:lnTo>
                    <a:pt x="609600" y="47625"/>
                  </a:lnTo>
                  <a:lnTo>
                    <a:pt x="628650" y="47625"/>
                  </a:lnTo>
                  <a:lnTo>
                    <a:pt x="628650" y="28575"/>
                  </a:lnTo>
                  <a:close/>
                </a:path>
                <a:path w="2346325" h="76200">
                  <a:moveTo>
                    <a:pt x="666750" y="28575"/>
                  </a:moveTo>
                  <a:lnTo>
                    <a:pt x="647700" y="28575"/>
                  </a:lnTo>
                  <a:lnTo>
                    <a:pt x="647700" y="47625"/>
                  </a:lnTo>
                  <a:lnTo>
                    <a:pt x="666750" y="47625"/>
                  </a:lnTo>
                  <a:lnTo>
                    <a:pt x="666750" y="28575"/>
                  </a:lnTo>
                  <a:close/>
                </a:path>
                <a:path w="2346325" h="76200">
                  <a:moveTo>
                    <a:pt x="704850" y="28575"/>
                  </a:moveTo>
                  <a:lnTo>
                    <a:pt x="685800" y="28575"/>
                  </a:lnTo>
                  <a:lnTo>
                    <a:pt x="685800" y="47625"/>
                  </a:lnTo>
                  <a:lnTo>
                    <a:pt x="704850" y="47625"/>
                  </a:lnTo>
                  <a:lnTo>
                    <a:pt x="704850" y="28575"/>
                  </a:lnTo>
                  <a:close/>
                </a:path>
                <a:path w="2346325" h="76200">
                  <a:moveTo>
                    <a:pt x="742950" y="28575"/>
                  </a:moveTo>
                  <a:lnTo>
                    <a:pt x="723900" y="28575"/>
                  </a:lnTo>
                  <a:lnTo>
                    <a:pt x="723900" y="47625"/>
                  </a:lnTo>
                  <a:lnTo>
                    <a:pt x="742950" y="47625"/>
                  </a:lnTo>
                  <a:lnTo>
                    <a:pt x="742950" y="28575"/>
                  </a:lnTo>
                  <a:close/>
                </a:path>
                <a:path w="2346325" h="76200">
                  <a:moveTo>
                    <a:pt x="781050" y="28575"/>
                  </a:moveTo>
                  <a:lnTo>
                    <a:pt x="762000" y="28575"/>
                  </a:lnTo>
                  <a:lnTo>
                    <a:pt x="762000" y="47625"/>
                  </a:lnTo>
                  <a:lnTo>
                    <a:pt x="781050" y="47625"/>
                  </a:lnTo>
                  <a:lnTo>
                    <a:pt x="781050" y="28575"/>
                  </a:lnTo>
                  <a:close/>
                </a:path>
                <a:path w="2346325" h="76200">
                  <a:moveTo>
                    <a:pt x="819150" y="28575"/>
                  </a:moveTo>
                  <a:lnTo>
                    <a:pt x="800100" y="28575"/>
                  </a:lnTo>
                  <a:lnTo>
                    <a:pt x="800100" y="47625"/>
                  </a:lnTo>
                  <a:lnTo>
                    <a:pt x="819150" y="47625"/>
                  </a:lnTo>
                  <a:lnTo>
                    <a:pt x="819150" y="28575"/>
                  </a:lnTo>
                  <a:close/>
                </a:path>
                <a:path w="2346325" h="76200">
                  <a:moveTo>
                    <a:pt x="857250" y="28575"/>
                  </a:moveTo>
                  <a:lnTo>
                    <a:pt x="838200" y="28575"/>
                  </a:lnTo>
                  <a:lnTo>
                    <a:pt x="838200" y="47625"/>
                  </a:lnTo>
                  <a:lnTo>
                    <a:pt x="857250" y="47625"/>
                  </a:lnTo>
                  <a:lnTo>
                    <a:pt x="857250" y="28575"/>
                  </a:lnTo>
                  <a:close/>
                </a:path>
                <a:path w="2346325" h="76200">
                  <a:moveTo>
                    <a:pt x="895350" y="28575"/>
                  </a:moveTo>
                  <a:lnTo>
                    <a:pt x="876300" y="28575"/>
                  </a:lnTo>
                  <a:lnTo>
                    <a:pt x="876300" y="47625"/>
                  </a:lnTo>
                  <a:lnTo>
                    <a:pt x="895350" y="47625"/>
                  </a:lnTo>
                  <a:lnTo>
                    <a:pt x="895350" y="28575"/>
                  </a:lnTo>
                  <a:close/>
                </a:path>
                <a:path w="2346325" h="76200">
                  <a:moveTo>
                    <a:pt x="933450" y="28575"/>
                  </a:moveTo>
                  <a:lnTo>
                    <a:pt x="914400" y="28575"/>
                  </a:lnTo>
                  <a:lnTo>
                    <a:pt x="914400" y="47625"/>
                  </a:lnTo>
                  <a:lnTo>
                    <a:pt x="933450" y="47625"/>
                  </a:lnTo>
                  <a:lnTo>
                    <a:pt x="933450" y="28575"/>
                  </a:lnTo>
                  <a:close/>
                </a:path>
                <a:path w="2346325" h="76200">
                  <a:moveTo>
                    <a:pt x="971550" y="28575"/>
                  </a:moveTo>
                  <a:lnTo>
                    <a:pt x="952500" y="28575"/>
                  </a:lnTo>
                  <a:lnTo>
                    <a:pt x="952500" y="47625"/>
                  </a:lnTo>
                  <a:lnTo>
                    <a:pt x="971550" y="47625"/>
                  </a:lnTo>
                  <a:lnTo>
                    <a:pt x="971550" y="28575"/>
                  </a:lnTo>
                  <a:close/>
                </a:path>
                <a:path w="2346325" h="76200">
                  <a:moveTo>
                    <a:pt x="1009650" y="28575"/>
                  </a:moveTo>
                  <a:lnTo>
                    <a:pt x="990600" y="28575"/>
                  </a:lnTo>
                  <a:lnTo>
                    <a:pt x="990600" y="47625"/>
                  </a:lnTo>
                  <a:lnTo>
                    <a:pt x="1009650" y="47625"/>
                  </a:lnTo>
                  <a:lnTo>
                    <a:pt x="1009650" y="28575"/>
                  </a:lnTo>
                  <a:close/>
                </a:path>
                <a:path w="2346325" h="76200">
                  <a:moveTo>
                    <a:pt x="1047750" y="28575"/>
                  </a:moveTo>
                  <a:lnTo>
                    <a:pt x="1028700" y="28575"/>
                  </a:lnTo>
                  <a:lnTo>
                    <a:pt x="1028700" y="47625"/>
                  </a:lnTo>
                  <a:lnTo>
                    <a:pt x="1047750" y="47625"/>
                  </a:lnTo>
                  <a:lnTo>
                    <a:pt x="1047750" y="28575"/>
                  </a:lnTo>
                  <a:close/>
                </a:path>
                <a:path w="2346325" h="76200">
                  <a:moveTo>
                    <a:pt x="1085850" y="28575"/>
                  </a:moveTo>
                  <a:lnTo>
                    <a:pt x="1066800" y="28575"/>
                  </a:lnTo>
                  <a:lnTo>
                    <a:pt x="1066800" y="47625"/>
                  </a:lnTo>
                  <a:lnTo>
                    <a:pt x="1085850" y="47625"/>
                  </a:lnTo>
                  <a:lnTo>
                    <a:pt x="1085850" y="28575"/>
                  </a:lnTo>
                  <a:close/>
                </a:path>
                <a:path w="2346325" h="76200">
                  <a:moveTo>
                    <a:pt x="1123950" y="28575"/>
                  </a:moveTo>
                  <a:lnTo>
                    <a:pt x="1104900" y="28575"/>
                  </a:lnTo>
                  <a:lnTo>
                    <a:pt x="1104900" y="47625"/>
                  </a:lnTo>
                  <a:lnTo>
                    <a:pt x="1123950" y="47625"/>
                  </a:lnTo>
                  <a:lnTo>
                    <a:pt x="1123950" y="28575"/>
                  </a:lnTo>
                  <a:close/>
                </a:path>
                <a:path w="2346325" h="76200">
                  <a:moveTo>
                    <a:pt x="1162050" y="28575"/>
                  </a:moveTo>
                  <a:lnTo>
                    <a:pt x="1143000" y="28575"/>
                  </a:lnTo>
                  <a:lnTo>
                    <a:pt x="1143000" y="47625"/>
                  </a:lnTo>
                  <a:lnTo>
                    <a:pt x="1162050" y="47625"/>
                  </a:lnTo>
                  <a:lnTo>
                    <a:pt x="1162050" y="28575"/>
                  </a:lnTo>
                  <a:close/>
                </a:path>
                <a:path w="2346325" h="76200">
                  <a:moveTo>
                    <a:pt x="1200150" y="28575"/>
                  </a:moveTo>
                  <a:lnTo>
                    <a:pt x="1181100" y="28575"/>
                  </a:lnTo>
                  <a:lnTo>
                    <a:pt x="1181100" y="47625"/>
                  </a:lnTo>
                  <a:lnTo>
                    <a:pt x="1200150" y="47625"/>
                  </a:lnTo>
                  <a:lnTo>
                    <a:pt x="1200150" y="28575"/>
                  </a:lnTo>
                  <a:close/>
                </a:path>
                <a:path w="2346325" h="76200">
                  <a:moveTo>
                    <a:pt x="1238250" y="28575"/>
                  </a:moveTo>
                  <a:lnTo>
                    <a:pt x="1219200" y="28575"/>
                  </a:lnTo>
                  <a:lnTo>
                    <a:pt x="1219200" y="47625"/>
                  </a:lnTo>
                  <a:lnTo>
                    <a:pt x="1238250" y="47625"/>
                  </a:lnTo>
                  <a:lnTo>
                    <a:pt x="1238250" y="28575"/>
                  </a:lnTo>
                  <a:close/>
                </a:path>
                <a:path w="2346325" h="76200">
                  <a:moveTo>
                    <a:pt x="1276350" y="28575"/>
                  </a:moveTo>
                  <a:lnTo>
                    <a:pt x="1257300" y="28575"/>
                  </a:lnTo>
                  <a:lnTo>
                    <a:pt x="1257300" y="47625"/>
                  </a:lnTo>
                  <a:lnTo>
                    <a:pt x="1276350" y="47625"/>
                  </a:lnTo>
                  <a:lnTo>
                    <a:pt x="1276350" y="28575"/>
                  </a:lnTo>
                  <a:close/>
                </a:path>
                <a:path w="2346325" h="76200">
                  <a:moveTo>
                    <a:pt x="1314450" y="28575"/>
                  </a:moveTo>
                  <a:lnTo>
                    <a:pt x="1295400" y="28575"/>
                  </a:lnTo>
                  <a:lnTo>
                    <a:pt x="1295400" y="47625"/>
                  </a:lnTo>
                  <a:lnTo>
                    <a:pt x="1314450" y="47625"/>
                  </a:lnTo>
                  <a:lnTo>
                    <a:pt x="1314450" y="28575"/>
                  </a:lnTo>
                  <a:close/>
                </a:path>
                <a:path w="2346325" h="76200">
                  <a:moveTo>
                    <a:pt x="1352550" y="28575"/>
                  </a:moveTo>
                  <a:lnTo>
                    <a:pt x="1333500" y="28575"/>
                  </a:lnTo>
                  <a:lnTo>
                    <a:pt x="1333500" y="47625"/>
                  </a:lnTo>
                  <a:lnTo>
                    <a:pt x="1352550" y="47625"/>
                  </a:lnTo>
                  <a:lnTo>
                    <a:pt x="1352550" y="28575"/>
                  </a:lnTo>
                  <a:close/>
                </a:path>
                <a:path w="2346325" h="76200">
                  <a:moveTo>
                    <a:pt x="1390650" y="28575"/>
                  </a:moveTo>
                  <a:lnTo>
                    <a:pt x="1371600" y="28575"/>
                  </a:lnTo>
                  <a:lnTo>
                    <a:pt x="1371600" y="47625"/>
                  </a:lnTo>
                  <a:lnTo>
                    <a:pt x="1390650" y="47625"/>
                  </a:lnTo>
                  <a:lnTo>
                    <a:pt x="1390650" y="28575"/>
                  </a:lnTo>
                  <a:close/>
                </a:path>
                <a:path w="2346325" h="76200">
                  <a:moveTo>
                    <a:pt x="1428750" y="28575"/>
                  </a:moveTo>
                  <a:lnTo>
                    <a:pt x="1409700" y="28575"/>
                  </a:lnTo>
                  <a:lnTo>
                    <a:pt x="1409700" y="47625"/>
                  </a:lnTo>
                  <a:lnTo>
                    <a:pt x="1428750" y="47625"/>
                  </a:lnTo>
                  <a:lnTo>
                    <a:pt x="1428750" y="28575"/>
                  </a:lnTo>
                  <a:close/>
                </a:path>
                <a:path w="2346325" h="76200">
                  <a:moveTo>
                    <a:pt x="1466850" y="28575"/>
                  </a:moveTo>
                  <a:lnTo>
                    <a:pt x="1447800" y="28575"/>
                  </a:lnTo>
                  <a:lnTo>
                    <a:pt x="1447800" y="47625"/>
                  </a:lnTo>
                  <a:lnTo>
                    <a:pt x="1466850" y="47625"/>
                  </a:lnTo>
                  <a:lnTo>
                    <a:pt x="1466850" y="28575"/>
                  </a:lnTo>
                  <a:close/>
                </a:path>
                <a:path w="2346325" h="76200">
                  <a:moveTo>
                    <a:pt x="1504950" y="28575"/>
                  </a:moveTo>
                  <a:lnTo>
                    <a:pt x="1485900" y="28575"/>
                  </a:lnTo>
                  <a:lnTo>
                    <a:pt x="1485900" y="47625"/>
                  </a:lnTo>
                  <a:lnTo>
                    <a:pt x="1504950" y="47625"/>
                  </a:lnTo>
                  <a:lnTo>
                    <a:pt x="1504950" y="28575"/>
                  </a:lnTo>
                  <a:close/>
                </a:path>
                <a:path w="2346325" h="76200">
                  <a:moveTo>
                    <a:pt x="1543050" y="28575"/>
                  </a:moveTo>
                  <a:lnTo>
                    <a:pt x="1524000" y="28575"/>
                  </a:lnTo>
                  <a:lnTo>
                    <a:pt x="1524000" y="47625"/>
                  </a:lnTo>
                  <a:lnTo>
                    <a:pt x="1543050" y="47625"/>
                  </a:lnTo>
                  <a:lnTo>
                    <a:pt x="1543050" y="28575"/>
                  </a:lnTo>
                  <a:close/>
                </a:path>
                <a:path w="2346325" h="76200">
                  <a:moveTo>
                    <a:pt x="1581150" y="28575"/>
                  </a:moveTo>
                  <a:lnTo>
                    <a:pt x="1562100" y="28575"/>
                  </a:lnTo>
                  <a:lnTo>
                    <a:pt x="1562100" y="47625"/>
                  </a:lnTo>
                  <a:lnTo>
                    <a:pt x="1581150" y="47625"/>
                  </a:lnTo>
                  <a:lnTo>
                    <a:pt x="1581150" y="28575"/>
                  </a:lnTo>
                  <a:close/>
                </a:path>
                <a:path w="2346325" h="76200">
                  <a:moveTo>
                    <a:pt x="1619250" y="28575"/>
                  </a:moveTo>
                  <a:lnTo>
                    <a:pt x="1600200" y="28575"/>
                  </a:lnTo>
                  <a:lnTo>
                    <a:pt x="1600200" y="47625"/>
                  </a:lnTo>
                  <a:lnTo>
                    <a:pt x="1619250" y="47625"/>
                  </a:lnTo>
                  <a:lnTo>
                    <a:pt x="1619250" y="28575"/>
                  </a:lnTo>
                  <a:close/>
                </a:path>
                <a:path w="2346325" h="76200">
                  <a:moveTo>
                    <a:pt x="1657350" y="28575"/>
                  </a:moveTo>
                  <a:lnTo>
                    <a:pt x="1638300" y="28575"/>
                  </a:lnTo>
                  <a:lnTo>
                    <a:pt x="1638300" y="47625"/>
                  </a:lnTo>
                  <a:lnTo>
                    <a:pt x="1657350" y="47625"/>
                  </a:lnTo>
                  <a:lnTo>
                    <a:pt x="1657350" y="28575"/>
                  </a:lnTo>
                  <a:close/>
                </a:path>
                <a:path w="2346325" h="76200">
                  <a:moveTo>
                    <a:pt x="1695450" y="28575"/>
                  </a:moveTo>
                  <a:lnTo>
                    <a:pt x="1676400" y="28575"/>
                  </a:lnTo>
                  <a:lnTo>
                    <a:pt x="1676400" y="47625"/>
                  </a:lnTo>
                  <a:lnTo>
                    <a:pt x="1695450" y="47625"/>
                  </a:lnTo>
                  <a:lnTo>
                    <a:pt x="1695450" y="28575"/>
                  </a:lnTo>
                  <a:close/>
                </a:path>
                <a:path w="2346325" h="76200">
                  <a:moveTo>
                    <a:pt x="1733550" y="28575"/>
                  </a:moveTo>
                  <a:lnTo>
                    <a:pt x="1714500" y="28575"/>
                  </a:lnTo>
                  <a:lnTo>
                    <a:pt x="1714500" y="47625"/>
                  </a:lnTo>
                  <a:lnTo>
                    <a:pt x="1733550" y="47625"/>
                  </a:lnTo>
                  <a:lnTo>
                    <a:pt x="1733550" y="28575"/>
                  </a:lnTo>
                  <a:close/>
                </a:path>
                <a:path w="2346325" h="76200">
                  <a:moveTo>
                    <a:pt x="1771650" y="28575"/>
                  </a:moveTo>
                  <a:lnTo>
                    <a:pt x="1752600" y="28575"/>
                  </a:lnTo>
                  <a:lnTo>
                    <a:pt x="1752600" y="47625"/>
                  </a:lnTo>
                  <a:lnTo>
                    <a:pt x="1771650" y="47625"/>
                  </a:lnTo>
                  <a:lnTo>
                    <a:pt x="1771650" y="28575"/>
                  </a:lnTo>
                  <a:close/>
                </a:path>
                <a:path w="2346325" h="76200">
                  <a:moveTo>
                    <a:pt x="1809750" y="28575"/>
                  </a:moveTo>
                  <a:lnTo>
                    <a:pt x="1790700" y="28575"/>
                  </a:lnTo>
                  <a:lnTo>
                    <a:pt x="1790700" y="47625"/>
                  </a:lnTo>
                  <a:lnTo>
                    <a:pt x="1809750" y="47625"/>
                  </a:lnTo>
                  <a:lnTo>
                    <a:pt x="1809750" y="28575"/>
                  </a:lnTo>
                  <a:close/>
                </a:path>
                <a:path w="2346325" h="76200">
                  <a:moveTo>
                    <a:pt x="1847850" y="28575"/>
                  </a:moveTo>
                  <a:lnTo>
                    <a:pt x="1828800" y="28575"/>
                  </a:lnTo>
                  <a:lnTo>
                    <a:pt x="1828800" y="47625"/>
                  </a:lnTo>
                  <a:lnTo>
                    <a:pt x="1847850" y="47625"/>
                  </a:lnTo>
                  <a:lnTo>
                    <a:pt x="1847850" y="28575"/>
                  </a:lnTo>
                  <a:close/>
                </a:path>
                <a:path w="2346325" h="76200">
                  <a:moveTo>
                    <a:pt x="1885950" y="28575"/>
                  </a:moveTo>
                  <a:lnTo>
                    <a:pt x="1866900" y="28575"/>
                  </a:lnTo>
                  <a:lnTo>
                    <a:pt x="1866900" y="47625"/>
                  </a:lnTo>
                  <a:lnTo>
                    <a:pt x="1885950" y="47625"/>
                  </a:lnTo>
                  <a:lnTo>
                    <a:pt x="1885950" y="28575"/>
                  </a:lnTo>
                  <a:close/>
                </a:path>
                <a:path w="2346325" h="76200">
                  <a:moveTo>
                    <a:pt x="1924050" y="28575"/>
                  </a:moveTo>
                  <a:lnTo>
                    <a:pt x="1905000" y="28575"/>
                  </a:lnTo>
                  <a:lnTo>
                    <a:pt x="1905000" y="47625"/>
                  </a:lnTo>
                  <a:lnTo>
                    <a:pt x="1924050" y="47625"/>
                  </a:lnTo>
                  <a:lnTo>
                    <a:pt x="1924050" y="28575"/>
                  </a:lnTo>
                  <a:close/>
                </a:path>
                <a:path w="2346325" h="76200">
                  <a:moveTo>
                    <a:pt x="1962150" y="28575"/>
                  </a:moveTo>
                  <a:lnTo>
                    <a:pt x="1943100" y="28575"/>
                  </a:lnTo>
                  <a:lnTo>
                    <a:pt x="1943100" y="47625"/>
                  </a:lnTo>
                  <a:lnTo>
                    <a:pt x="1962150" y="47625"/>
                  </a:lnTo>
                  <a:lnTo>
                    <a:pt x="1962150" y="28575"/>
                  </a:lnTo>
                  <a:close/>
                </a:path>
                <a:path w="2346325" h="76200">
                  <a:moveTo>
                    <a:pt x="2000250" y="28575"/>
                  </a:moveTo>
                  <a:lnTo>
                    <a:pt x="1981200" y="28575"/>
                  </a:lnTo>
                  <a:lnTo>
                    <a:pt x="1981200" y="47625"/>
                  </a:lnTo>
                  <a:lnTo>
                    <a:pt x="2000250" y="47625"/>
                  </a:lnTo>
                  <a:lnTo>
                    <a:pt x="2000250" y="28575"/>
                  </a:lnTo>
                  <a:close/>
                </a:path>
                <a:path w="2346325" h="76200">
                  <a:moveTo>
                    <a:pt x="2038350" y="28575"/>
                  </a:moveTo>
                  <a:lnTo>
                    <a:pt x="2019300" y="28575"/>
                  </a:lnTo>
                  <a:lnTo>
                    <a:pt x="2019300" y="47625"/>
                  </a:lnTo>
                  <a:lnTo>
                    <a:pt x="2038350" y="47625"/>
                  </a:lnTo>
                  <a:lnTo>
                    <a:pt x="2038350" y="28575"/>
                  </a:lnTo>
                  <a:close/>
                </a:path>
                <a:path w="2346325" h="76200">
                  <a:moveTo>
                    <a:pt x="2076450" y="28575"/>
                  </a:moveTo>
                  <a:lnTo>
                    <a:pt x="2057400" y="28575"/>
                  </a:lnTo>
                  <a:lnTo>
                    <a:pt x="2057400" y="47625"/>
                  </a:lnTo>
                  <a:lnTo>
                    <a:pt x="2076450" y="47625"/>
                  </a:lnTo>
                  <a:lnTo>
                    <a:pt x="2076450" y="28575"/>
                  </a:lnTo>
                  <a:close/>
                </a:path>
                <a:path w="2346325" h="76200">
                  <a:moveTo>
                    <a:pt x="2114550" y="28575"/>
                  </a:moveTo>
                  <a:lnTo>
                    <a:pt x="2095500" y="28575"/>
                  </a:lnTo>
                  <a:lnTo>
                    <a:pt x="2095500" y="47625"/>
                  </a:lnTo>
                  <a:lnTo>
                    <a:pt x="2114550" y="47625"/>
                  </a:lnTo>
                  <a:lnTo>
                    <a:pt x="2114550" y="28575"/>
                  </a:lnTo>
                  <a:close/>
                </a:path>
                <a:path w="2346325" h="76200">
                  <a:moveTo>
                    <a:pt x="2152650" y="28575"/>
                  </a:moveTo>
                  <a:lnTo>
                    <a:pt x="2133600" y="28575"/>
                  </a:lnTo>
                  <a:lnTo>
                    <a:pt x="2133600" y="47625"/>
                  </a:lnTo>
                  <a:lnTo>
                    <a:pt x="2152650" y="47625"/>
                  </a:lnTo>
                  <a:lnTo>
                    <a:pt x="2152650" y="28575"/>
                  </a:lnTo>
                  <a:close/>
                </a:path>
                <a:path w="2346325" h="76200">
                  <a:moveTo>
                    <a:pt x="2190750" y="28575"/>
                  </a:moveTo>
                  <a:lnTo>
                    <a:pt x="2171700" y="28575"/>
                  </a:lnTo>
                  <a:lnTo>
                    <a:pt x="2171700" y="47625"/>
                  </a:lnTo>
                  <a:lnTo>
                    <a:pt x="2190750" y="47625"/>
                  </a:lnTo>
                  <a:lnTo>
                    <a:pt x="2190750" y="28575"/>
                  </a:lnTo>
                  <a:close/>
                </a:path>
                <a:path w="2346325" h="76200">
                  <a:moveTo>
                    <a:pt x="2228850" y="28575"/>
                  </a:moveTo>
                  <a:lnTo>
                    <a:pt x="2209800" y="28575"/>
                  </a:lnTo>
                  <a:lnTo>
                    <a:pt x="2209800" y="47625"/>
                  </a:lnTo>
                  <a:lnTo>
                    <a:pt x="2228850" y="47625"/>
                  </a:lnTo>
                  <a:lnTo>
                    <a:pt x="2228850" y="28575"/>
                  </a:lnTo>
                  <a:close/>
                </a:path>
                <a:path w="2346325" h="76200">
                  <a:moveTo>
                    <a:pt x="2266950" y="28575"/>
                  </a:moveTo>
                  <a:lnTo>
                    <a:pt x="2247900" y="28575"/>
                  </a:lnTo>
                  <a:lnTo>
                    <a:pt x="2247900" y="47625"/>
                  </a:lnTo>
                  <a:lnTo>
                    <a:pt x="2266950" y="47625"/>
                  </a:lnTo>
                  <a:lnTo>
                    <a:pt x="2266950" y="28575"/>
                  </a:lnTo>
                  <a:close/>
                </a:path>
                <a:path w="2346325" h="76200">
                  <a:moveTo>
                    <a:pt x="2307971" y="0"/>
                  </a:moveTo>
                  <a:lnTo>
                    <a:pt x="2293123" y="2988"/>
                  </a:lnTo>
                  <a:lnTo>
                    <a:pt x="2281015" y="11144"/>
                  </a:lnTo>
                  <a:lnTo>
                    <a:pt x="2272859" y="23252"/>
                  </a:lnTo>
                  <a:lnTo>
                    <a:pt x="2269871" y="38100"/>
                  </a:lnTo>
                  <a:lnTo>
                    <a:pt x="2272859" y="52947"/>
                  </a:lnTo>
                  <a:lnTo>
                    <a:pt x="2281015" y="65055"/>
                  </a:lnTo>
                  <a:lnTo>
                    <a:pt x="2293123" y="73211"/>
                  </a:lnTo>
                  <a:lnTo>
                    <a:pt x="2307971" y="76200"/>
                  </a:lnTo>
                  <a:lnTo>
                    <a:pt x="2322818" y="73211"/>
                  </a:lnTo>
                  <a:lnTo>
                    <a:pt x="2334926" y="65055"/>
                  </a:lnTo>
                  <a:lnTo>
                    <a:pt x="2343082" y="52947"/>
                  </a:lnTo>
                  <a:lnTo>
                    <a:pt x="2344153" y="47625"/>
                  </a:lnTo>
                  <a:lnTo>
                    <a:pt x="2286000" y="47625"/>
                  </a:lnTo>
                  <a:lnTo>
                    <a:pt x="2286000" y="28575"/>
                  </a:lnTo>
                  <a:lnTo>
                    <a:pt x="2344153" y="28575"/>
                  </a:lnTo>
                  <a:lnTo>
                    <a:pt x="2343082" y="23252"/>
                  </a:lnTo>
                  <a:lnTo>
                    <a:pt x="2334926" y="11144"/>
                  </a:lnTo>
                  <a:lnTo>
                    <a:pt x="2322818" y="2988"/>
                  </a:lnTo>
                  <a:lnTo>
                    <a:pt x="2307971" y="0"/>
                  </a:lnTo>
                  <a:close/>
                </a:path>
                <a:path w="2346325" h="76200">
                  <a:moveTo>
                    <a:pt x="2305050" y="28575"/>
                  </a:moveTo>
                  <a:lnTo>
                    <a:pt x="2286000" y="28575"/>
                  </a:lnTo>
                  <a:lnTo>
                    <a:pt x="2286000" y="47625"/>
                  </a:lnTo>
                  <a:lnTo>
                    <a:pt x="2305050" y="47625"/>
                  </a:lnTo>
                  <a:lnTo>
                    <a:pt x="2305050" y="28575"/>
                  </a:lnTo>
                  <a:close/>
                </a:path>
                <a:path w="2346325" h="76200">
                  <a:moveTo>
                    <a:pt x="2344153" y="28575"/>
                  </a:moveTo>
                  <a:lnTo>
                    <a:pt x="2305050" y="28575"/>
                  </a:lnTo>
                  <a:lnTo>
                    <a:pt x="2305050" y="47625"/>
                  </a:lnTo>
                  <a:lnTo>
                    <a:pt x="2344153" y="47625"/>
                  </a:lnTo>
                  <a:lnTo>
                    <a:pt x="2346071" y="38100"/>
                  </a:lnTo>
                  <a:lnTo>
                    <a:pt x="2344153" y="28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0425" y="5486400"/>
              <a:ext cx="2505075" cy="8096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85234" y="5739765"/>
            <a:ext cx="174815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Century Gothic"/>
                <a:cs typeface="Century Gothic"/>
              </a:rPr>
              <a:t>Rapid</a:t>
            </a:r>
            <a:r>
              <a:rPr sz="1550" b="1" spc="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Assessment</a:t>
            </a:r>
            <a:endParaRPr sz="155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4850" y="5486400"/>
            <a:ext cx="2803525" cy="809625"/>
            <a:chOff x="704850" y="5486400"/>
            <a:chExt cx="2803525" cy="809625"/>
          </a:xfrm>
        </p:grpSpPr>
        <p:sp>
          <p:nvSpPr>
            <p:cNvPr id="11" name="object 11"/>
            <p:cNvSpPr/>
            <p:nvPr/>
          </p:nvSpPr>
          <p:spPr>
            <a:xfrm>
              <a:off x="1162050" y="5943600"/>
              <a:ext cx="2346325" cy="76200"/>
            </a:xfrm>
            <a:custGeom>
              <a:avLst/>
              <a:gdLst/>
              <a:ahLst/>
              <a:cxnLst/>
              <a:rect l="l" t="t" r="r" b="b"/>
              <a:pathLst>
                <a:path w="2346325" h="76200">
                  <a:moveTo>
                    <a:pt x="1905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19050" y="47625"/>
                  </a:lnTo>
                  <a:lnTo>
                    <a:pt x="19050" y="28575"/>
                  </a:lnTo>
                  <a:close/>
                </a:path>
                <a:path w="2346325" h="76200">
                  <a:moveTo>
                    <a:pt x="57150" y="28575"/>
                  </a:moveTo>
                  <a:lnTo>
                    <a:pt x="38100" y="28575"/>
                  </a:lnTo>
                  <a:lnTo>
                    <a:pt x="38100" y="47625"/>
                  </a:lnTo>
                  <a:lnTo>
                    <a:pt x="57150" y="47625"/>
                  </a:lnTo>
                  <a:lnTo>
                    <a:pt x="57150" y="28575"/>
                  </a:lnTo>
                  <a:close/>
                </a:path>
                <a:path w="2346325" h="76200">
                  <a:moveTo>
                    <a:pt x="95250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95250" y="47625"/>
                  </a:lnTo>
                  <a:lnTo>
                    <a:pt x="95250" y="28575"/>
                  </a:lnTo>
                  <a:close/>
                </a:path>
                <a:path w="2346325" h="76200">
                  <a:moveTo>
                    <a:pt x="133350" y="28575"/>
                  </a:moveTo>
                  <a:lnTo>
                    <a:pt x="114300" y="28575"/>
                  </a:lnTo>
                  <a:lnTo>
                    <a:pt x="114300" y="47625"/>
                  </a:lnTo>
                  <a:lnTo>
                    <a:pt x="133350" y="47625"/>
                  </a:lnTo>
                  <a:lnTo>
                    <a:pt x="133350" y="28575"/>
                  </a:lnTo>
                  <a:close/>
                </a:path>
                <a:path w="2346325" h="76200">
                  <a:moveTo>
                    <a:pt x="171450" y="28575"/>
                  </a:moveTo>
                  <a:lnTo>
                    <a:pt x="152400" y="28575"/>
                  </a:lnTo>
                  <a:lnTo>
                    <a:pt x="152400" y="47625"/>
                  </a:lnTo>
                  <a:lnTo>
                    <a:pt x="171450" y="47625"/>
                  </a:lnTo>
                  <a:lnTo>
                    <a:pt x="171450" y="28575"/>
                  </a:lnTo>
                  <a:close/>
                </a:path>
                <a:path w="2346325" h="76200">
                  <a:moveTo>
                    <a:pt x="209550" y="28575"/>
                  </a:moveTo>
                  <a:lnTo>
                    <a:pt x="190500" y="28575"/>
                  </a:lnTo>
                  <a:lnTo>
                    <a:pt x="190500" y="47625"/>
                  </a:lnTo>
                  <a:lnTo>
                    <a:pt x="209550" y="47625"/>
                  </a:lnTo>
                  <a:lnTo>
                    <a:pt x="209550" y="28575"/>
                  </a:lnTo>
                  <a:close/>
                </a:path>
                <a:path w="2346325" h="76200">
                  <a:moveTo>
                    <a:pt x="247650" y="28575"/>
                  </a:moveTo>
                  <a:lnTo>
                    <a:pt x="228600" y="28575"/>
                  </a:lnTo>
                  <a:lnTo>
                    <a:pt x="228600" y="47625"/>
                  </a:lnTo>
                  <a:lnTo>
                    <a:pt x="247650" y="47625"/>
                  </a:lnTo>
                  <a:lnTo>
                    <a:pt x="247650" y="28575"/>
                  </a:lnTo>
                  <a:close/>
                </a:path>
                <a:path w="2346325" h="76200">
                  <a:moveTo>
                    <a:pt x="285750" y="28575"/>
                  </a:moveTo>
                  <a:lnTo>
                    <a:pt x="266700" y="28575"/>
                  </a:lnTo>
                  <a:lnTo>
                    <a:pt x="266700" y="47625"/>
                  </a:lnTo>
                  <a:lnTo>
                    <a:pt x="285750" y="47625"/>
                  </a:lnTo>
                  <a:lnTo>
                    <a:pt x="285750" y="28575"/>
                  </a:lnTo>
                  <a:close/>
                </a:path>
                <a:path w="2346325" h="76200">
                  <a:moveTo>
                    <a:pt x="323850" y="28575"/>
                  </a:moveTo>
                  <a:lnTo>
                    <a:pt x="304800" y="28575"/>
                  </a:lnTo>
                  <a:lnTo>
                    <a:pt x="304800" y="47625"/>
                  </a:lnTo>
                  <a:lnTo>
                    <a:pt x="323850" y="47625"/>
                  </a:lnTo>
                  <a:lnTo>
                    <a:pt x="323850" y="28575"/>
                  </a:lnTo>
                  <a:close/>
                </a:path>
                <a:path w="2346325" h="76200">
                  <a:moveTo>
                    <a:pt x="361950" y="28575"/>
                  </a:moveTo>
                  <a:lnTo>
                    <a:pt x="342900" y="28575"/>
                  </a:lnTo>
                  <a:lnTo>
                    <a:pt x="342900" y="47625"/>
                  </a:lnTo>
                  <a:lnTo>
                    <a:pt x="361950" y="47625"/>
                  </a:lnTo>
                  <a:lnTo>
                    <a:pt x="361950" y="28575"/>
                  </a:lnTo>
                  <a:close/>
                </a:path>
                <a:path w="2346325" h="76200">
                  <a:moveTo>
                    <a:pt x="400050" y="28575"/>
                  </a:moveTo>
                  <a:lnTo>
                    <a:pt x="381000" y="28575"/>
                  </a:lnTo>
                  <a:lnTo>
                    <a:pt x="381000" y="47625"/>
                  </a:lnTo>
                  <a:lnTo>
                    <a:pt x="400050" y="47625"/>
                  </a:lnTo>
                  <a:lnTo>
                    <a:pt x="400050" y="28575"/>
                  </a:lnTo>
                  <a:close/>
                </a:path>
                <a:path w="2346325" h="76200">
                  <a:moveTo>
                    <a:pt x="438150" y="28575"/>
                  </a:moveTo>
                  <a:lnTo>
                    <a:pt x="419100" y="28575"/>
                  </a:lnTo>
                  <a:lnTo>
                    <a:pt x="419100" y="47625"/>
                  </a:lnTo>
                  <a:lnTo>
                    <a:pt x="438150" y="47625"/>
                  </a:lnTo>
                  <a:lnTo>
                    <a:pt x="438150" y="28575"/>
                  </a:lnTo>
                  <a:close/>
                </a:path>
                <a:path w="2346325" h="76200">
                  <a:moveTo>
                    <a:pt x="476250" y="28575"/>
                  </a:moveTo>
                  <a:lnTo>
                    <a:pt x="457200" y="28575"/>
                  </a:lnTo>
                  <a:lnTo>
                    <a:pt x="457200" y="47625"/>
                  </a:lnTo>
                  <a:lnTo>
                    <a:pt x="476250" y="47625"/>
                  </a:lnTo>
                  <a:lnTo>
                    <a:pt x="476250" y="28575"/>
                  </a:lnTo>
                  <a:close/>
                </a:path>
                <a:path w="2346325" h="76200">
                  <a:moveTo>
                    <a:pt x="514350" y="28575"/>
                  </a:moveTo>
                  <a:lnTo>
                    <a:pt x="495300" y="28575"/>
                  </a:lnTo>
                  <a:lnTo>
                    <a:pt x="495300" y="47625"/>
                  </a:lnTo>
                  <a:lnTo>
                    <a:pt x="514350" y="47625"/>
                  </a:lnTo>
                  <a:lnTo>
                    <a:pt x="514350" y="28575"/>
                  </a:lnTo>
                  <a:close/>
                </a:path>
                <a:path w="2346325" h="76200">
                  <a:moveTo>
                    <a:pt x="552450" y="28575"/>
                  </a:moveTo>
                  <a:lnTo>
                    <a:pt x="533400" y="28575"/>
                  </a:lnTo>
                  <a:lnTo>
                    <a:pt x="533400" y="47625"/>
                  </a:lnTo>
                  <a:lnTo>
                    <a:pt x="552450" y="47625"/>
                  </a:lnTo>
                  <a:lnTo>
                    <a:pt x="552450" y="28575"/>
                  </a:lnTo>
                  <a:close/>
                </a:path>
                <a:path w="2346325" h="76200">
                  <a:moveTo>
                    <a:pt x="590550" y="28575"/>
                  </a:moveTo>
                  <a:lnTo>
                    <a:pt x="571500" y="28575"/>
                  </a:lnTo>
                  <a:lnTo>
                    <a:pt x="571500" y="47625"/>
                  </a:lnTo>
                  <a:lnTo>
                    <a:pt x="590550" y="47625"/>
                  </a:lnTo>
                  <a:lnTo>
                    <a:pt x="590550" y="28575"/>
                  </a:lnTo>
                  <a:close/>
                </a:path>
                <a:path w="2346325" h="76200">
                  <a:moveTo>
                    <a:pt x="628650" y="28575"/>
                  </a:moveTo>
                  <a:lnTo>
                    <a:pt x="609600" y="28575"/>
                  </a:lnTo>
                  <a:lnTo>
                    <a:pt x="609600" y="47625"/>
                  </a:lnTo>
                  <a:lnTo>
                    <a:pt x="628650" y="47625"/>
                  </a:lnTo>
                  <a:lnTo>
                    <a:pt x="628650" y="28575"/>
                  </a:lnTo>
                  <a:close/>
                </a:path>
                <a:path w="2346325" h="76200">
                  <a:moveTo>
                    <a:pt x="666750" y="28575"/>
                  </a:moveTo>
                  <a:lnTo>
                    <a:pt x="647700" y="28575"/>
                  </a:lnTo>
                  <a:lnTo>
                    <a:pt x="647700" y="47625"/>
                  </a:lnTo>
                  <a:lnTo>
                    <a:pt x="666750" y="47625"/>
                  </a:lnTo>
                  <a:lnTo>
                    <a:pt x="666750" y="28575"/>
                  </a:lnTo>
                  <a:close/>
                </a:path>
                <a:path w="2346325" h="76200">
                  <a:moveTo>
                    <a:pt x="704850" y="28575"/>
                  </a:moveTo>
                  <a:lnTo>
                    <a:pt x="685800" y="28575"/>
                  </a:lnTo>
                  <a:lnTo>
                    <a:pt x="685800" y="47625"/>
                  </a:lnTo>
                  <a:lnTo>
                    <a:pt x="704850" y="47625"/>
                  </a:lnTo>
                  <a:lnTo>
                    <a:pt x="704850" y="28575"/>
                  </a:lnTo>
                  <a:close/>
                </a:path>
                <a:path w="2346325" h="76200">
                  <a:moveTo>
                    <a:pt x="742950" y="28575"/>
                  </a:moveTo>
                  <a:lnTo>
                    <a:pt x="723900" y="28575"/>
                  </a:lnTo>
                  <a:lnTo>
                    <a:pt x="723900" y="47625"/>
                  </a:lnTo>
                  <a:lnTo>
                    <a:pt x="742950" y="47625"/>
                  </a:lnTo>
                  <a:lnTo>
                    <a:pt x="742950" y="28575"/>
                  </a:lnTo>
                  <a:close/>
                </a:path>
                <a:path w="2346325" h="76200">
                  <a:moveTo>
                    <a:pt x="781050" y="28575"/>
                  </a:moveTo>
                  <a:lnTo>
                    <a:pt x="762000" y="28575"/>
                  </a:lnTo>
                  <a:lnTo>
                    <a:pt x="762000" y="47625"/>
                  </a:lnTo>
                  <a:lnTo>
                    <a:pt x="781050" y="47625"/>
                  </a:lnTo>
                  <a:lnTo>
                    <a:pt x="781050" y="28575"/>
                  </a:lnTo>
                  <a:close/>
                </a:path>
                <a:path w="2346325" h="76200">
                  <a:moveTo>
                    <a:pt x="819150" y="28575"/>
                  </a:moveTo>
                  <a:lnTo>
                    <a:pt x="800100" y="28575"/>
                  </a:lnTo>
                  <a:lnTo>
                    <a:pt x="800100" y="47625"/>
                  </a:lnTo>
                  <a:lnTo>
                    <a:pt x="819150" y="47625"/>
                  </a:lnTo>
                  <a:lnTo>
                    <a:pt x="819150" y="28575"/>
                  </a:lnTo>
                  <a:close/>
                </a:path>
                <a:path w="2346325" h="76200">
                  <a:moveTo>
                    <a:pt x="857250" y="28575"/>
                  </a:moveTo>
                  <a:lnTo>
                    <a:pt x="838200" y="28575"/>
                  </a:lnTo>
                  <a:lnTo>
                    <a:pt x="838200" y="47625"/>
                  </a:lnTo>
                  <a:lnTo>
                    <a:pt x="857250" y="47625"/>
                  </a:lnTo>
                  <a:lnTo>
                    <a:pt x="857250" y="28575"/>
                  </a:lnTo>
                  <a:close/>
                </a:path>
                <a:path w="2346325" h="76200">
                  <a:moveTo>
                    <a:pt x="895350" y="28575"/>
                  </a:moveTo>
                  <a:lnTo>
                    <a:pt x="876300" y="28575"/>
                  </a:lnTo>
                  <a:lnTo>
                    <a:pt x="876300" y="47625"/>
                  </a:lnTo>
                  <a:lnTo>
                    <a:pt x="895350" y="47625"/>
                  </a:lnTo>
                  <a:lnTo>
                    <a:pt x="895350" y="28575"/>
                  </a:lnTo>
                  <a:close/>
                </a:path>
                <a:path w="2346325" h="76200">
                  <a:moveTo>
                    <a:pt x="933450" y="28575"/>
                  </a:moveTo>
                  <a:lnTo>
                    <a:pt x="914400" y="28575"/>
                  </a:lnTo>
                  <a:lnTo>
                    <a:pt x="914400" y="47625"/>
                  </a:lnTo>
                  <a:lnTo>
                    <a:pt x="933450" y="47625"/>
                  </a:lnTo>
                  <a:lnTo>
                    <a:pt x="933450" y="28575"/>
                  </a:lnTo>
                  <a:close/>
                </a:path>
                <a:path w="2346325" h="76200">
                  <a:moveTo>
                    <a:pt x="971550" y="28575"/>
                  </a:moveTo>
                  <a:lnTo>
                    <a:pt x="952500" y="28575"/>
                  </a:lnTo>
                  <a:lnTo>
                    <a:pt x="952500" y="47625"/>
                  </a:lnTo>
                  <a:lnTo>
                    <a:pt x="971550" y="47625"/>
                  </a:lnTo>
                  <a:lnTo>
                    <a:pt x="971550" y="28575"/>
                  </a:lnTo>
                  <a:close/>
                </a:path>
                <a:path w="2346325" h="76200">
                  <a:moveTo>
                    <a:pt x="1009650" y="28575"/>
                  </a:moveTo>
                  <a:lnTo>
                    <a:pt x="990600" y="28575"/>
                  </a:lnTo>
                  <a:lnTo>
                    <a:pt x="990600" y="47625"/>
                  </a:lnTo>
                  <a:lnTo>
                    <a:pt x="1009650" y="47625"/>
                  </a:lnTo>
                  <a:lnTo>
                    <a:pt x="1009650" y="28575"/>
                  </a:lnTo>
                  <a:close/>
                </a:path>
                <a:path w="2346325" h="76200">
                  <a:moveTo>
                    <a:pt x="1047750" y="28575"/>
                  </a:moveTo>
                  <a:lnTo>
                    <a:pt x="1028700" y="28575"/>
                  </a:lnTo>
                  <a:lnTo>
                    <a:pt x="1028700" y="47625"/>
                  </a:lnTo>
                  <a:lnTo>
                    <a:pt x="1047750" y="47625"/>
                  </a:lnTo>
                  <a:lnTo>
                    <a:pt x="1047750" y="28575"/>
                  </a:lnTo>
                  <a:close/>
                </a:path>
                <a:path w="2346325" h="76200">
                  <a:moveTo>
                    <a:pt x="1085850" y="28575"/>
                  </a:moveTo>
                  <a:lnTo>
                    <a:pt x="1066800" y="28575"/>
                  </a:lnTo>
                  <a:lnTo>
                    <a:pt x="1066800" y="47625"/>
                  </a:lnTo>
                  <a:lnTo>
                    <a:pt x="1085850" y="47625"/>
                  </a:lnTo>
                  <a:lnTo>
                    <a:pt x="1085850" y="28575"/>
                  </a:lnTo>
                  <a:close/>
                </a:path>
                <a:path w="2346325" h="76200">
                  <a:moveTo>
                    <a:pt x="1123950" y="28575"/>
                  </a:moveTo>
                  <a:lnTo>
                    <a:pt x="1104900" y="28575"/>
                  </a:lnTo>
                  <a:lnTo>
                    <a:pt x="1104900" y="47625"/>
                  </a:lnTo>
                  <a:lnTo>
                    <a:pt x="1123950" y="47625"/>
                  </a:lnTo>
                  <a:lnTo>
                    <a:pt x="1123950" y="28575"/>
                  </a:lnTo>
                  <a:close/>
                </a:path>
                <a:path w="2346325" h="76200">
                  <a:moveTo>
                    <a:pt x="1162050" y="28575"/>
                  </a:moveTo>
                  <a:lnTo>
                    <a:pt x="1143000" y="28575"/>
                  </a:lnTo>
                  <a:lnTo>
                    <a:pt x="1143000" y="47625"/>
                  </a:lnTo>
                  <a:lnTo>
                    <a:pt x="1162050" y="47625"/>
                  </a:lnTo>
                  <a:lnTo>
                    <a:pt x="1162050" y="28575"/>
                  </a:lnTo>
                  <a:close/>
                </a:path>
                <a:path w="2346325" h="76200">
                  <a:moveTo>
                    <a:pt x="1200150" y="28575"/>
                  </a:moveTo>
                  <a:lnTo>
                    <a:pt x="1181100" y="28575"/>
                  </a:lnTo>
                  <a:lnTo>
                    <a:pt x="1181100" y="47625"/>
                  </a:lnTo>
                  <a:lnTo>
                    <a:pt x="1200150" y="47625"/>
                  </a:lnTo>
                  <a:lnTo>
                    <a:pt x="1200150" y="28575"/>
                  </a:lnTo>
                  <a:close/>
                </a:path>
                <a:path w="2346325" h="76200">
                  <a:moveTo>
                    <a:pt x="1238250" y="28575"/>
                  </a:moveTo>
                  <a:lnTo>
                    <a:pt x="1219200" y="28575"/>
                  </a:lnTo>
                  <a:lnTo>
                    <a:pt x="1219200" y="47625"/>
                  </a:lnTo>
                  <a:lnTo>
                    <a:pt x="1238250" y="47625"/>
                  </a:lnTo>
                  <a:lnTo>
                    <a:pt x="1238250" y="28575"/>
                  </a:lnTo>
                  <a:close/>
                </a:path>
                <a:path w="2346325" h="76200">
                  <a:moveTo>
                    <a:pt x="1276350" y="28575"/>
                  </a:moveTo>
                  <a:lnTo>
                    <a:pt x="1257300" y="28575"/>
                  </a:lnTo>
                  <a:lnTo>
                    <a:pt x="1257300" y="47625"/>
                  </a:lnTo>
                  <a:lnTo>
                    <a:pt x="1276350" y="47625"/>
                  </a:lnTo>
                  <a:lnTo>
                    <a:pt x="1276350" y="28575"/>
                  </a:lnTo>
                  <a:close/>
                </a:path>
                <a:path w="2346325" h="76200">
                  <a:moveTo>
                    <a:pt x="1314450" y="28575"/>
                  </a:moveTo>
                  <a:lnTo>
                    <a:pt x="1295400" y="28575"/>
                  </a:lnTo>
                  <a:lnTo>
                    <a:pt x="1295400" y="47625"/>
                  </a:lnTo>
                  <a:lnTo>
                    <a:pt x="1314450" y="47625"/>
                  </a:lnTo>
                  <a:lnTo>
                    <a:pt x="1314450" y="28575"/>
                  </a:lnTo>
                  <a:close/>
                </a:path>
                <a:path w="2346325" h="76200">
                  <a:moveTo>
                    <a:pt x="1352550" y="28575"/>
                  </a:moveTo>
                  <a:lnTo>
                    <a:pt x="1333500" y="28575"/>
                  </a:lnTo>
                  <a:lnTo>
                    <a:pt x="1333500" y="47625"/>
                  </a:lnTo>
                  <a:lnTo>
                    <a:pt x="1352550" y="47625"/>
                  </a:lnTo>
                  <a:lnTo>
                    <a:pt x="1352550" y="28575"/>
                  </a:lnTo>
                  <a:close/>
                </a:path>
                <a:path w="2346325" h="76200">
                  <a:moveTo>
                    <a:pt x="1390650" y="28575"/>
                  </a:moveTo>
                  <a:lnTo>
                    <a:pt x="1371600" y="28575"/>
                  </a:lnTo>
                  <a:lnTo>
                    <a:pt x="1371600" y="47625"/>
                  </a:lnTo>
                  <a:lnTo>
                    <a:pt x="1390650" y="47625"/>
                  </a:lnTo>
                  <a:lnTo>
                    <a:pt x="1390650" y="28575"/>
                  </a:lnTo>
                  <a:close/>
                </a:path>
                <a:path w="2346325" h="76200">
                  <a:moveTo>
                    <a:pt x="1428750" y="28575"/>
                  </a:moveTo>
                  <a:lnTo>
                    <a:pt x="1409700" y="28575"/>
                  </a:lnTo>
                  <a:lnTo>
                    <a:pt x="1409700" y="47625"/>
                  </a:lnTo>
                  <a:lnTo>
                    <a:pt x="1428750" y="47625"/>
                  </a:lnTo>
                  <a:lnTo>
                    <a:pt x="1428750" y="28575"/>
                  </a:lnTo>
                  <a:close/>
                </a:path>
                <a:path w="2346325" h="76200">
                  <a:moveTo>
                    <a:pt x="1466850" y="28575"/>
                  </a:moveTo>
                  <a:lnTo>
                    <a:pt x="1447800" y="28575"/>
                  </a:lnTo>
                  <a:lnTo>
                    <a:pt x="1447800" y="47625"/>
                  </a:lnTo>
                  <a:lnTo>
                    <a:pt x="1466850" y="47625"/>
                  </a:lnTo>
                  <a:lnTo>
                    <a:pt x="1466850" y="28575"/>
                  </a:lnTo>
                  <a:close/>
                </a:path>
                <a:path w="2346325" h="76200">
                  <a:moveTo>
                    <a:pt x="1504950" y="28575"/>
                  </a:moveTo>
                  <a:lnTo>
                    <a:pt x="1485900" y="28575"/>
                  </a:lnTo>
                  <a:lnTo>
                    <a:pt x="1485900" y="47625"/>
                  </a:lnTo>
                  <a:lnTo>
                    <a:pt x="1504950" y="47625"/>
                  </a:lnTo>
                  <a:lnTo>
                    <a:pt x="1504950" y="28575"/>
                  </a:lnTo>
                  <a:close/>
                </a:path>
                <a:path w="2346325" h="76200">
                  <a:moveTo>
                    <a:pt x="1543050" y="28575"/>
                  </a:moveTo>
                  <a:lnTo>
                    <a:pt x="1524000" y="28575"/>
                  </a:lnTo>
                  <a:lnTo>
                    <a:pt x="1524000" y="47625"/>
                  </a:lnTo>
                  <a:lnTo>
                    <a:pt x="1543050" y="47625"/>
                  </a:lnTo>
                  <a:lnTo>
                    <a:pt x="1543050" y="28575"/>
                  </a:lnTo>
                  <a:close/>
                </a:path>
                <a:path w="2346325" h="76200">
                  <a:moveTo>
                    <a:pt x="1581150" y="28575"/>
                  </a:moveTo>
                  <a:lnTo>
                    <a:pt x="1562100" y="28575"/>
                  </a:lnTo>
                  <a:lnTo>
                    <a:pt x="1562100" y="47625"/>
                  </a:lnTo>
                  <a:lnTo>
                    <a:pt x="1581150" y="47625"/>
                  </a:lnTo>
                  <a:lnTo>
                    <a:pt x="1581150" y="28575"/>
                  </a:lnTo>
                  <a:close/>
                </a:path>
                <a:path w="2346325" h="76200">
                  <a:moveTo>
                    <a:pt x="1619250" y="28575"/>
                  </a:moveTo>
                  <a:lnTo>
                    <a:pt x="1600200" y="28575"/>
                  </a:lnTo>
                  <a:lnTo>
                    <a:pt x="1600200" y="47625"/>
                  </a:lnTo>
                  <a:lnTo>
                    <a:pt x="1619250" y="47625"/>
                  </a:lnTo>
                  <a:lnTo>
                    <a:pt x="1619250" y="28575"/>
                  </a:lnTo>
                  <a:close/>
                </a:path>
                <a:path w="2346325" h="76200">
                  <a:moveTo>
                    <a:pt x="1657350" y="28575"/>
                  </a:moveTo>
                  <a:lnTo>
                    <a:pt x="1638300" y="28575"/>
                  </a:lnTo>
                  <a:lnTo>
                    <a:pt x="1638300" y="47625"/>
                  </a:lnTo>
                  <a:lnTo>
                    <a:pt x="1657350" y="47625"/>
                  </a:lnTo>
                  <a:lnTo>
                    <a:pt x="1657350" y="28575"/>
                  </a:lnTo>
                  <a:close/>
                </a:path>
                <a:path w="2346325" h="76200">
                  <a:moveTo>
                    <a:pt x="1695450" y="28575"/>
                  </a:moveTo>
                  <a:lnTo>
                    <a:pt x="1676400" y="28575"/>
                  </a:lnTo>
                  <a:lnTo>
                    <a:pt x="1676400" y="47625"/>
                  </a:lnTo>
                  <a:lnTo>
                    <a:pt x="1695450" y="47625"/>
                  </a:lnTo>
                  <a:lnTo>
                    <a:pt x="1695450" y="28575"/>
                  </a:lnTo>
                  <a:close/>
                </a:path>
                <a:path w="2346325" h="76200">
                  <a:moveTo>
                    <a:pt x="1733550" y="28575"/>
                  </a:moveTo>
                  <a:lnTo>
                    <a:pt x="1714500" y="28575"/>
                  </a:lnTo>
                  <a:lnTo>
                    <a:pt x="1714500" y="47625"/>
                  </a:lnTo>
                  <a:lnTo>
                    <a:pt x="1733550" y="47625"/>
                  </a:lnTo>
                  <a:lnTo>
                    <a:pt x="1733550" y="28575"/>
                  </a:lnTo>
                  <a:close/>
                </a:path>
                <a:path w="2346325" h="76200">
                  <a:moveTo>
                    <a:pt x="1771650" y="28575"/>
                  </a:moveTo>
                  <a:lnTo>
                    <a:pt x="1752600" y="28575"/>
                  </a:lnTo>
                  <a:lnTo>
                    <a:pt x="1752600" y="47625"/>
                  </a:lnTo>
                  <a:lnTo>
                    <a:pt x="1771650" y="47625"/>
                  </a:lnTo>
                  <a:lnTo>
                    <a:pt x="1771650" y="28575"/>
                  </a:lnTo>
                  <a:close/>
                </a:path>
                <a:path w="2346325" h="76200">
                  <a:moveTo>
                    <a:pt x="1809750" y="28575"/>
                  </a:moveTo>
                  <a:lnTo>
                    <a:pt x="1790700" y="28575"/>
                  </a:lnTo>
                  <a:lnTo>
                    <a:pt x="1790700" y="47625"/>
                  </a:lnTo>
                  <a:lnTo>
                    <a:pt x="1809750" y="47625"/>
                  </a:lnTo>
                  <a:lnTo>
                    <a:pt x="1809750" y="28575"/>
                  </a:lnTo>
                  <a:close/>
                </a:path>
                <a:path w="2346325" h="76200">
                  <a:moveTo>
                    <a:pt x="1847850" y="28575"/>
                  </a:moveTo>
                  <a:lnTo>
                    <a:pt x="1828800" y="28575"/>
                  </a:lnTo>
                  <a:lnTo>
                    <a:pt x="1828800" y="47625"/>
                  </a:lnTo>
                  <a:lnTo>
                    <a:pt x="1847850" y="47625"/>
                  </a:lnTo>
                  <a:lnTo>
                    <a:pt x="1847850" y="28575"/>
                  </a:lnTo>
                  <a:close/>
                </a:path>
                <a:path w="2346325" h="76200">
                  <a:moveTo>
                    <a:pt x="1885950" y="28575"/>
                  </a:moveTo>
                  <a:lnTo>
                    <a:pt x="1866900" y="28575"/>
                  </a:lnTo>
                  <a:lnTo>
                    <a:pt x="1866900" y="47625"/>
                  </a:lnTo>
                  <a:lnTo>
                    <a:pt x="1885950" y="47625"/>
                  </a:lnTo>
                  <a:lnTo>
                    <a:pt x="1885950" y="28575"/>
                  </a:lnTo>
                  <a:close/>
                </a:path>
                <a:path w="2346325" h="76200">
                  <a:moveTo>
                    <a:pt x="1924050" y="28575"/>
                  </a:moveTo>
                  <a:lnTo>
                    <a:pt x="1905000" y="28575"/>
                  </a:lnTo>
                  <a:lnTo>
                    <a:pt x="1905000" y="47625"/>
                  </a:lnTo>
                  <a:lnTo>
                    <a:pt x="1924050" y="47625"/>
                  </a:lnTo>
                  <a:lnTo>
                    <a:pt x="1924050" y="28575"/>
                  </a:lnTo>
                  <a:close/>
                </a:path>
                <a:path w="2346325" h="76200">
                  <a:moveTo>
                    <a:pt x="1962150" y="28575"/>
                  </a:moveTo>
                  <a:lnTo>
                    <a:pt x="1943100" y="28575"/>
                  </a:lnTo>
                  <a:lnTo>
                    <a:pt x="1943100" y="47625"/>
                  </a:lnTo>
                  <a:lnTo>
                    <a:pt x="1962150" y="47625"/>
                  </a:lnTo>
                  <a:lnTo>
                    <a:pt x="1962150" y="28575"/>
                  </a:lnTo>
                  <a:close/>
                </a:path>
                <a:path w="2346325" h="76200">
                  <a:moveTo>
                    <a:pt x="2000250" y="28575"/>
                  </a:moveTo>
                  <a:lnTo>
                    <a:pt x="1981200" y="28575"/>
                  </a:lnTo>
                  <a:lnTo>
                    <a:pt x="1981200" y="47625"/>
                  </a:lnTo>
                  <a:lnTo>
                    <a:pt x="2000250" y="47625"/>
                  </a:lnTo>
                  <a:lnTo>
                    <a:pt x="2000250" y="28575"/>
                  </a:lnTo>
                  <a:close/>
                </a:path>
                <a:path w="2346325" h="76200">
                  <a:moveTo>
                    <a:pt x="2038350" y="28575"/>
                  </a:moveTo>
                  <a:lnTo>
                    <a:pt x="2019300" y="28575"/>
                  </a:lnTo>
                  <a:lnTo>
                    <a:pt x="2019300" y="47625"/>
                  </a:lnTo>
                  <a:lnTo>
                    <a:pt x="2038350" y="47625"/>
                  </a:lnTo>
                  <a:lnTo>
                    <a:pt x="2038350" y="28575"/>
                  </a:lnTo>
                  <a:close/>
                </a:path>
                <a:path w="2346325" h="76200">
                  <a:moveTo>
                    <a:pt x="2076450" y="28575"/>
                  </a:moveTo>
                  <a:lnTo>
                    <a:pt x="2057400" y="28575"/>
                  </a:lnTo>
                  <a:lnTo>
                    <a:pt x="2057400" y="47625"/>
                  </a:lnTo>
                  <a:lnTo>
                    <a:pt x="2076450" y="47625"/>
                  </a:lnTo>
                  <a:lnTo>
                    <a:pt x="2076450" y="28575"/>
                  </a:lnTo>
                  <a:close/>
                </a:path>
                <a:path w="2346325" h="76200">
                  <a:moveTo>
                    <a:pt x="2114550" y="28575"/>
                  </a:moveTo>
                  <a:lnTo>
                    <a:pt x="2095500" y="28575"/>
                  </a:lnTo>
                  <a:lnTo>
                    <a:pt x="2095500" y="47625"/>
                  </a:lnTo>
                  <a:lnTo>
                    <a:pt x="2114550" y="47625"/>
                  </a:lnTo>
                  <a:lnTo>
                    <a:pt x="2114550" y="28575"/>
                  </a:lnTo>
                  <a:close/>
                </a:path>
                <a:path w="2346325" h="76200">
                  <a:moveTo>
                    <a:pt x="2152650" y="28575"/>
                  </a:moveTo>
                  <a:lnTo>
                    <a:pt x="2133600" y="28575"/>
                  </a:lnTo>
                  <a:lnTo>
                    <a:pt x="2133600" y="47625"/>
                  </a:lnTo>
                  <a:lnTo>
                    <a:pt x="2152650" y="47625"/>
                  </a:lnTo>
                  <a:lnTo>
                    <a:pt x="2152650" y="28575"/>
                  </a:lnTo>
                  <a:close/>
                </a:path>
                <a:path w="2346325" h="76200">
                  <a:moveTo>
                    <a:pt x="2190750" y="28575"/>
                  </a:moveTo>
                  <a:lnTo>
                    <a:pt x="2171700" y="28575"/>
                  </a:lnTo>
                  <a:lnTo>
                    <a:pt x="2171700" y="47625"/>
                  </a:lnTo>
                  <a:lnTo>
                    <a:pt x="2190750" y="47625"/>
                  </a:lnTo>
                  <a:lnTo>
                    <a:pt x="2190750" y="28575"/>
                  </a:lnTo>
                  <a:close/>
                </a:path>
                <a:path w="2346325" h="76200">
                  <a:moveTo>
                    <a:pt x="2228850" y="28575"/>
                  </a:moveTo>
                  <a:lnTo>
                    <a:pt x="2209800" y="28575"/>
                  </a:lnTo>
                  <a:lnTo>
                    <a:pt x="2209800" y="47625"/>
                  </a:lnTo>
                  <a:lnTo>
                    <a:pt x="2228850" y="47625"/>
                  </a:lnTo>
                  <a:lnTo>
                    <a:pt x="2228850" y="28575"/>
                  </a:lnTo>
                  <a:close/>
                </a:path>
                <a:path w="2346325" h="76200">
                  <a:moveTo>
                    <a:pt x="2266950" y="28575"/>
                  </a:moveTo>
                  <a:lnTo>
                    <a:pt x="2247900" y="28575"/>
                  </a:lnTo>
                  <a:lnTo>
                    <a:pt x="2247900" y="47625"/>
                  </a:lnTo>
                  <a:lnTo>
                    <a:pt x="2266950" y="47625"/>
                  </a:lnTo>
                  <a:lnTo>
                    <a:pt x="2266950" y="28575"/>
                  </a:lnTo>
                  <a:close/>
                </a:path>
                <a:path w="2346325" h="76200">
                  <a:moveTo>
                    <a:pt x="2307971" y="0"/>
                  </a:moveTo>
                  <a:lnTo>
                    <a:pt x="2293123" y="2988"/>
                  </a:lnTo>
                  <a:lnTo>
                    <a:pt x="2281015" y="11144"/>
                  </a:lnTo>
                  <a:lnTo>
                    <a:pt x="2272859" y="23252"/>
                  </a:lnTo>
                  <a:lnTo>
                    <a:pt x="2269871" y="38100"/>
                  </a:lnTo>
                  <a:lnTo>
                    <a:pt x="2272859" y="52947"/>
                  </a:lnTo>
                  <a:lnTo>
                    <a:pt x="2281015" y="65055"/>
                  </a:lnTo>
                  <a:lnTo>
                    <a:pt x="2293123" y="73211"/>
                  </a:lnTo>
                  <a:lnTo>
                    <a:pt x="2307971" y="76200"/>
                  </a:lnTo>
                  <a:lnTo>
                    <a:pt x="2322818" y="73211"/>
                  </a:lnTo>
                  <a:lnTo>
                    <a:pt x="2334926" y="65055"/>
                  </a:lnTo>
                  <a:lnTo>
                    <a:pt x="2343082" y="52947"/>
                  </a:lnTo>
                  <a:lnTo>
                    <a:pt x="2344153" y="47625"/>
                  </a:lnTo>
                  <a:lnTo>
                    <a:pt x="2286000" y="47625"/>
                  </a:lnTo>
                  <a:lnTo>
                    <a:pt x="2286000" y="28575"/>
                  </a:lnTo>
                  <a:lnTo>
                    <a:pt x="2344153" y="28575"/>
                  </a:lnTo>
                  <a:lnTo>
                    <a:pt x="2343082" y="23252"/>
                  </a:lnTo>
                  <a:lnTo>
                    <a:pt x="2334926" y="11144"/>
                  </a:lnTo>
                  <a:lnTo>
                    <a:pt x="2322818" y="2988"/>
                  </a:lnTo>
                  <a:lnTo>
                    <a:pt x="2307971" y="0"/>
                  </a:lnTo>
                  <a:close/>
                </a:path>
                <a:path w="2346325" h="76200">
                  <a:moveTo>
                    <a:pt x="2305050" y="28575"/>
                  </a:moveTo>
                  <a:lnTo>
                    <a:pt x="2286000" y="28575"/>
                  </a:lnTo>
                  <a:lnTo>
                    <a:pt x="2286000" y="47625"/>
                  </a:lnTo>
                  <a:lnTo>
                    <a:pt x="2305050" y="47625"/>
                  </a:lnTo>
                  <a:lnTo>
                    <a:pt x="2305050" y="28575"/>
                  </a:lnTo>
                  <a:close/>
                </a:path>
                <a:path w="2346325" h="76200">
                  <a:moveTo>
                    <a:pt x="2344153" y="28575"/>
                  </a:moveTo>
                  <a:lnTo>
                    <a:pt x="2305050" y="28575"/>
                  </a:lnTo>
                  <a:lnTo>
                    <a:pt x="2305050" y="47625"/>
                  </a:lnTo>
                  <a:lnTo>
                    <a:pt x="2344153" y="47625"/>
                  </a:lnTo>
                  <a:lnTo>
                    <a:pt x="2346071" y="38100"/>
                  </a:lnTo>
                  <a:lnTo>
                    <a:pt x="2344153" y="28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850" y="5486400"/>
              <a:ext cx="2505075" cy="8096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09624" y="5739765"/>
            <a:ext cx="117030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Mobilisation</a:t>
            </a:r>
            <a:endParaRPr sz="1550">
              <a:latin typeface="Century Gothic"/>
              <a:cs typeface="Century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60462" y="4522851"/>
            <a:ext cx="4051935" cy="2364105"/>
            <a:chOff x="1160462" y="4522851"/>
            <a:chExt cx="4051935" cy="2364105"/>
          </a:xfrm>
        </p:grpSpPr>
        <p:sp>
          <p:nvSpPr>
            <p:cNvPr id="15" name="object 15"/>
            <p:cNvSpPr/>
            <p:nvPr/>
          </p:nvSpPr>
          <p:spPr>
            <a:xfrm>
              <a:off x="1304925" y="4695825"/>
              <a:ext cx="809625" cy="819150"/>
            </a:xfrm>
            <a:custGeom>
              <a:avLst/>
              <a:gdLst/>
              <a:ahLst/>
              <a:cxnLst/>
              <a:rect l="l" t="t" r="r" b="b"/>
              <a:pathLst>
                <a:path w="809625" h="819150">
                  <a:moveTo>
                    <a:pt x="404875" y="0"/>
                  </a:moveTo>
                  <a:lnTo>
                    <a:pt x="357651" y="2755"/>
                  </a:lnTo>
                  <a:lnTo>
                    <a:pt x="312029" y="10817"/>
                  </a:lnTo>
                  <a:lnTo>
                    <a:pt x="268312" y="23879"/>
                  </a:lnTo>
                  <a:lnTo>
                    <a:pt x="226804" y="41632"/>
                  </a:lnTo>
                  <a:lnTo>
                    <a:pt x="187808" y="63769"/>
                  </a:lnTo>
                  <a:lnTo>
                    <a:pt x="151629" y="89983"/>
                  </a:lnTo>
                  <a:lnTo>
                    <a:pt x="118570" y="119967"/>
                  </a:lnTo>
                  <a:lnTo>
                    <a:pt x="88934" y="153413"/>
                  </a:lnTo>
                  <a:lnTo>
                    <a:pt x="63024" y="190013"/>
                  </a:lnTo>
                  <a:lnTo>
                    <a:pt x="41145" y="229460"/>
                  </a:lnTo>
                  <a:lnTo>
                    <a:pt x="23599" y="271448"/>
                  </a:lnTo>
                  <a:lnTo>
                    <a:pt x="10690" y="315667"/>
                  </a:lnTo>
                  <a:lnTo>
                    <a:pt x="2723" y="361812"/>
                  </a:lnTo>
                  <a:lnTo>
                    <a:pt x="0" y="409575"/>
                  </a:lnTo>
                  <a:lnTo>
                    <a:pt x="2723" y="457337"/>
                  </a:lnTo>
                  <a:lnTo>
                    <a:pt x="10690" y="503482"/>
                  </a:lnTo>
                  <a:lnTo>
                    <a:pt x="23599" y="547701"/>
                  </a:lnTo>
                  <a:lnTo>
                    <a:pt x="41145" y="589689"/>
                  </a:lnTo>
                  <a:lnTo>
                    <a:pt x="63024" y="629136"/>
                  </a:lnTo>
                  <a:lnTo>
                    <a:pt x="88934" y="665736"/>
                  </a:lnTo>
                  <a:lnTo>
                    <a:pt x="118570" y="699182"/>
                  </a:lnTo>
                  <a:lnTo>
                    <a:pt x="151629" y="729166"/>
                  </a:lnTo>
                  <a:lnTo>
                    <a:pt x="187808" y="755380"/>
                  </a:lnTo>
                  <a:lnTo>
                    <a:pt x="226804" y="777517"/>
                  </a:lnTo>
                  <a:lnTo>
                    <a:pt x="268312" y="795270"/>
                  </a:lnTo>
                  <a:lnTo>
                    <a:pt x="312029" y="808332"/>
                  </a:lnTo>
                  <a:lnTo>
                    <a:pt x="357651" y="816394"/>
                  </a:lnTo>
                  <a:lnTo>
                    <a:pt x="404875" y="819150"/>
                  </a:lnTo>
                  <a:lnTo>
                    <a:pt x="452075" y="816394"/>
                  </a:lnTo>
                  <a:lnTo>
                    <a:pt x="497675" y="808332"/>
                  </a:lnTo>
                  <a:lnTo>
                    <a:pt x="541374" y="795270"/>
                  </a:lnTo>
                  <a:lnTo>
                    <a:pt x="582867" y="777517"/>
                  </a:lnTo>
                  <a:lnTo>
                    <a:pt x="621849" y="755380"/>
                  </a:lnTo>
                  <a:lnTo>
                    <a:pt x="658018" y="729166"/>
                  </a:lnTo>
                  <a:lnTo>
                    <a:pt x="691070" y="699182"/>
                  </a:lnTo>
                  <a:lnTo>
                    <a:pt x="720700" y="665736"/>
                  </a:lnTo>
                  <a:lnTo>
                    <a:pt x="746606" y="629136"/>
                  </a:lnTo>
                  <a:lnTo>
                    <a:pt x="768482" y="589689"/>
                  </a:lnTo>
                  <a:lnTo>
                    <a:pt x="786026" y="547701"/>
                  </a:lnTo>
                  <a:lnTo>
                    <a:pt x="798934" y="503482"/>
                  </a:lnTo>
                  <a:lnTo>
                    <a:pt x="806901" y="457337"/>
                  </a:lnTo>
                  <a:lnTo>
                    <a:pt x="809625" y="409575"/>
                  </a:lnTo>
                  <a:lnTo>
                    <a:pt x="806901" y="361812"/>
                  </a:lnTo>
                  <a:lnTo>
                    <a:pt x="798934" y="315667"/>
                  </a:lnTo>
                  <a:lnTo>
                    <a:pt x="786026" y="271448"/>
                  </a:lnTo>
                  <a:lnTo>
                    <a:pt x="768482" y="229460"/>
                  </a:lnTo>
                  <a:lnTo>
                    <a:pt x="746606" y="190013"/>
                  </a:lnTo>
                  <a:lnTo>
                    <a:pt x="720700" y="153413"/>
                  </a:lnTo>
                  <a:lnTo>
                    <a:pt x="691070" y="119967"/>
                  </a:lnTo>
                  <a:lnTo>
                    <a:pt x="658018" y="89983"/>
                  </a:lnTo>
                  <a:lnTo>
                    <a:pt x="621849" y="63769"/>
                  </a:lnTo>
                  <a:lnTo>
                    <a:pt x="582867" y="41632"/>
                  </a:lnTo>
                  <a:lnTo>
                    <a:pt x="541374" y="23879"/>
                  </a:lnTo>
                  <a:lnTo>
                    <a:pt x="497675" y="10817"/>
                  </a:lnTo>
                  <a:lnTo>
                    <a:pt x="452075" y="2755"/>
                  </a:lnTo>
                  <a:lnTo>
                    <a:pt x="404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66812" y="4529201"/>
              <a:ext cx="1143635" cy="1133475"/>
            </a:xfrm>
            <a:custGeom>
              <a:avLst/>
              <a:gdLst/>
              <a:ahLst/>
              <a:cxnLst/>
              <a:rect l="l" t="t" r="r" b="b"/>
              <a:pathLst>
                <a:path w="1143635" h="1133475">
                  <a:moveTo>
                    <a:pt x="571563" y="0"/>
                  </a:moveTo>
                  <a:lnTo>
                    <a:pt x="522238" y="2079"/>
                  </a:lnTo>
                  <a:lnTo>
                    <a:pt x="474080" y="8204"/>
                  </a:lnTo>
                  <a:lnTo>
                    <a:pt x="427260" y="18204"/>
                  </a:lnTo>
                  <a:lnTo>
                    <a:pt x="381950" y="31910"/>
                  </a:lnTo>
                  <a:lnTo>
                    <a:pt x="338321" y="49152"/>
                  </a:lnTo>
                  <a:lnTo>
                    <a:pt x="296543" y="69759"/>
                  </a:lnTo>
                  <a:lnTo>
                    <a:pt x="256790" y="93563"/>
                  </a:lnTo>
                  <a:lnTo>
                    <a:pt x="219232" y="120393"/>
                  </a:lnTo>
                  <a:lnTo>
                    <a:pt x="184040" y="150080"/>
                  </a:lnTo>
                  <a:lnTo>
                    <a:pt x="151387" y="182453"/>
                  </a:lnTo>
                  <a:lnTo>
                    <a:pt x="121443" y="217342"/>
                  </a:lnTo>
                  <a:lnTo>
                    <a:pt x="94379" y="254578"/>
                  </a:lnTo>
                  <a:lnTo>
                    <a:pt x="70368" y="293992"/>
                  </a:lnTo>
                  <a:lnTo>
                    <a:pt x="49581" y="335412"/>
                  </a:lnTo>
                  <a:lnTo>
                    <a:pt x="32189" y="378669"/>
                  </a:lnTo>
                  <a:lnTo>
                    <a:pt x="18363" y="423594"/>
                  </a:lnTo>
                  <a:lnTo>
                    <a:pt x="8275" y="470016"/>
                  </a:lnTo>
                  <a:lnTo>
                    <a:pt x="2097" y="517766"/>
                  </a:lnTo>
                  <a:lnTo>
                    <a:pt x="0" y="566674"/>
                  </a:lnTo>
                  <a:lnTo>
                    <a:pt x="2028" y="613974"/>
                  </a:lnTo>
                  <a:lnTo>
                    <a:pt x="2097" y="615582"/>
                  </a:lnTo>
                  <a:lnTo>
                    <a:pt x="8275" y="663335"/>
                  </a:lnTo>
                  <a:lnTo>
                    <a:pt x="18363" y="709761"/>
                  </a:lnTo>
                  <a:lnTo>
                    <a:pt x="32189" y="754692"/>
                  </a:lnTo>
                  <a:lnTo>
                    <a:pt x="49581" y="797957"/>
                  </a:lnTo>
                  <a:lnTo>
                    <a:pt x="70368" y="839385"/>
                  </a:lnTo>
                  <a:lnTo>
                    <a:pt x="94379" y="878808"/>
                  </a:lnTo>
                  <a:lnTo>
                    <a:pt x="121443" y="916054"/>
                  </a:lnTo>
                  <a:lnTo>
                    <a:pt x="151387" y="950953"/>
                  </a:lnTo>
                  <a:lnTo>
                    <a:pt x="184040" y="983336"/>
                  </a:lnTo>
                  <a:lnTo>
                    <a:pt x="219232" y="1013032"/>
                  </a:lnTo>
                  <a:lnTo>
                    <a:pt x="256790" y="1039872"/>
                  </a:lnTo>
                  <a:lnTo>
                    <a:pt x="296543" y="1063685"/>
                  </a:lnTo>
                  <a:lnTo>
                    <a:pt x="338321" y="1084301"/>
                  </a:lnTo>
                  <a:lnTo>
                    <a:pt x="381950" y="1101550"/>
                  </a:lnTo>
                  <a:lnTo>
                    <a:pt x="427260" y="1115262"/>
                  </a:lnTo>
                  <a:lnTo>
                    <a:pt x="474080" y="1125267"/>
                  </a:lnTo>
                  <a:lnTo>
                    <a:pt x="522238" y="1131394"/>
                  </a:lnTo>
                  <a:lnTo>
                    <a:pt x="571563" y="1133475"/>
                  </a:lnTo>
                  <a:lnTo>
                    <a:pt x="620869" y="1131394"/>
                  </a:lnTo>
                  <a:lnTo>
                    <a:pt x="669012" y="1125267"/>
                  </a:lnTo>
                  <a:lnTo>
                    <a:pt x="715819" y="1115262"/>
                  </a:lnTo>
                  <a:lnTo>
                    <a:pt x="761119" y="1101550"/>
                  </a:lnTo>
                  <a:lnTo>
                    <a:pt x="804740" y="1084301"/>
                  </a:lnTo>
                  <a:lnTo>
                    <a:pt x="846511" y="1063685"/>
                  </a:lnTo>
                  <a:lnTo>
                    <a:pt x="886260" y="1039872"/>
                  </a:lnTo>
                  <a:lnTo>
                    <a:pt x="923816" y="1013032"/>
                  </a:lnTo>
                  <a:lnTo>
                    <a:pt x="959007" y="983336"/>
                  </a:lnTo>
                  <a:lnTo>
                    <a:pt x="991660" y="950953"/>
                  </a:lnTo>
                  <a:lnTo>
                    <a:pt x="1021605" y="916054"/>
                  </a:lnTo>
                  <a:lnTo>
                    <a:pt x="1042925" y="886713"/>
                  </a:lnTo>
                  <a:lnTo>
                    <a:pt x="571563" y="886713"/>
                  </a:lnTo>
                  <a:lnTo>
                    <a:pt x="523549" y="883244"/>
                  </a:lnTo>
                  <a:lnTo>
                    <a:pt x="477726" y="873166"/>
                  </a:lnTo>
                  <a:lnTo>
                    <a:pt x="434594" y="856973"/>
                  </a:lnTo>
                  <a:lnTo>
                    <a:pt x="394656" y="835161"/>
                  </a:lnTo>
                  <a:lnTo>
                    <a:pt x="358414" y="808223"/>
                  </a:lnTo>
                  <a:lnTo>
                    <a:pt x="326370" y="776656"/>
                  </a:lnTo>
                  <a:lnTo>
                    <a:pt x="299027" y="740952"/>
                  </a:lnTo>
                  <a:lnTo>
                    <a:pt x="276886" y="701608"/>
                  </a:lnTo>
                  <a:lnTo>
                    <a:pt x="260449" y="659117"/>
                  </a:lnTo>
                  <a:lnTo>
                    <a:pt x="250219" y="613974"/>
                  </a:lnTo>
                  <a:lnTo>
                    <a:pt x="246697" y="566674"/>
                  </a:lnTo>
                  <a:lnTo>
                    <a:pt x="250219" y="519373"/>
                  </a:lnTo>
                  <a:lnTo>
                    <a:pt x="260449" y="474230"/>
                  </a:lnTo>
                  <a:lnTo>
                    <a:pt x="276886" y="431739"/>
                  </a:lnTo>
                  <a:lnTo>
                    <a:pt x="299027" y="392395"/>
                  </a:lnTo>
                  <a:lnTo>
                    <a:pt x="326370" y="356691"/>
                  </a:lnTo>
                  <a:lnTo>
                    <a:pt x="358414" y="325124"/>
                  </a:lnTo>
                  <a:lnTo>
                    <a:pt x="394656" y="298186"/>
                  </a:lnTo>
                  <a:lnTo>
                    <a:pt x="434594" y="276374"/>
                  </a:lnTo>
                  <a:lnTo>
                    <a:pt x="477726" y="260181"/>
                  </a:lnTo>
                  <a:lnTo>
                    <a:pt x="523549" y="250103"/>
                  </a:lnTo>
                  <a:lnTo>
                    <a:pt x="571563" y="246634"/>
                  </a:lnTo>
                  <a:lnTo>
                    <a:pt x="1042895" y="246634"/>
                  </a:lnTo>
                  <a:lnTo>
                    <a:pt x="1021605" y="217342"/>
                  </a:lnTo>
                  <a:lnTo>
                    <a:pt x="991660" y="182453"/>
                  </a:lnTo>
                  <a:lnTo>
                    <a:pt x="959007" y="150080"/>
                  </a:lnTo>
                  <a:lnTo>
                    <a:pt x="923816" y="120393"/>
                  </a:lnTo>
                  <a:lnTo>
                    <a:pt x="886260" y="93563"/>
                  </a:lnTo>
                  <a:lnTo>
                    <a:pt x="846511" y="69759"/>
                  </a:lnTo>
                  <a:lnTo>
                    <a:pt x="804740" y="49152"/>
                  </a:lnTo>
                  <a:lnTo>
                    <a:pt x="761119" y="31910"/>
                  </a:lnTo>
                  <a:lnTo>
                    <a:pt x="715819" y="18204"/>
                  </a:lnTo>
                  <a:lnTo>
                    <a:pt x="669012" y="8204"/>
                  </a:lnTo>
                  <a:lnTo>
                    <a:pt x="620869" y="2079"/>
                  </a:lnTo>
                  <a:lnTo>
                    <a:pt x="571563" y="0"/>
                  </a:lnTo>
                  <a:close/>
                </a:path>
                <a:path w="1143635" h="1133475">
                  <a:moveTo>
                    <a:pt x="1042895" y="246634"/>
                  </a:moveTo>
                  <a:lnTo>
                    <a:pt x="571563" y="246634"/>
                  </a:lnTo>
                  <a:lnTo>
                    <a:pt x="619545" y="250103"/>
                  </a:lnTo>
                  <a:lnTo>
                    <a:pt x="665343" y="260181"/>
                  </a:lnTo>
                  <a:lnTo>
                    <a:pt x="708454" y="276374"/>
                  </a:lnTo>
                  <a:lnTo>
                    <a:pt x="748376" y="298186"/>
                  </a:lnTo>
                  <a:lnTo>
                    <a:pt x="784606" y="325124"/>
                  </a:lnTo>
                  <a:lnTo>
                    <a:pt x="816641" y="356691"/>
                  </a:lnTo>
                  <a:lnTo>
                    <a:pt x="843978" y="392395"/>
                  </a:lnTo>
                  <a:lnTo>
                    <a:pt x="866116" y="431739"/>
                  </a:lnTo>
                  <a:lnTo>
                    <a:pt x="882551" y="474230"/>
                  </a:lnTo>
                  <a:lnTo>
                    <a:pt x="892780" y="519373"/>
                  </a:lnTo>
                  <a:lnTo>
                    <a:pt x="896302" y="566674"/>
                  </a:lnTo>
                  <a:lnTo>
                    <a:pt x="892780" y="613974"/>
                  </a:lnTo>
                  <a:lnTo>
                    <a:pt x="882551" y="659117"/>
                  </a:lnTo>
                  <a:lnTo>
                    <a:pt x="866116" y="701608"/>
                  </a:lnTo>
                  <a:lnTo>
                    <a:pt x="843978" y="740952"/>
                  </a:lnTo>
                  <a:lnTo>
                    <a:pt x="816641" y="776656"/>
                  </a:lnTo>
                  <a:lnTo>
                    <a:pt x="784606" y="808223"/>
                  </a:lnTo>
                  <a:lnTo>
                    <a:pt x="748376" y="835161"/>
                  </a:lnTo>
                  <a:lnTo>
                    <a:pt x="708454" y="856973"/>
                  </a:lnTo>
                  <a:lnTo>
                    <a:pt x="665343" y="873166"/>
                  </a:lnTo>
                  <a:lnTo>
                    <a:pt x="619545" y="883244"/>
                  </a:lnTo>
                  <a:lnTo>
                    <a:pt x="571563" y="886713"/>
                  </a:lnTo>
                  <a:lnTo>
                    <a:pt x="1042925" y="886713"/>
                  </a:lnTo>
                  <a:lnTo>
                    <a:pt x="1072683" y="839385"/>
                  </a:lnTo>
                  <a:lnTo>
                    <a:pt x="1093473" y="797957"/>
                  </a:lnTo>
                  <a:lnTo>
                    <a:pt x="1110868" y="754692"/>
                  </a:lnTo>
                  <a:lnTo>
                    <a:pt x="1124696" y="709761"/>
                  </a:lnTo>
                  <a:lnTo>
                    <a:pt x="1134785" y="663335"/>
                  </a:lnTo>
                  <a:lnTo>
                    <a:pt x="1140965" y="615582"/>
                  </a:lnTo>
                  <a:lnTo>
                    <a:pt x="1143063" y="566674"/>
                  </a:lnTo>
                  <a:lnTo>
                    <a:pt x="1141034" y="519373"/>
                  </a:lnTo>
                  <a:lnTo>
                    <a:pt x="1134785" y="470016"/>
                  </a:lnTo>
                  <a:lnTo>
                    <a:pt x="1124696" y="423594"/>
                  </a:lnTo>
                  <a:lnTo>
                    <a:pt x="1110868" y="378669"/>
                  </a:lnTo>
                  <a:lnTo>
                    <a:pt x="1093473" y="335412"/>
                  </a:lnTo>
                  <a:lnTo>
                    <a:pt x="1072683" y="293992"/>
                  </a:lnTo>
                  <a:lnTo>
                    <a:pt x="1048670" y="254578"/>
                  </a:lnTo>
                  <a:lnTo>
                    <a:pt x="1042895" y="246634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66812" y="4529201"/>
              <a:ext cx="1143635" cy="1133475"/>
            </a:xfrm>
            <a:custGeom>
              <a:avLst/>
              <a:gdLst/>
              <a:ahLst/>
              <a:cxnLst/>
              <a:rect l="l" t="t" r="r" b="b"/>
              <a:pathLst>
                <a:path w="1143635" h="1133475">
                  <a:moveTo>
                    <a:pt x="0" y="566674"/>
                  </a:moveTo>
                  <a:lnTo>
                    <a:pt x="2097" y="517766"/>
                  </a:lnTo>
                  <a:lnTo>
                    <a:pt x="8275" y="470016"/>
                  </a:lnTo>
                  <a:lnTo>
                    <a:pt x="18363" y="423594"/>
                  </a:lnTo>
                  <a:lnTo>
                    <a:pt x="32189" y="378669"/>
                  </a:lnTo>
                  <a:lnTo>
                    <a:pt x="49581" y="335412"/>
                  </a:lnTo>
                  <a:lnTo>
                    <a:pt x="70368" y="293992"/>
                  </a:lnTo>
                  <a:lnTo>
                    <a:pt x="94379" y="254578"/>
                  </a:lnTo>
                  <a:lnTo>
                    <a:pt x="121443" y="217342"/>
                  </a:lnTo>
                  <a:lnTo>
                    <a:pt x="151387" y="182453"/>
                  </a:lnTo>
                  <a:lnTo>
                    <a:pt x="184040" y="150080"/>
                  </a:lnTo>
                  <a:lnTo>
                    <a:pt x="219232" y="120393"/>
                  </a:lnTo>
                  <a:lnTo>
                    <a:pt x="256790" y="93563"/>
                  </a:lnTo>
                  <a:lnTo>
                    <a:pt x="296543" y="69759"/>
                  </a:lnTo>
                  <a:lnTo>
                    <a:pt x="338321" y="49152"/>
                  </a:lnTo>
                  <a:lnTo>
                    <a:pt x="381950" y="31910"/>
                  </a:lnTo>
                  <a:lnTo>
                    <a:pt x="427260" y="18204"/>
                  </a:lnTo>
                  <a:lnTo>
                    <a:pt x="474080" y="8204"/>
                  </a:lnTo>
                  <a:lnTo>
                    <a:pt x="522238" y="2079"/>
                  </a:lnTo>
                  <a:lnTo>
                    <a:pt x="571563" y="0"/>
                  </a:lnTo>
                  <a:lnTo>
                    <a:pt x="620869" y="2079"/>
                  </a:lnTo>
                  <a:lnTo>
                    <a:pt x="669012" y="8204"/>
                  </a:lnTo>
                  <a:lnTo>
                    <a:pt x="715819" y="18204"/>
                  </a:lnTo>
                  <a:lnTo>
                    <a:pt x="761119" y="31910"/>
                  </a:lnTo>
                  <a:lnTo>
                    <a:pt x="804740" y="49152"/>
                  </a:lnTo>
                  <a:lnTo>
                    <a:pt x="846511" y="69759"/>
                  </a:lnTo>
                  <a:lnTo>
                    <a:pt x="886260" y="93563"/>
                  </a:lnTo>
                  <a:lnTo>
                    <a:pt x="923816" y="120393"/>
                  </a:lnTo>
                  <a:lnTo>
                    <a:pt x="959007" y="150080"/>
                  </a:lnTo>
                  <a:lnTo>
                    <a:pt x="991660" y="182453"/>
                  </a:lnTo>
                  <a:lnTo>
                    <a:pt x="1021605" y="217342"/>
                  </a:lnTo>
                  <a:lnTo>
                    <a:pt x="1048670" y="254578"/>
                  </a:lnTo>
                  <a:lnTo>
                    <a:pt x="1072683" y="293992"/>
                  </a:lnTo>
                  <a:lnTo>
                    <a:pt x="1093473" y="335412"/>
                  </a:lnTo>
                  <a:lnTo>
                    <a:pt x="1110868" y="378669"/>
                  </a:lnTo>
                  <a:lnTo>
                    <a:pt x="1124696" y="423594"/>
                  </a:lnTo>
                  <a:lnTo>
                    <a:pt x="1134785" y="470016"/>
                  </a:lnTo>
                  <a:lnTo>
                    <a:pt x="1140965" y="517766"/>
                  </a:lnTo>
                  <a:lnTo>
                    <a:pt x="1143063" y="566674"/>
                  </a:lnTo>
                  <a:lnTo>
                    <a:pt x="1140965" y="615582"/>
                  </a:lnTo>
                  <a:lnTo>
                    <a:pt x="1134785" y="663335"/>
                  </a:lnTo>
                  <a:lnTo>
                    <a:pt x="1124696" y="709761"/>
                  </a:lnTo>
                  <a:lnTo>
                    <a:pt x="1110868" y="754692"/>
                  </a:lnTo>
                  <a:lnTo>
                    <a:pt x="1093473" y="797957"/>
                  </a:lnTo>
                  <a:lnTo>
                    <a:pt x="1072683" y="839385"/>
                  </a:lnTo>
                  <a:lnTo>
                    <a:pt x="1048670" y="878808"/>
                  </a:lnTo>
                  <a:lnTo>
                    <a:pt x="1021605" y="916054"/>
                  </a:lnTo>
                  <a:lnTo>
                    <a:pt x="991660" y="950953"/>
                  </a:lnTo>
                  <a:lnTo>
                    <a:pt x="959007" y="983336"/>
                  </a:lnTo>
                  <a:lnTo>
                    <a:pt x="923816" y="1013032"/>
                  </a:lnTo>
                  <a:lnTo>
                    <a:pt x="886260" y="1039872"/>
                  </a:lnTo>
                  <a:lnTo>
                    <a:pt x="846511" y="1063685"/>
                  </a:lnTo>
                  <a:lnTo>
                    <a:pt x="804740" y="1084301"/>
                  </a:lnTo>
                  <a:lnTo>
                    <a:pt x="761119" y="1101550"/>
                  </a:lnTo>
                  <a:lnTo>
                    <a:pt x="715819" y="1115262"/>
                  </a:lnTo>
                  <a:lnTo>
                    <a:pt x="669012" y="1125267"/>
                  </a:lnTo>
                  <a:lnTo>
                    <a:pt x="620869" y="1131394"/>
                  </a:lnTo>
                  <a:lnTo>
                    <a:pt x="571563" y="1133475"/>
                  </a:lnTo>
                  <a:lnTo>
                    <a:pt x="522238" y="1131394"/>
                  </a:lnTo>
                  <a:lnTo>
                    <a:pt x="474080" y="1125267"/>
                  </a:lnTo>
                  <a:lnTo>
                    <a:pt x="427260" y="1115262"/>
                  </a:lnTo>
                  <a:lnTo>
                    <a:pt x="381950" y="1101550"/>
                  </a:lnTo>
                  <a:lnTo>
                    <a:pt x="338321" y="1084301"/>
                  </a:lnTo>
                  <a:lnTo>
                    <a:pt x="296543" y="1063685"/>
                  </a:lnTo>
                  <a:lnTo>
                    <a:pt x="256790" y="1039872"/>
                  </a:lnTo>
                  <a:lnTo>
                    <a:pt x="219232" y="1013032"/>
                  </a:lnTo>
                  <a:lnTo>
                    <a:pt x="184040" y="983336"/>
                  </a:lnTo>
                  <a:lnTo>
                    <a:pt x="151387" y="950953"/>
                  </a:lnTo>
                  <a:lnTo>
                    <a:pt x="121443" y="916054"/>
                  </a:lnTo>
                  <a:lnTo>
                    <a:pt x="94379" y="878808"/>
                  </a:lnTo>
                  <a:lnTo>
                    <a:pt x="70368" y="839385"/>
                  </a:lnTo>
                  <a:lnTo>
                    <a:pt x="49581" y="797957"/>
                  </a:lnTo>
                  <a:lnTo>
                    <a:pt x="32189" y="754692"/>
                  </a:lnTo>
                  <a:lnTo>
                    <a:pt x="18363" y="709761"/>
                  </a:lnTo>
                  <a:lnTo>
                    <a:pt x="8275" y="663335"/>
                  </a:lnTo>
                  <a:lnTo>
                    <a:pt x="2097" y="615582"/>
                  </a:lnTo>
                  <a:lnTo>
                    <a:pt x="0" y="566674"/>
                  </a:lnTo>
                  <a:close/>
                </a:path>
                <a:path w="1143635" h="1133475">
                  <a:moveTo>
                    <a:pt x="246697" y="566674"/>
                  </a:moveTo>
                  <a:lnTo>
                    <a:pt x="250219" y="613974"/>
                  </a:lnTo>
                  <a:lnTo>
                    <a:pt x="260449" y="659117"/>
                  </a:lnTo>
                  <a:lnTo>
                    <a:pt x="276886" y="701608"/>
                  </a:lnTo>
                  <a:lnTo>
                    <a:pt x="299027" y="740952"/>
                  </a:lnTo>
                  <a:lnTo>
                    <a:pt x="326370" y="776656"/>
                  </a:lnTo>
                  <a:lnTo>
                    <a:pt x="358414" y="808223"/>
                  </a:lnTo>
                  <a:lnTo>
                    <a:pt x="394656" y="835161"/>
                  </a:lnTo>
                  <a:lnTo>
                    <a:pt x="434594" y="856973"/>
                  </a:lnTo>
                  <a:lnTo>
                    <a:pt x="477726" y="873166"/>
                  </a:lnTo>
                  <a:lnTo>
                    <a:pt x="523549" y="883244"/>
                  </a:lnTo>
                  <a:lnTo>
                    <a:pt x="571563" y="886713"/>
                  </a:lnTo>
                  <a:lnTo>
                    <a:pt x="619545" y="883244"/>
                  </a:lnTo>
                  <a:lnTo>
                    <a:pt x="665343" y="873166"/>
                  </a:lnTo>
                  <a:lnTo>
                    <a:pt x="708454" y="856973"/>
                  </a:lnTo>
                  <a:lnTo>
                    <a:pt x="748376" y="835161"/>
                  </a:lnTo>
                  <a:lnTo>
                    <a:pt x="784606" y="808223"/>
                  </a:lnTo>
                  <a:lnTo>
                    <a:pt x="816641" y="776656"/>
                  </a:lnTo>
                  <a:lnTo>
                    <a:pt x="843978" y="740952"/>
                  </a:lnTo>
                  <a:lnTo>
                    <a:pt x="866116" y="701608"/>
                  </a:lnTo>
                  <a:lnTo>
                    <a:pt x="882551" y="659117"/>
                  </a:lnTo>
                  <a:lnTo>
                    <a:pt x="892780" y="613974"/>
                  </a:lnTo>
                  <a:lnTo>
                    <a:pt x="896302" y="566674"/>
                  </a:lnTo>
                  <a:lnTo>
                    <a:pt x="892780" y="519373"/>
                  </a:lnTo>
                  <a:lnTo>
                    <a:pt x="882551" y="474230"/>
                  </a:lnTo>
                  <a:lnTo>
                    <a:pt x="866116" y="431739"/>
                  </a:lnTo>
                  <a:lnTo>
                    <a:pt x="843978" y="392395"/>
                  </a:lnTo>
                  <a:lnTo>
                    <a:pt x="816641" y="356691"/>
                  </a:lnTo>
                  <a:lnTo>
                    <a:pt x="784606" y="325124"/>
                  </a:lnTo>
                  <a:lnTo>
                    <a:pt x="748376" y="298186"/>
                  </a:lnTo>
                  <a:lnTo>
                    <a:pt x="708454" y="276374"/>
                  </a:lnTo>
                  <a:lnTo>
                    <a:pt x="665343" y="260181"/>
                  </a:lnTo>
                  <a:lnTo>
                    <a:pt x="619545" y="250103"/>
                  </a:lnTo>
                  <a:lnTo>
                    <a:pt x="571563" y="246634"/>
                  </a:lnTo>
                  <a:lnTo>
                    <a:pt x="523549" y="250103"/>
                  </a:lnTo>
                  <a:lnTo>
                    <a:pt x="477726" y="260181"/>
                  </a:lnTo>
                  <a:lnTo>
                    <a:pt x="434594" y="276374"/>
                  </a:lnTo>
                  <a:lnTo>
                    <a:pt x="394656" y="298186"/>
                  </a:lnTo>
                  <a:lnTo>
                    <a:pt x="358414" y="325124"/>
                  </a:lnTo>
                  <a:lnTo>
                    <a:pt x="326370" y="356691"/>
                  </a:lnTo>
                  <a:lnTo>
                    <a:pt x="299027" y="392395"/>
                  </a:lnTo>
                  <a:lnTo>
                    <a:pt x="276886" y="431739"/>
                  </a:lnTo>
                  <a:lnTo>
                    <a:pt x="260449" y="474230"/>
                  </a:lnTo>
                  <a:lnTo>
                    <a:pt x="250219" y="519373"/>
                  </a:lnTo>
                  <a:lnTo>
                    <a:pt x="246697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71625" y="4848225"/>
              <a:ext cx="342900" cy="361950"/>
            </a:xfrm>
            <a:custGeom>
              <a:avLst/>
              <a:gdLst/>
              <a:ahLst/>
              <a:cxnLst/>
              <a:rect l="l" t="t" r="r" b="b"/>
              <a:pathLst>
                <a:path w="342900" h="361950">
                  <a:moveTo>
                    <a:pt x="171450" y="0"/>
                  </a:moveTo>
                  <a:lnTo>
                    <a:pt x="125853" y="5441"/>
                  </a:lnTo>
                  <a:lnTo>
                    <a:pt x="84892" y="20795"/>
                  </a:lnTo>
                  <a:lnTo>
                    <a:pt x="50196" y="44608"/>
                  </a:lnTo>
                  <a:lnTo>
                    <a:pt x="23396" y="75428"/>
                  </a:lnTo>
                  <a:lnTo>
                    <a:pt x="6120" y="111801"/>
                  </a:lnTo>
                  <a:lnTo>
                    <a:pt x="0" y="152273"/>
                  </a:lnTo>
                  <a:lnTo>
                    <a:pt x="1976" y="175426"/>
                  </a:lnTo>
                  <a:lnTo>
                    <a:pt x="16930" y="218209"/>
                  </a:lnTo>
                  <a:lnTo>
                    <a:pt x="38227" y="247903"/>
                  </a:lnTo>
                  <a:lnTo>
                    <a:pt x="38734" y="248792"/>
                  </a:lnTo>
                  <a:lnTo>
                    <a:pt x="41402" y="252984"/>
                  </a:lnTo>
                  <a:lnTo>
                    <a:pt x="44068" y="256794"/>
                  </a:lnTo>
                  <a:lnTo>
                    <a:pt x="46609" y="259841"/>
                  </a:lnTo>
                  <a:lnTo>
                    <a:pt x="69619" y="293745"/>
                  </a:lnTo>
                  <a:lnTo>
                    <a:pt x="79819" y="322087"/>
                  </a:lnTo>
                  <a:lnTo>
                    <a:pt x="81827" y="344834"/>
                  </a:lnTo>
                  <a:lnTo>
                    <a:pt x="80263" y="361950"/>
                  </a:lnTo>
                  <a:lnTo>
                    <a:pt x="262636" y="361950"/>
                  </a:lnTo>
                  <a:lnTo>
                    <a:pt x="261072" y="344834"/>
                  </a:lnTo>
                  <a:lnTo>
                    <a:pt x="261657" y="338200"/>
                  </a:lnTo>
                  <a:lnTo>
                    <a:pt x="109347" y="338200"/>
                  </a:lnTo>
                  <a:lnTo>
                    <a:pt x="103804" y="305345"/>
                  </a:lnTo>
                  <a:lnTo>
                    <a:pt x="93297" y="281574"/>
                  </a:lnTo>
                  <a:lnTo>
                    <a:pt x="81289" y="264209"/>
                  </a:lnTo>
                  <a:lnTo>
                    <a:pt x="71247" y="250571"/>
                  </a:lnTo>
                  <a:lnTo>
                    <a:pt x="65724" y="241911"/>
                  </a:lnTo>
                  <a:lnTo>
                    <a:pt x="62595" y="237585"/>
                  </a:lnTo>
                  <a:lnTo>
                    <a:pt x="60299" y="234926"/>
                  </a:lnTo>
                  <a:lnTo>
                    <a:pt x="57276" y="231266"/>
                  </a:lnTo>
                  <a:lnTo>
                    <a:pt x="47263" y="214874"/>
                  </a:lnTo>
                  <a:lnTo>
                    <a:pt x="39846" y="197088"/>
                  </a:lnTo>
                  <a:lnTo>
                    <a:pt x="35238" y="178135"/>
                  </a:lnTo>
                  <a:lnTo>
                    <a:pt x="33655" y="158241"/>
                  </a:lnTo>
                  <a:lnTo>
                    <a:pt x="40711" y="117025"/>
                  </a:lnTo>
                  <a:lnTo>
                    <a:pt x="60355" y="81223"/>
                  </a:lnTo>
                  <a:lnTo>
                    <a:pt x="90302" y="52985"/>
                  </a:lnTo>
                  <a:lnTo>
                    <a:pt x="128264" y="34464"/>
                  </a:lnTo>
                  <a:lnTo>
                    <a:pt x="171957" y="27812"/>
                  </a:lnTo>
                  <a:lnTo>
                    <a:pt x="268232" y="27812"/>
                  </a:lnTo>
                  <a:lnTo>
                    <a:pt x="258007" y="20795"/>
                  </a:lnTo>
                  <a:lnTo>
                    <a:pt x="217046" y="5441"/>
                  </a:lnTo>
                  <a:lnTo>
                    <a:pt x="171450" y="0"/>
                  </a:lnTo>
                  <a:close/>
                </a:path>
                <a:path w="342900" h="361950">
                  <a:moveTo>
                    <a:pt x="268232" y="27812"/>
                  </a:moveTo>
                  <a:lnTo>
                    <a:pt x="171957" y="27812"/>
                  </a:lnTo>
                  <a:lnTo>
                    <a:pt x="215713" y="34464"/>
                  </a:lnTo>
                  <a:lnTo>
                    <a:pt x="253713" y="52985"/>
                  </a:lnTo>
                  <a:lnTo>
                    <a:pt x="283679" y="81223"/>
                  </a:lnTo>
                  <a:lnTo>
                    <a:pt x="303330" y="117025"/>
                  </a:lnTo>
                  <a:lnTo>
                    <a:pt x="310388" y="158241"/>
                  </a:lnTo>
                  <a:lnTo>
                    <a:pt x="308786" y="178135"/>
                  </a:lnTo>
                  <a:lnTo>
                    <a:pt x="304149" y="197088"/>
                  </a:lnTo>
                  <a:lnTo>
                    <a:pt x="296725" y="214874"/>
                  </a:lnTo>
                  <a:lnTo>
                    <a:pt x="286766" y="231266"/>
                  </a:lnTo>
                  <a:lnTo>
                    <a:pt x="279526" y="240411"/>
                  </a:lnTo>
                  <a:lnTo>
                    <a:pt x="272669" y="250571"/>
                  </a:lnTo>
                  <a:lnTo>
                    <a:pt x="262715" y="266531"/>
                  </a:lnTo>
                  <a:lnTo>
                    <a:pt x="248380" y="288337"/>
                  </a:lnTo>
                  <a:lnTo>
                    <a:pt x="237521" y="313168"/>
                  </a:lnTo>
                  <a:lnTo>
                    <a:pt x="237998" y="338200"/>
                  </a:lnTo>
                  <a:lnTo>
                    <a:pt x="261657" y="338200"/>
                  </a:lnTo>
                  <a:lnTo>
                    <a:pt x="263080" y="322087"/>
                  </a:lnTo>
                  <a:lnTo>
                    <a:pt x="273280" y="293745"/>
                  </a:lnTo>
                  <a:lnTo>
                    <a:pt x="296291" y="259841"/>
                  </a:lnTo>
                  <a:lnTo>
                    <a:pt x="298831" y="256794"/>
                  </a:lnTo>
                  <a:lnTo>
                    <a:pt x="301498" y="252984"/>
                  </a:lnTo>
                  <a:lnTo>
                    <a:pt x="304164" y="248792"/>
                  </a:lnTo>
                  <a:lnTo>
                    <a:pt x="304673" y="247903"/>
                  </a:lnTo>
                  <a:lnTo>
                    <a:pt x="313563" y="237362"/>
                  </a:lnTo>
                  <a:lnTo>
                    <a:pt x="325969" y="218209"/>
                  </a:lnTo>
                  <a:lnTo>
                    <a:pt x="335184" y="197485"/>
                  </a:lnTo>
                  <a:lnTo>
                    <a:pt x="340923" y="175426"/>
                  </a:lnTo>
                  <a:lnTo>
                    <a:pt x="342900" y="152273"/>
                  </a:lnTo>
                  <a:lnTo>
                    <a:pt x="336779" y="111801"/>
                  </a:lnTo>
                  <a:lnTo>
                    <a:pt x="319503" y="75428"/>
                  </a:lnTo>
                  <a:lnTo>
                    <a:pt x="292703" y="44608"/>
                  </a:lnTo>
                  <a:lnTo>
                    <a:pt x="268232" y="27812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6875" y="5229225"/>
              <a:ext cx="152400" cy="1333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05300" y="4743450"/>
              <a:ext cx="695325" cy="695325"/>
            </a:xfrm>
            <a:custGeom>
              <a:avLst/>
              <a:gdLst/>
              <a:ahLst/>
              <a:cxnLst/>
              <a:rect l="l" t="t" r="r" b="b"/>
              <a:pathLst>
                <a:path w="695325" h="695325">
                  <a:moveTo>
                    <a:pt x="347725" y="0"/>
                  </a:moveTo>
                  <a:lnTo>
                    <a:pt x="300545" y="3174"/>
                  </a:lnTo>
                  <a:lnTo>
                    <a:pt x="255293" y="12421"/>
                  </a:lnTo>
                  <a:lnTo>
                    <a:pt x="212383" y="27326"/>
                  </a:lnTo>
                  <a:lnTo>
                    <a:pt x="172230" y="47474"/>
                  </a:lnTo>
                  <a:lnTo>
                    <a:pt x="135249" y="72449"/>
                  </a:lnTo>
                  <a:lnTo>
                    <a:pt x="101853" y="101838"/>
                  </a:lnTo>
                  <a:lnTo>
                    <a:pt x="72459" y="135224"/>
                  </a:lnTo>
                  <a:lnTo>
                    <a:pt x="47479" y="172193"/>
                  </a:lnTo>
                  <a:lnTo>
                    <a:pt x="27328" y="212330"/>
                  </a:lnTo>
                  <a:lnTo>
                    <a:pt x="12422" y="255220"/>
                  </a:lnTo>
                  <a:lnTo>
                    <a:pt x="3174" y="300447"/>
                  </a:lnTo>
                  <a:lnTo>
                    <a:pt x="0" y="347599"/>
                  </a:lnTo>
                  <a:lnTo>
                    <a:pt x="3174" y="394779"/>
                  </a:lnTo>
                  <a:lnTo>
                    <a:pt x="12422" y="440031"/>
                  </a:lnTo>
                  <a:lnTo>
                    <a:pt x="27328" y="482941"/>
                  </a:lnTo>
                  <a:lnTo>
                    <a:pt x="47479" y="523094"/>
                  </a:lnTo>
                  <a:lnTo>
                    <a:pt x="72459" y="560075"/>
                  </a:lnTo>
                  <a:lnTo>
                    <a:pt x="101853" y="593471"/>
                  </a:lnTo>
                  <a:lnTo>
                    <a:pt x="135249" y="622865"/>
                  </a:lnTo>
                  <a:lnTo>
                    <a:pt x="172230" y="647845"/>
                  </a:lnTo>
                  <a:lnTo>
                    <a:pt x="212383" y="667996"/>
                  </a:lnTo>
                  <a:lnTo>
                    <a:pt x="255293" y="682902"/>
                  </a:lnTo>
                  <a:lnTo>
                    <a:pt x="300545" y="692150"/>
                  </a:lnTo>
                  <a:lnTo>
                    <a:pt x="347725" y="695325"/>
                  </a:lnTo>
                  <a:lnTo>
                    <a:pt x="394877" y="692150"/>
                  </a:lnTo>
                  <a:lnTo>
                    <a:pt x="440104" y="682902"/>
                  </a:lnTo>
                  <a:lnTo>
                    <a:pt x="482994" y="667996"/>
                  </a:lnTo>
                  <a:lnTo>
                    <a:pt x="523131" y="647845"/>
                  </a:lnTo>
                  <a:lnTo>
                    <a:pt x="560100" y="622865"/>
                  </a:lnTo>
                  <a:lnTo>
                    <a:pt x="593486" y="593471"/>
                  </a:lnTo>
                  <a:lnTo>
                    <a:pt x="622875" y="560075"/>
                  </a:lnTo>
                  <a:lnTo>
                    <a:pt x="647850" y="523094"/>
                  </a:lnTo>
                  <a:lnTo>
                    <a:pt x="667998" y="482941"/>
                  </a:lnTo>
                  <a:lnTo>
                    <a:pt x="682903" y="440031"/>
                  </a:lnTo>
                  <a:lnTo>
                    <a:pt x="692150" y="394779"/>
                  </a:lnTo>
                  <a:lnTo>
                    <a:pt x="695325" y="347599"/>
                  </a:lnTo>
                  <a:lnTo>
                    <a:pt x="692150" y="300447"/>
                  </a:lnTo>
                  <a:lnTo>
                    <a:pt x="682903" y="255220"/>
                  </a:lnTo>
                  <a:lnTo>
                    <a:pt x="667998" y="212330"/>
                  </a:lnTo>
                  <a:lnTo>
                    <a:pt x="647850" y="172193"/>
                  </a:lnTo>
                  <a:lnTo>
                    <a:pt x="622875" y="135224"/>
                  </a:lnTo>
                  <a:lnTo>
                    <a:pt x="593486" y="101838"/>
                  </a:lnTo>
                  <a:lnTo>
                    <a:pt x="560100" y="72449"/>
                  </a:lnTo>
                  <a:lnTo>
                    <a:pt x="523131" y="47474"/>
                  </a:lnTo>
                  <a:lnTo>
                    <a:pt x="482994" y="27326"/>
                  </a:lnTo>
                  <a:lnTo>
                    <a:pt x="440104" y="12421"/>
                  </a:lnTo>
                  <a:lnTo>
                    <a:pt x="394877" y="3174"/>
                  </a:lnTo>
                  <a:lnTo>
                    <a:pt x="347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72001" y="4538726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566674" y="0"/>
                  </a:moveTo>
                  <a:lnTo>
                    <a:pt x="517766" y="2079"/>
                  </a:lnTo>
                  <a:lnTo>
                    <a:pt x="470016" y="8204"/>
                  </a:lnTo>
                  <a:lnTo>
                    <a:pt x="423594" y="18204"/>
                  </a:lnTo>
                  <a:lnTo>
                    <a:pt x="378669" y="31910"/>
                  </a:lnTo>
                  <a:lnTo>
                    <a:pt x="335412" y="49152"/>
                  </a:lnTo>
                  <a:lnTo>
                    <a:pt x="293992" y="69759"/>
                  </a:lnTo>
                  <a:lnTo>
                    <a:pt x="254578" y="93563"/>
                  </a:lnTo>
                  <a:lnTo>
                    <a:pt x="217342" y="120393"/>
                  </a:lnTo>
                  <a:lnTo>
                    <a:pt x="182453" y="150080"/>
                  </a:lnTo>
                  <a:lnTo>
                    <a:pt x="150080" y="182453"/>
                  </a:lnTo>
                  <a:lnTo>
                    <a:pt x="120393" y="217342"/>
                  </a:lnTo>
                  <a:lnTo>
                    <a:pt x="93563" y="254578"/>
                  </a:lnTo>
                  <a:lnTo>
                    <a:pt x="69759" y="293992"/>
                  </a:lnTo>
                  <a:lnTo>
                    <a:pt x="49152" y="335412"/>
                  </a:lnTo>
                  <a:lnTo>
                    <a:pt x="31910" y="378669"/>
                  </a:lnTo>
                  <a:lnTo>
                    <a:pt x="18204" y="423594"/>
                  </a:lnTo>
                  <a:lnTo>
                    <a:pt x="8204" y="470016"/>
                  </a:lnTo>
                  <a:lnTo>
                    <a:pt x="2079" y="517766"/>
                  </a:lnTo>
                  <a:lnTo>
                    <a:pt x="0" y="566674"/>
                  </a:lnTo>
                  <a:lnTo>
                    <a:pt x="2010" y="613974"/>
                  </a:lnTo>
                  <a:lnTo>
                    <a:pt x="8204" y="663335"/>
                  </a:lnTo>
                  <a:lnTo>
                    <a:pt x="18204" y="709761"/>
                  </a:lnTo>
                  <a:lnTo>
                    <a:pt x="31910" y="754692"/>
                  </a:lnTo>
                  <a:lnTo>
                    <a:pt x="49152" y="797957"/>
                  </a:lnTo>
                  <a:lnTo>
                    <a:pt x="69759" y="839385"/>
                  </a:lnTo>
                  <a:lnTo>
                    <a:pt x="93563" y="878808"/>
                  </a:lnTo>
                  <a:lnTo>
                    <a:pt x="120393" y="916054"/>
                  </a:lnTo>
                  <a:lnTo>
                    <a:pt x="150080" y="950953"/>
                  </a:lnTo>
                  <a:lnTo>
                    <a:pt x="182453" y="983336"/>
                  </a:lnTo>
                  <a:lnTo>
                    <a:pt x="217342" y="1013032"/>
                  </a:lnTo>
                  <a:lnTo>
                    <a:pt x="254578" y="1039872"/>
                  </a:lnTo>
                  <a:lnTo>
                    <a:pt x="293992" y="1063685"/>
                  </a:lnTo>
                  <a:lnTo>
                    <a:pt x="335412" y="1084301"/>
                  </a:lnTo>
                  <a:lnTo>
                    <a:pt x="378669" y="1101550"/>
                  </a:lnTo>
                  <a:lnTo>
                    <a:pt x="423594" y="1115262"/>
                  </a:lnTo>
                  <a:lnTo>
                    <a:pt x="470016" y="1125267"/>
                  </a:lnTo>
                  <a:lnTo>
                    <a:pt x="517766" y="1131394"/>
                  </a:lnTo>
                  <a:lnTo>
                    <a:pt x="566674" y="1133475"/>
                  </a:lnTo>
                  <a:lnTo>
                    <a:pt x="615582" y="1131394"/>
                  </a:lnTo>
                  <a:lnTo>
                    <a:pt x="663335" y="1125267"/>
                  </a:lnTo>
                  <a:lnTo>
                    <a:pt x="709761" y="1115262"/>
                  </a:lnTo>
                  <a:lnTo>
                    <a:pt x="754692" y="1101550"/>
                  </a:lnTo>
                  <a:lnTo>
                    <a:pt x="797957" y="1084301"/>
                  </a:lnTo>
                  <a:lnTo>
                    <a:pt x="839385" y="1063685"/>
                  </a:lnTo>
                  <a:lnTo>
                    <a:pt x="878808" y="1039872"/>
                  </a:lnTo>
                  <a:lnTo>
                    <a:pt x="916054" y="1013032"/>
                  </a:lnTo>
                  <a:lnTo>
                    <a:pt x="950953" y="983336"/>
                  </a:lnTo>
                  <a:lnTo>
                    <a:pt x="983336" y="950953"/>
                  </a:lnTo>
                  <a:lnTo>
                    <a:pt x="1013032" y="916054"/>
                  </a:lnTo>
                  <a:lnTo>
                    <a:pt x="1034175" y="886713"/>
                  </a:lnTo>
                  <a:lnTo>
                    <a:pt x="566674" y="886713"/>
                  </a:lnTo>
                  <a:lnTo>
                    <a:pt x="519373" y="883244"/>
                  </a:lnTo>
                  <a:lnTo>
                    <a:pt x="474230" y="873166"/>
                  </a:lnTo>
                  <a:lnTo>
                    <a:pt x="431739" y="856973"/>
                  </a:lnTo>
                  <a:lnTo>
                    <a:pt x="392395" y="835161"/>
                  </a:lnTo>
                  <a:lnTo>
                    <a:pt x="356691" y="808223"/>
                  </a:lnTo>
                  <a:lnTo>
                    <a:pt x="325124" y="776656"/>
                  </a:lnTo>
                  <a:lnTo>
                    <a:pt x="298186" y="740952"/>
                  </a:lnTo>
                  <a:lnTo>
                    <a:pt x="276374" y="701608"/>
                  </a:lnTo>
                  <a:lnTo>
                    <a:pt x="260181" y="659117"/>
                  </a:lnTo>
                  <a:lnTo>
                    <a:pt x="250103" y="613974"/>
                  </a:lnTo>
                  <a:lnTo>
                    <a:pt x="246634" y="566674"/>
                  </a:lnTo>
                  <a:lnTo>
                    <a:pt x="250103" y="519373"/>
                  </a:lnTo>
                  <a:lnTo>
                    <a:pt x="260181" y="474230"/>
                  </a:lnTo>
                  <a:lnTo>
                    <a:pt x="276374" y="431739"/>
                  </a:lnTo>
                  <a:lnTo>
                    <a:pt x="298186" y="392395"/>
                  </a:lnTo>
                  <a:lnTo>
                    <a:pt x="325124" y="356691"/>
                  </a:lnTo>
                  <a:lnTo>
                    <a:pt x="356691" y="325124"/>
                  </a:lnTo>
                  <a:lnTo>
                    <a:pt x="392395" y="298186"/>
                  </a:lnTo>
                  <a:lnTo>
                    <a:pt x="431739" y="276374"/>
                  </a:lnTo>
                  <a:lnTo>
                    <a:pt x="474230" y="260181"/>
                  </a:lnTo>
                  <a:lnTo>
                    <a:pt x="519373" y="250103"/>
                  </a:lnTo>
                  <a:lnTo>
                    <a:pt x="566674" y="246634"/>
                  </a:lnTo>
                  <a:lnTo>
                    <a:pt x="1034145" y="246634"/>
                  </a:lnTo>
                  <a:lnTo>
                    <a:pt x="1013032" y="217342"/>
                  </a:lnTo>
                  <a:lnTo>
                    <a:pt x="983336" y="182453"/>
                  </a:lnTo>
                  <a:lnTo>
                    <a:pt x="950953" y="150080"/>
                  </a:lnTo>
                  <a:lnTo>
                    <a:pt x="916054" y="120393"/>
                  </a:lnTo>
                  <a:lnTo>
                    <a:pt x="878808" y="93563"/>
                  </a:lnTo>
                  <a:lnTo>
                    <a:pt x="839385" y="69759"/>
                  </a:lnTo>
                  <a:lnTo>
                    <a:pt x="797957" y="49152"/>
                  </a:lnTo>
                  <a:lnTo>
                    <a:pt x="754692" y="31910"/>
                  </a:lnTo>
                  <a:lnTo>
                    <a:pt x="709761" y="18204"/>
                  </a:lnTo>
                  <a:lnTo>
                    <a:pt x="663335" y="8204"/>
                  </a:lnTo>
                  <a:lnTo>
                    <a:pt x="615582" y="2079"/>
                  </a:lnTo>
                  <a:lnTo>
                    <a:pt x="566674" y="0"/>
                  </a:lnTo>
                  <a:close/>
                </a:path>
                <a:path w="1133475" h="1133475">
                  <a:moveTo>
                    <a:pt x="1034145" y="246634"/>
                  </a:moveTo>
                  <a:lnTo>
                    <a:pt x="566674" y="246634"/>
                  </a:lnTo>
                  <a:lnTo>
                    <a:pt x="613974" y="250103"/>
                  </a:lnTo>
                  <a:lnTo>
                    <a:pt x="659117" y="260181"/>
                  </a:lnTo>
                  <a:lnTo>
                    <a:pt x="701608" y="276374"/>
                  </a:lnTo>
                  <a:lnTo>
                    <a:pt x="740952" y="298186"/>
                  </a:lnTo>
                  <a:lnTo>
                    <a:pt x="776656" y="325124"/>
                  </a:lnTo>
                  <a:lnTo>
                    <a:pt x="808223" y="356691"/>
                  </a:lnTo>
                  <a:lnTo>
                    <a:pt x="835161" y="392395"/>
                  </a:lnTo>
                  <a:lnTo>
                    <a:pt x="856973" y="431739"/>
                  </a:lnTo>
                  <a:lnTo>
                    <a:pt x="873166" y="474230"/>
                  </a:lnTo>
                  <a:lnTo>
                    <a:pt x="883244" y="519373"/>
                  </a:lnTo>
                  <a:lnTo>
                    <a:pt x="886713" y="566674"/>
                  </a:lnTo>
                  <a:lnTo>
                    <a:pt x="883244" y="613974"/>
                  </a:lnTo>
                  <a:lnTo>
                    <a:pt x="873166" y="659117"/>
                  </a:lnTo>
                  <a:lnTo>
                    <a:pt x="856973" y="701608"/>
                  </a:lnTo>
                  <a:lnTo>
                    <a:pt x="835161" y="740952"/>
                  </a:lnTo>
                  <a:lnTo>
                    <a:pt x="808223" y="776656"/>
                  </a:lnTo>
                  <a:lnTo>
                    <a:pt x="776656" y="808223"/>
                  </a:lnTo>
                  <a:lnTo>
                    <a:pt x="740952" y="835161"/>
                  </a:lnTo>
                  <a:lnTo>
                    <a:pt x="701608" y="856973"/>
                  </a:lnTo>
                  <a:lnTo>
                    <a:pt x="659117" y="873166"/>
                  </a:lnTo>
                  <a:lnTo>
                    <a:pt x="613974" y="883244"/>
                  </a:lnTo>
                  <a:lnTo>
                    <a:pt x="566674" y="886713"/>
                  </a:lnTo>
                  <a:lnTo>
                    <a:pt x="1034175" y="886713"/>
                  </a:lnTo>
                  <a:lnTo>
                    <a:pt x="1063685" y="839385"/>
                  </a:lnTo>
                  <a:lnTo>
                    <a:pt x="1084301" y="797957"/>
                  </a:lnTo>
                  <a:lnTo>
                    <a:pt x="1101550" y="754692"/>
                  </a:lnTo>
                  <a:lnTo>
                    <a:pt x="1115262" y="709761"/>
                  </a:lnTo>
                  <a:lnTo>
                    <a:pt x="1125267" y="663335"/>
                  </a:lnTo>
                  <a:lnTo>
                    <a:pt x="1131394" y="615582"/>
                  </a:lnTo>
                  <a:lnTo>
                    <a:pt x="1133475" y="566674"/>
                  </a:lnTo>
                  <a:lnTo>
                    <a:pt x="1131463" y="519373"/>
                  </a:lnTo>
                  <a:lnTo>
                    <a:pt x="1131394" y="517766"/>
                  </a:lnTo>
                  <a:lnTo>
                    <a:pt x="1125267" y="470016"/>
                  </a:lnTo>
                  <a:lnTo>
                    <a:pt x="1115262" y="423594"/>
                  </a:lnTo>
                  <a:lnTo>
                    <a:pt x="1101550" y="378669"/>
                  </a:lnTo>
                  <a:lnTo>
                    <a:pt x="1084301" y="335412"/>
                  </a:lnTo>
                  <a:lnTo>
                    <a:pt x="1063685" y="293992"/>
                  </a:lnTo>
                  <a:lnTo>
                    <a:pt x="1039872" y="254578"/>
                  </a:lnTo>
                  <a:lnTo>
                    <a:pt x="1034145" y="246634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72001" y="4538726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0" y="566674"/>
                  </a:moveTo>
                  <a:lnTo>
                    <a:pt x="2079" y="517766"/>
                  </a:lnTo>
                  <a:lnTo>
                    <a:pt x="8204" y="470016"/>
                  </a:lnTo>
                  <a:lnTo>
                    <a:pt x="18204" y="423594"/>
                  </a:lnTo>
                  <a:lnTo>
                    <a:pt x="31910" y="378669"/>
                  </a:lnTo>
                  <a:lnTo>
                    <a:pt x="49152" y="335412"/>
                  </a:lnTo>
                  <a:lnTo>
                    <a:pt x="69759" y="293992"/>
                  </a:lnTo>
                  <a:lnTo>
                    <a:pt x="93563" y="254578"/>
                  </a:lnTo>
                  <a:lnTo>
                    <a:pt x="120393" y="217342"/>
                  </a:lnTo>
                  <a:lnTo>
                    <a:pt x="150080" y="182453"/>
                  </a:lnTo>
                  <a:lnTo>
                    <a:pt x="182453" y="150080"/>
                  </a:lnTo>
                  <a:lnTo>
                    <a:pt x="217342" y="120393"/>
                  </a:lnTo>
                  <a:lnTo>
                    <a:pt x="254578" y="93563"/>
                  </a:lnTo>
                  <a:lnTo>
                    <a:pt x="293992" y="69759"/>
                  </a:lnTo>
                  <a:lnTo>
                    <a:pt x="335412" y="49152"/>
                  </a:lnTo>
                  <a:lnTo>
                    <a:pt x="378669" y="31910"/>
                  </a:lnTo>
                  <a:lnTo>
                    <a:pt x="423594" y="18204"/>
                  </a:lnTo>
                  <a:lnTo>
                    <a:pt x="470016" y="8204"/>
                  </a:lnTo>
                  <a:lnTo>
                    <a:pt x="517766" y="2079"/>
                  </a:lnTo>
                  <a:lnTo>
                    <a:pt x="566674" y="0"/>
                  </a:lnTo>
                  <a:lnTo>
                    <a:pt x="615582" y="2079"/>
                  </a:lnTo>
                  <a:lnTo>
                    <a:pt x="663335" y="8204"/>
                  </a:lnTo>
                  <a:lnTo>
                    <a:pt x="709761" y="18204"/>
                  </a:lnTo>
                  <a:lnTo>
                    <a:pt x="754692" y="31910"/>
                  </a:lnTo>
                  <a:lnTo>
                    <a:pt x="797957" y="49152"/>
                  </a:lnTo>
                  <a:lnTo>
                    <a:pt x="839385" y="69759"/>
                  </a:lnTo>
                  <a:lnTo>
                    <a:pt x="878808" y="93563"/>
                  </a:lnTo>
                  <a:lnTo>
                    <a:pt x="916054" y="120393"/>
                  </a:lnTo>
                  <a:lnTo>
                    <a:pt x="950953" y="150080"/>
                  </a:lnTo>
                  <a:lnTo>
                    <a:pt x="983336" y="182453"/>
                  </a:lnTo>
                  <a:lnTo>
                    <a:pt x="1013032" y="217342"/>
                  </a:lnTo>
                  <a:lnTo>
                    <a:pt x="1039872" y="254578"/>
                  </a:lnTo>
                  <a:lnTo>
                    <a:pt x="1063685" y="293992"/>
                  </a:lnTo>
                  <a:lnTo>
                    <a:pt x="1084301" y="335412"/>
                  </a:lnTo>
                  <a:lnTo>
                    <a:pt x="1101550" y="378669"/>
                  </a:lnTo>
                  <a:lnTo>
                    <a:pt x="1115262" y="423594"/>
                  </a:lnTo>
                  <a:lnTo>
                    <a:pt x="1125267" y="470016"/>
                  </a:lnTo>
                  <a:lnTo>
                    <a:pt x="1131394" y="517766"/>
                  </a:lnTo>
                  <a:lnTo>
                    <a:pt x="1133475" y="566674"/>
                  </a:lnTo>
                  <a:lnTo>
                    <a:pt x="1131394" y="615582"/>
                  </a:lnTo>
                  <a:lnTo>
                    <a:pt x="1125267" y="663335"/>
                  </a:lnTo>
                  <a:lnTo>
                    <a:pt x="1115262" y="709761"/>
                  </a:lnTo>
                  <a:lnTo>
                    <a:pt x="1101550" y="754692"/>
                  </a:lnTo>
                  <a:lnTo>
                    <a:pt x="1084301" y="797957"/>
                  </a:lnTo>
                  <a:lnTo>
                    <a:pt x="1063685" y="839385"/>
                  </a:lnTo>
                  <a:lnTo>
                    <a:pt x="1039872" y="878808"/>
                  </a:lnTo>
                  <a:lnTo>
                    <a:pt x="1013032" y="916054"/>
                  </a:lnTo>
                  <a:lnTo>
                    <a:pt x="983336" y="950953"/>
                  </a:lnTo>
                  <a:lnTo>
                    <a:pt x="950953" y="983336"/>
                  </a:lnTo>
                  <a:lnTo>
                    <a:pt x="916054" y="1013032"/>
                  </a:lnTo>
                  <a:lnTo>
                    <a:pt x="878808" y="1039872"/>
                  </a:lnTo>
                  <a:lnTo>
                    <a:pt x="839385" y="1063685"/>
                  </a:lnTo>
                  <a:lnTo>
                    <a:pt x="797957" y="1084301"/>
                  </a:lnTo>
                  <a:lnTo>
                    <a:pt x="754692" y="1101550"/>
                  </a:lnTo>
                  <a:lnTo>
                    <a:pt x="709761" y="1115262"/>
                  </a:lnTo>
                  <a:lnTo>
                    <a:pt x="663335" y="1125267"/>
                  </a:lnTo>
                  <a:lnTo>
                    <a:pt x="615582" y="1131394"/>
                  </a:lnTo>
                  <a:lnTo>
                    <a:pt x="566674" y="1133475"/>
                  </a:lnTo>
                  <a:lnTo>
                    <a:pt x="517766" y="1131394"/>
                  </a:lnTo>
                  <a:lnTo>
                    <a:pt x="470016" y="1125267"/>
                  </a:lnTo>
                  <a:lnTo>
                    <a:pt x="423594" y="1115262"/>
                  </a:lnTo>
                  <a:lnTo>
                    <a:pt x="378669" y="1101550"/>
                  </a:lnTo>
                  <a:lnTo>
                    <a:pt x="335412" y="1084301"/>
                  </a:lnTo>
                  <a:lnTo>
                    <a:pt x="293992" y="1063685"/>
                  </a:lnTo>
                  <a:lnTo>
                    <a:pt x="254578" y="1039872"/>
                  </a:lnTo>
                  <a:lnTo>
                    <a:pt x="217342" y="1013032"/>
                  </a:lnTo>
                  <a:lnTo>
                    <a:pt x="182453" y="983336"/>
                  </a:lnTo>
                  <a:lnTo>
                    <a:pt x="150080" y="950953"/>
                  </a:lnTo>
                  <a:lnTo>
                    <a:pt x="120393" y="916054"/>
                  </a:lnTo>
                  <a:lnTo>
                    <a:pt x="93563" y="878808"/>
                  </a:lnTo>
                  <a:lnTo>
                    <a:pt x="69759" y="839385"/>
                  </a:lnTo>
                  <a:lnTo>
                    <a:pt x="49152" y="797957"/>
                  </a:lnTo>
                  <a:lnTo>
                    <a:pt x="31910" y="754692"/>
                  </a:lnTo>
                  <a:lnTo>
                    <a:pt x="18204" y="709761"/>
                  </a:lnTo>
                  <a:lnTo>
                    <a:pt x="8204" y="663335"/>
                  </a:lnTo>
                  <a:lnTo>
                    <a:pt x="2079" y="615582"/>
                  </a:lnTo>
                  <a:lnTo>
                    <a:pt x="0" y="566674"/>
                  </a:lnTo>
                  <a:close/>
                </a:path>
                <a:path w="1133475" h="1133475">
                  <a:moveTo>
                    <a:pt x="246634" y="566674"/>
                  </a:moveTo>
                  <a:lnTo>
                    <a:pt x="250103" y="613974"/>
                  </a:lnTo>
                  <a:lnTo>
                    <a:pt x="260181" y="659117"/>
                  </a:lnTo>
                  <a:lnTo>
                    <a:pt x="276374" y="701608"/>
                  </a:lnTo>
                  <a:lnTo>
                    <a:pt x="298186" y="740952"/>
                  </a:lnTo>
                  <a:lnTo>
                    <a:pt x="325124" y="776656"/>
                  </a:lnTo>
                  <a:lnTo>
                    <a:pt x="356691" y="808223"/>
                  </a:lnTo>
                  <a:lnTo>
                    <a:pt x="392395" y="835161"/>
                  </a:lnTo>
                  <a:lnTo>
                    <a:pt x="431739" y="856973"/>
                  </a:lnTo>
                  <a:lnTo>
                    <a:pt x="474230" y="873166"/>
                  </a:lnTo>
                  <a:lnTo>
                    <a:pt x="519373" y="883244"/>
                  </a:lnTo>
                  <a:lnTo>
                    <a:pt x="566674" y="886713"/>
                  </a:lnTo>
                  <a:lnTo>
                    <a:pt x="613974" y="883244"/>
                  </a:lnTo>
                  <a:lnTo>
                    <a:pt x="659117" y="873166"/>
                  </a:lnTo>
                  <a:lnTo>
                    <a:pt x="701608" y="856973"/>
                  </a:lnTo>
                  <a:lnTo>
                    <a:pt x="740952" y="835161"/>
                  </a:lnTo>
                  <a:lnTo>
                    <a:pt x="776656" y="808223"/>
                  </a:lnTo>
                  <a:lnTo>
                    <a:pt x="808223" y="776656"/>
                  </a:lnTo>
                  <a:lnTo>
                    <a:pt x="835161" y="740952"/>
                  </a:lnTo>
                  <a:lnTo>
                    <a:pt x="856973" y="701608"/>
                  </a:lnTo>
                  <a:lnTo>
                    <a:pt x="873166" y="659117"/>
                  </a:lnTo>
                  <a:lnTo>
                    <a:pt x="883244" y="613974"/>
                  </a:lnTo>
                  <a:lnTo>
                    <a:pt x="886713" y="566674"/>
                  </a:lnTo>
                  <a:lnTo>
                    <a:pt x="883244" y="519373"/>
                  </a:lnTo>
                  <a:lnTo>
                    <a:pt x="873166" y="474230"/>
                  </a:lnTo>
                  <a:lnTo>
                    <a:pt x="856973" y="431739"/>
                  </a:lnTo>
                  <a:lnTo>
                    <a:pt x="835161" y="392395"/>
                  </a:lnTo>
                  <a:lnTo>
                    <a:pt x="808223" y="356691"/>
                  </a:lnTo>
                  <a:lnTo>
                    <a:pt x="776656" y="325124"/>
                  </a:lnTo>
                  <a:lnTo>
                    <a:pt x="740952" y="298186"/>
                  </a:lnTo>
                  <a:lnTo>
                    <a:pt x="701608" y="276374"/>
                  </a:lnTo>
                  <a:lnTo>
                    <a:pt x="659117" y="260181"/>
                  </a:lnTo>
                  <a:lnTo>
                    <a:pt x="613974" y="250103"/>
                  </a:lnTo>
                  <a:lnTo>
                    <a:pt x="566674" y="246634"/>
                  </a:lnTo>
                  <a:lnTo>
                    <a:pt x="519373" y="250103"/>
                  </a:lnTo>
                  <a:lnTo>
                    <a:pt x="474230" y="260181"/>
                  </a:lnTo>
                  <a:lnTo>
                    <a:pt x="431739" y="276374"/>
                  </a:lnTo>
                  <a:lnTo>
                    <a:pt x="392395" y="298186"/>
                  </a:lnTo>
                  <a:lnTo>
                    <a:pt x="356691" y="325124"/>
                  </a:lnTo>
                  <a:lnTo>
                    <a:pt x="325124" y="356691"/>
                  </a:lnTo>
                  <a:lnTo>
                    <a:pt x="298186" y="392395"/>
                  </a:lnTo>
                  <a:lnTo>
                    <a:pt x="276374" y="431739"/>
                  </a:lnTo>
                  <a:lnTo>
                    <a:pt x="260181" y="474230"/>
                  </a:lnTo>
                  <a:lnTo>
                    <a:pt x="250103" y="519373"/>
                  </a:lnTo>
                  <a:lnTo>
                    <a:pt x="246634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29151" y="4729226"/>
              <a:ext cx="1028700" cy="942975"/>
            </a:xfrm>
            <a:custGeom>
              <a:avLst/>
              <a:gdLst/>
              <a:ahLst/>
              <a:cxnLst/>
              <a:rect l="l" t="t" r="r" b="b"/>
              <a:pathLst>
                <a:path w="1028700" h="942975">
                  <a:moveTo>
                    <a:pt x="0" y="942975"/>
                  </a:moveTo>
                  <a:lnTo>
                    <a:pt x="1028700" y="942975"/>
                  </a:lnTo>
                  <a:lnTo>
                    <a:pt x="1028700" y="0"/>
                  </a:lnTo>
                  <a:lnTo>
                    <a:pt x="0" y="0"/>
                  </a:lnTo>
                  <a:lnTo>
                    <a:pt x="0" y="942975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58475" y="4895731"/>
              <a:ext cx="419100" cy="411480"/>
            </a:xfrm>
            <a:custGeom>
              <a:avLst/>
              <a:gdLst/>
              <a:ahLst/>
              <a:cxnLst/>
              <a:rect l="l" t="t" r="r" b="b"/>
              <a:pathLst>
                <a:path w="419100" h="411479">
                  <a:moveTo>
                    <a:pt x="336665" y="279940"/>
                  </a:moveTo>
                  <a:lnTo>
                    <a:pt x="255549" y="279940"/>
                  </a:lnTo>
                  <a:lnTo>
                    <a:pt x="278877" y="302834"/>
                  </a:lnTo>
                  <a:lnTo>
                    <a:pt x="278387" y="310013"/>
                  </a:lnTo>
                  <a:lnTo>
                    <a:pt x="355223" y="400138"/>
                  </a:lnTo>
                  <a:lnTo>
                    <a:pt x="381732" y="411065"/>
                  </a:lnTo>
                  <a:lnTo>
                    <a:pt x="388857" y="410382"/>
                  </a:lnTo>
                  <a:lnTo>
                    <a:pt x="418514" y="374185"/>
                  </a:lnTo>
                  <a:lnTo>
                    <a:pt x="415772" y="360551"/>
                  </a:lnTo>
                  <a:lnTo>
                    <a:pt x="407711" y="348624"/>
                  </a:lnTo>
                  <a:lnTo>
                    <a:pt x="341438" y="283582"/>
                  </a:lnTo>
                  <a:lnTo>
                    <a:pt x="336665" y="279940"/>
                  </a:lnTo>
                  <a:close/>
                </a:path>
                <a:path w="419100" h="411479">
                  <a:moveTo>
                    <a:pt x="159056" y="0"/>
                  </a:moveTo>
                  <a:lnTo>
                    <a:pt x="108921" y="7992"/>
                  </a:lnTo>
                  <a:lnTo>
                    <a:pt x="65276" y="30220"/>
                  </a:lnTo>
                  <a:lnTo>
                    <a:pt x="30793" y="64063"/>
                  </a:lnTo>
                  <a:lnTo>
                    <a:pt x="8143" y="106897"/>
                  </a:lnTo>
                  <a:lnTo>
                    <a:pt x="86" y="155579"/>
                  </a:lnTo>
                  <a:lnTo>
                    <a:pt x="0" y="156100"/>
                  </a:lnTo>
                  <a:lnTo>
                    <a:pt x="8143" y="205303"/>
                  </a:lnTo>
                  <a:lnTo>
                    <a:pt x="30793" y="248137"/>
                  </a:lnTo>
                  <a:lnTo>
                    <a:pt x="65277" y="281979"/>
                  </a:lnTo>
                  <a:lnTo>
                    <a:pt x="108922" y="304208"/>
                  </a:lnTo>
                  <a:lnTo>
                    <a:pt x="159056" y="312200"/>
                  </a:lnTo>
                  <a:lnTo>
                    <a:pt x="185540" y="310013"/>
                  </a:lnTo>
                  <a:lnTo>
                    <a:pt x="210682" y="303680"/>
                  </a:lnTo>
                  <a:lnTo>
                    <a:pt x="234134" y="293541"/>
                  </a:lnTo>
                  <a:lnTo>
                    <a:pt x="254730" y="280460"/>
                  </a:lnTo>
                  <a:lnTo>
                    <a:pt x="158526" y="280460"/>
                  </a:lnTo>
                  <a:lnTo>
                    <a:pt x="109119" y="270606"/>
                  </a:lnTo>
                  <a:lnTo>
                    <a:pt x="68660" y="243776"/>
                  </a:lnTo>
                  <a:lnTo>
                    <a:pt x="41322" y="204068"/>
                  </a:lnTo>
                  <a:lnTo>
                    <a:pt x="31389" y="156100"/>
                  </a:lnTo>
                  <a:lnTo>
                    <a:pt x="31282" y="155579"/>
                  </a:lnTo>
                  <a:lnTo>
                    <a:pt x="41322" y="107091"/>
                  </a:lnTo>
                  <a:lnTo>
                    <a:pt x="68659" y="67383"/>
                  </a:lnTo>
                  <a:lnTo>
                    <a:pt x="109119" y="40553"/>
                  </a:lnTo>
                  <a:lnTo>
                    <a:pt x="158525" y="30699"/>
                  </a:lnTo>
                  <a:lnTo>
                    <a:pt x="253322" y="30699"/>
                  </a:lnTo>
                  <a:lnTo>
                    <a:pt x="252834" y="30221"/>
                  </a:lnTo>
                  <a:lnTo>
                    <a:pt x="209190" y="7992"/>
                  </a:lnTo>
                  <a:lnTo>
                    <a:pt x="159056" y="0"/>
                  </a:lnTo>
                  <a:close/>
                </a:path>
                <a:path w="419100" h="411479">
                  <a:moveTo>
                    <a:pt x="253322" y="30699"/>
                  </a:moveTo>
                  <a:lnTo>
                    <a:pt x="158525" y="30699"/>
                  </a:lnTo>
                  <a:lnTo>
                    <a:pt x="207932" y="40553"/>
                  </a:lnTo>
                  <a:lnTo>
                    <a:pt x="248391" y="67383"/>
                  </a:lnTo>
                  <a:lnTo>
                    <a:pt x="275729" y="107091"/>
                  </a:lnTo>
                  <a:lnTo>
                    <a:pt x="285769" y="155580"/>
                  </a:lnTo>
                  <a:lnTo>
                    <a:pt x="275729" y="204068"/>
                  </a:lnTo>
                  <a:lnTo>
                    <a:pt x="248391" y="243776"/>
                  </a:lnTo>
                  <a:lnTo>
                    <a:pt x="207932" y="270606"/>
                  </a:lnTo>
                  <a:lnTo>
                    <a:pt x="158526" y="280460"/>
                  </a:lnTo>
                  <a:lnTo>
                    <a:pt x="254730" y="280460"/>
                  </a:lnTo>
                  <a:lnTo>
                    <a:pt x="255549" y="279940"/>
                  </a:lnTo>
                  <a:lnTo>
                    <a:pt x="336665" y="279940"/>
                  </a:lnTo>
                  <a:lnTo>
                    <a:pt x="334140" y="278013"/>
                  </a:lnTo>
                  <a:lnTo>
                    <a:pt x="325997" y="274541"/>
                  </a:lnTo>
                  <a:lnTo>
                    <a:pt x="320862" y="273696"/>
                  </a:lnTo>
                  <a:lnTo>
                    <a:pt x="308567" y="273696"/>
                  </a:lnTo>
                  <a:lnTo>
                    <a:pt x="285239" y="250801"/>
                  </a:lnTo>
                  <a:lnTo>
                    <a:pt x="299098" y="230004"/>
                  </a:lnTo>
                  <a:lnTo>
                    <a:pt x="309429" y="206963"/>
                  </a:lnTo>
                  <a:lnTo>
                    <a:pt x="315882" y="182166"/>
                  </a:lnTo>
                  <a:lnTo>
                    <a:pt x="318110" y="156100"/>
                  </a:lnTo>
                  <a:lnTo>
                    <a:pt x="309999" y="107091"/>
                  </a:lnTo>
                  <a:lnTo>
                    <a:pt x="309967" y="106897"/>
                  </a:lnTo>
                  <a:lnTo>
                    <a:pt x="287317" y="64063"/>
                  </a:lnTo>
                  <a:lnTo>
                    <a:pt x="253322" y="30699"/>
                  </a:lnTo>
                  <a:close/>
                </a:path>
                <a:path w="419100" h="411479">
                  <a:moveTo>
                    <a:pt x="317357" y="273118"/>
                  </a:moveTo>
                  <a:lnTo>
                    <a:pt x="308567" y="273696"/>
                  </a:lnTo>
                  <a:lnTo>
                    <a:pt x="320862" y="273696"/>
                  </a:lnTo>
                  <a:lnTo>
                    <a:pt x="317357" y="273118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00150" y="6457949"/>
              <a:ext cx="2257425" cy="428625"/>
            </a:xfrm>
            <a:custGeom>
              <a:avLst/>
              <a:gdLst/>
              <a:ahLst/>
              <a:cxnLst/>
              <a:rect l="l" t="t" r="r" b="b"/>
              <a:pathLst>
                <a:path w="2257425" h="428625">
                  <a:moveTo>
                    <a:pt x="114300" y="276225"/>
                  </a:moveTo>
                  <a:lnTo>
                    <a:pt x="66675" y="276225"/>
                  </a:lnTo>
                  <a:lnTo>
                    <a:pt x="66675" y="285750"/>
                  </a:lnTo>
                  <a:lnTo>
                    <a:pt x="114300" y="285750"/>
                  </a:lnTo>
                  <a:lnTo>
                    <a:pt x="114300" y="276225"/>
                  </a:lnTo>
                  <a:close/>
                </a:path>
                <a:path w="2257425" h="428625">
                  <a:moveTo>
                    <a:pt x="114300" y="247650"/>
                  </a:moveTo>
                  <a:lnTo>
                    <a:pt x="66675" y="247650"/>
                  </a:lnTo>
                  <a:lnTo>
                    <a:pt x="66675" y="257175"/>
                  </a:lnTo>
                  <a:lnTo>
                    <a:pt x="114300" y="257175"/>
                  </a:lnTo>
                  <a:lnTo>
                    <a:pt x="114300" y="247650"/>
                  </a:lnTo>
                  <a:close/>
                </a:path>
                <a:path w="2257425" h="428625">
                  <a:moveTo>
                    <a:pt x="114300" y="219075"/>
                  </a:moveTo>
                  <a:lnTo>
                    <a:pt x="66675" y="219075"/>
                  </a:lnTo>
                  <a:lnTo>
                    <a:pt x="66675" y="228600"/>
                  </a:lnTo>
                  <a:lnTo>
                    <a:pt x="114300" y="228600"/>
                  </a:lnTo>
                  <a:lnTo>
                    <a:pt x="114300" y="219075"/>
                  </a:lnTo>
                  <a:close/>
                </a:path>
                <a:path w="2257425" h="428625">
                  <a:moveTo>
                    <a:pt x="114300" y="180975"/>
                  </a:moveTo>
                  <a:lnTo>
                    <a:pt x="66675" y="180975"/>
                  </a:lnTo>
                  <a:lnTo>
                    <a:pt x="66675" y="190500"/>
                  </a:lnTo>
                  <a:lnTo>
                    <a:pt x="114300" y="190500"/>
                  </a:lnTo>
                  <a:lnTo>
                    <a:pt x="114300" y="180975"/>
                  </a:lnTo>
                  <a:close/>
                </a:path>
                <a:path w="2257425" h="428625">
                  <a:moveTo>
                    <a:pt x="114300" y="152400"/>
                  </a:moveTo>
                  <a:lnTo>
                    <a:pt x="66675" y="152400"/>
                  </a:lnTo>
                  <a:lnTo>
                    <a:pt x="66675" y="161925"/>
                  </a:lnTo>
                  <a:lnTo>
                    <a:pt x="114300" y="161925"/>
                  </a:lnTo>
                  <a:lnTo>
                    <a:pt x="114300" y="152400"/>
                  </a:lnTo>
                  <a:close/>
                </a:path>
                <a:path w="2257425" h="428625">
                  <a:moveTo>
                    <a:pt x="114300" y="123825"/>
                  </a:moveTo>
                  <a:lnTo>
                    <a:pt x="66675" y="123825"/>
                  </a:lnTo>
                  <a:lnTo>
                    <a:pt x="66675" y="133350"/>
                  </a:lnTo>
                  <a:lnTo>
                    <a:pt x="114300" y="133350"/>
                  </a:lnTo>
                  <a:lnTo>
                    <a:pt x="114300" y="123825"/>
                  </a:lnTo>
                  <a:close/>
                </a:path>
                <a:path w="2257425" h="428625">
                  <a:moveTo>
                    <a:pt x="114300" y="95250"/>
                  </a:moveTo>
                  <a:lnTo>
                    <a:pt x="66675" y="95250"/>
                  </a:lnTo>
                  <a:lnTo>
                    <a:pt x="66675" y="104775"/>
                  </a:lnTo>
                  <a:lnTo>
                    <a:pt x="114300" y="104775"/>
                  </a:lnTo>
                  <a:lnTo>
                    <a:pt x="114300" y="95250"/>
                  </a:lnTo>
                  <a:close/>
                </a:path>
                <a:path w="2257425" h="428625">
                  <a:moveTo>
                    <a:pt x="238125" y="57150"/>
                  </a:moveTo>
                  <a:lnTo>
                    <a:pt x="66675" y="57150"/>
                  </a:lnTo>
                  <a:lnTo>
                    <a:pt x="66675" y="66675"/>
                  </a:lnTo>
                  <a:lnTo>
                    <a:pt x="238125" y="66675"/>
                  </a:lnTo>
                  <a:lnTo>
                    <a:pt x="238125" y="57150"/>
                  </a:lnTo>
                  <a:close/>
                </a:path>
                <a:path w="2257425" h="428625">
                  <a:moveTo>
                    <a:pt x="314325" y="19685"/>
                  </a:moveTo>
                  <a:lnTo>
                    <a:pt x="291719" y="0"/>
                  </a:lnTo>
                  <a:lnTo>
                    <a:pt x="22606" y="0"/>
                  </a:lnTo>
                  <a:lnTo>
                    <a:pt x="13690" y="1562"/>
                  </a:lnTo>
                  <a:lnTo>
                    <a:pt x="6515" y="5803"/>
                  </a:lnTo>
                  <a:lnTo>
                    <a:pt x="1739" y="12065"/>
                  </a:lnTo>
                  <a:lnTo>
                    <a:pt x="0" y="19685"/>
                  </a:lnTo>
                  <a:lnTo>
                    <a:pt x="0" y="342265"/>
                  </a:lnTo>
                  <a:lnTo>
                    <a:pt x="1739" y="349897"/>
                  </a:lnTo>
                  <a:lnTo>
                    <a:pt x="6515" y="356158"/>
                  </a:lnTo>
                  <a:lnTo>
                    <a:pt x="13690" y="360400"/>
                  </a:lnTo>
                  <a:lnTo>
                    <a:pt x="22606" y="361950"/>
                  </a:lnTo>
                  <a:lnTo>
                    <a:pt x="123825" y="361950"/>
                  </a:lnTo>
                  <a:lnTo>
                    <a:pt x="123825" y="345948"/>
                  </a:lnTo>
                  <a:lnTo>
                    <a:pt x="20066" y="345948"/>
                  </a:lnTo>
                  <a:lnTo>
                    <a:pt x="17830" y="344424"/>
                  </a:lnTo>
                  <a:lnTo>
                    <a:pt x="17830" y="17526"/>
                  </a:lnTo>
                  <a:lnTo>
                    <a:pt x="20066" y="16002"/>
                  </a:lnTo>
                  <a:lnTo>
                    <a:pt x="294259" y="16002"/>
                  </a:lnTo>
                  <a:lnTo>
                    <a:pt x="296164" y="17526"/>
                  </a:lnTo>
                  <a:lnTo>
                    <a:pt x="296164" y="71882"/>
                  </a:lnTo>
                  <a:lnTo>
                    <a:pt x="314325" y="71882"/>
                  </a:lnTo>
                  <a:lnTo>
                    <a:pt x="314325" y="19685"/>
                  </a:lnTo>
                  <a:close/>
                </a:path>
                <a:path w="2257425" h="428625">
                  <a:moveTo>
                    <a:pt x="428625" y="81661"/>
                  </a:moveTo>
                  <a:lnTo>
                    <a:pt x="422529" y="76200"/>
                  </a:lnTo>
                  <a:lnTo>
                    <a:pt x="421640" y="76200"/>
                  </a:lnTo>
                  <a:lnTo>
                    <a:pt x="421640" y="385699"/>
                  </a:lnTo>
                  <a:lnTo>
                    <a:pt x="383540" y="420624"/>
                  </a:lnTo>
                  <a:lnTo>
                    <a:pt x="383540" y="387858"/>
                  </a:lnTo>
                  <a:lnTo>
                    <a:pt x="385699" y="385699"/>
                  </a:lnTo>
                  <a:lnTo>
                    <a:pt x="421640" y="385699"/>
                  </a:lnTo>
                  <a:lnTo>
                    <a:pt x="421640" y="76200"/>
                  </a:lnTo>
                  <a:lnTo>
                    <a:pt x="364744" y="76200"/>
                  </a:lnTo>
                  <a:lnTo>
                    <a:pt x="364744" y="132588"/>
                  </a:lnTo>
                  <a:lnTo>
                    <a:pt x="364744" y="143129"/>
                  </a:lnTo>
                  <a:lnTo>
                    <a:pt x="364744" y="362839"/>
                  </a:lnTo>
                  <a:lnTo>
                    <a:pt x="198755" y="362839"/>
                  </a:lnTo>
                  <a:lnTo>
                    <a:pt x="198755" y="352298"/>
                  </a:lnTo>
                  <a:lnTo>
                    <a:pt x="364744" y="352298"/>
                  </a:lnTo>
                  <a:lnTo>
                    <a:pt x="364744" y="331470"/>
                  </a:lnTo>
                  <a:lnTo>
                    <a:pt x="198755" y="331470"/>
                  </a:lnTo>
                  <a:lnTo>
                    <a:pt x="198755" y="320929"/>
                  </a:lnTo>
                  <a:lnTo>
                    <a:pt x="364744" y="320929"/>
                  </a:lnTo>
                  <a:lnTo>
                    <a:pt x="364744" y="300101"/>
                  </a:lnTo>
                  <a:lnTo>
                    <a:pt x="198755" y="300101"/>
                  </a:lnTo>
                  <a:lnTo>
                    <a:pt x="198755" y="289560"/>
                  </a:lnTo>
                  <a:lnTo>
                    <a:pt x="364744" y="289560"/>
                  </a:lnTo>
                  <a:lnTo>
                    <a:pt x="364744" y="268605"/>
                  </a:lnTo>
                  <a:lnTo>
                    <a:pt x="198755" y="268605"/>
                  </a:lnTo>
                  <a:lnTo>
                    <a:pt x="198755" y="258191"/>
                  </a:lnTo>
                  <a:lnTo>
                    <a:pt x="364744" y="258191"/>
                  </a:lnTo>
                  <a:lnTo>
                    <a:pt x="364744" y="237236"/>
                  </a:lnTo>
                  <a:lnTo>
                    <a:pt x="198755" y="237236"/>
                  </a:lnTo>
                  <a:lnTo>
                    <a:pt x="198755" y="226822"/>
                  </a:lnTo>
                  <a:lnTo>
                    <a:pt x="364744" y="226822"/>
                  </a:lnTo>
                  <a:lnTo>
                    <a:pt x="364744" y="205867"/>
                  </a:lnTo>
                  <a:lnTo>
                    <a:pt x="198755" y="205867"/>
                  </a:lnTo>
                  <a:lnTo>
                    <a:pt x="198755" y="195453"/>
                  </a:lnTo>
                  <a:lnTo>
                    <a:pt x="364744" y="195453"/>
                  </a:lnTo>
                  <a:lnTo>
                    <a:pt x="364744" y="174498"/>
                  </a:lnTo>
                  <a:lnTo>
                    <a:pt x="198755" y="174498"/>
                  </a:lnTo>
                  <a:lnTo>
                    <a:pt x="198755" y="164084"/>
                  </a:lnTo>
                  <a:lnTo>
                    <a:pt x="364744" y="164084"/>
                  </a:lnTo>
                  <a:lnTo>
                    <a:pt x="364744" y="143129"/>
                  </a:lnTo>
                  <a:lnTo>
                    <a:pt x="198755" y="143129"/>
                  </a:lnTo>
                  <a:lnTo>
                    <a:pt x="198755" y="132588"/>
                  </a:lnTo>
                  <a:lnTo>
                    <a:pt x="364744" y="132588"/>
                  </a:lnTo>
                  <a:lnTo>
                    <a:pt x="364744" y="76200"/>
                  </a:lnTo>
                  <a:lnTo>
                    <a:pt x="139319" y="76200"/>
                  </a:lnTo>
                  <a:lnTo>
                    <a:pt x="133350" y="81661"/>
                  </a:lnTo>
                  <a:lnTo>
                    <a:pt x="133350" y="423418"/>
                  </a:lnTo>
                  <a:lnTo>
                    <a:pt x="139319" y="428625"/>
                  </a:lnTo>
                  <a:lnTo>
                    <a:pt x="390779" y="428625"/>
                  </a:lnTo>
                  <a:lnTo>
                    <a:pt x="399351" y="420624"/>
                  </a:lnTo>
                  <a:lnTo>
                    <a:pt x="428625" y="393319"/>
                  </a:lnTo>
                  <a:lnTo>
                    <a:pt x="428625" y="132588"/>
                  </a:lnTo>
                  <a:lnTo>
                    <a:pt x="428625" y="81661"/>
                  </a:lnTo>
                  <a:close/>
                </a:path>
                <a:path w="2257425" h="428625">
                  <a:moveTo>
                    <a:pt x="2247900" y="110998"/>
                  </a:moveTo>
                  <a:lnTo>
                    <a:pt x="2199513" y="79324"/>
                  </a:lnTo>
                  <a:lnTo>
                    <a:pt x="2199513" y="192151"/>
                  </a:lnTo>
                  <a:lnTo>
                    <a:pt x="2199513" y="205359"/>
                  </a:lnTo>
                  <a:lnTo>
                    <a:pt x="2134489" y="205359"/>
                  </a:lnTo>
                  <a:lnTo>
                    <a:pt x="2134489" y="192151"/>
                  </a:lnTo>
                  <a:lnTo>
                    <a:pt x="2199513" y="192151"/>
                  </a:lnTo>
                  <a:lnTo>
                    <a:pt x="2199513" y="79324"/>
                  </a:lnTo>
                  <a:lnTo>
                    <a:pt x="2107679" y="19215"/>
                  </a:lnTo>
                  <a:lnTo>
                    <a:pt x="2107679" y="192151"/>
                  </a:lnTo>
                  <a:lnTo>
                    <a:pt x="2107679" y="205359"/>
                  </a:lnTo>
                  <a:lnTo>
                    <a:pt x="2107679" y="390398"/>
                  </a:lnTo>
                  <a:lnTo>
                    <a:pt x="2107679" y="403479"/>
                  </a:lnTo>
                  <a:lnTo>
                    <a:pt x="2042668" y="403479"/>
                  </a:lnTo>
                  <a:lnTo>
                    <a:pt x="2042668" y="390398"/>
                  </a:lnTo>
                  <a:lnTo>
                    <a:pt x="2107679" y="390398"/>
                  </a:lnTo>
                  <a:lnTo>
                    <a:pt x="2107679" y="205359"/>
                  </a:lnTo>
                  <a:lnTo>
                    <a:pt x="2069338" y="205359"/>
                  </a:lnTo>
                  <a:lnTo>
                    <a:pt x="2069338" y="256667"/>
                  </a:lnTo>
                  <a:lnTo>
                    <a:pt x="2069338" y="278384"/>
                  </a:lnTo>
                  <a:lnTo>
                    <a:pt x="2034286" y="278384"/>
                  </a:lnTo>
                  <a:lnTo>
                    <a:pt x="2034286" y="250698"/>
                  </a:lnTo>
                  <a:lnTo>
                    <a:pt x="2030730" y="248412"/>
                  </a:lnTo>
                  <a:lnTo>
                    <a:pt x="2018792" y="248412"/>
                  </a:lnTo>
                  <a:lnTo>
                    <a:pt x="2015236" y="250698"/>
                  </a:lnTo>
                  <a:lnTo>
                    <a:pt x="2015236" y="258953"/>
                  </a:lnTo>
                  <a:lnTo>
                    <a:pt x="2023821" y="273431"/>
                  </a:lnTo>
                  <a:lnTo>
                    <a:pt x="2042287" y="287718"/>
                  </a:lnTo>
                  <a:lnTo>
                    <a:pt x="2060879" y="305930"/>
                  </a:lnTo>
                  <a:lnTo>
                    <a:pt x="2069338" y="331724"/>
                  </a:lnTo>
                  <a:lnTo>
                    <a:pt x="2065528" y="349415"/>
                  </a:lnTo>
                  <a:lnTo>
                    <a:pt x="2056091" y="360451"/>
                  </a:lnTo>
                  <a:lnTo>
                    <a:pt x="2043938" y="366356"/>
                  </a:lnTo>
                  <a:lnTo>
                    <a:pt x="2032000" y="368681"/>
                  </a:lnTo>
                  <a:lnTo>
                    <a:pt x="2032000" y="380111"/>
                  </a:lnTo>
                  <a:lnTo>
                    <a:pt x="2015871" y="380111"/>
                  </a:lnTo>
                  <a:lnTo>
                    <a:pt x="2015871" y="390398"/>
                  </a:lnTo>
                  <a:lnTo>
                    <a:pt x="2015871" y="403479"/>
                  </a:lnTo>
                  <a:lnTo>
                    <a:pt x="1950720" y="403479"/>
                  </a:lnTo>
                  <a:lnTo>
                    <a:pt x="1950720" y="390398"/>
                  </a:lnTo>
                  <a:lnTo>
                    <a:pt x="2015871" y="390398"/>
                  </a:lnTo>
                  <a:lnTo>
                    <a:pt x="2015871" y="380111"/>
                  </a:lnTo>
                  <a:lnTo>
                    <a:pt x="2015871" y="368681"/>
                  </a:lnTo>
                  <a:lnTo>
                    <a:pt x="2001697" y="366128"/>
                  </a:lnTo>
                  <a:lnTo>
                    <a:pt x="1990344" y="360146"/>
                  </a:lnTo>
                  <a:lnTo>
                    <a:pt x="1982787" y="350685"/>
                  </a:lnTo>
                  <a:lnTo>
                    <a:pt x="1980057" y="337693"/>
                  </a:lnTo>
                  <a:lnTo>
                    <a:pt x="1980057" y="312801"/>
                  </a:lnTo>
                  <a:lnTo>
                    <a:pt x="2015236" y="312801"/>
                  </a:lnTo>
                  <a:lnTo>
                    <a:pt x="2015236" y="344551"/>
                  </a:lnTo>
                  <a:lnTo>
                    <a:pt x="2018792" y="346837"/>
                  </a:lnTo>
                  <a:lnTo>
                    <a:pt x="2030730" y="346837"/>
                  </a:lnTo>
                  <a:lnTo>
                    <a:pt x="2034286" y="344551"/>
                  </a:lnTo>
                  <a:lnTo>
                    <a:pt x="2034286" y="336550"/>
                  </a:lnTo>
                  <a:lnTo>
                    <a:pt x="2025802" y="317639"/>
                  </a:lnTo>
                  <a:lnTo>
                    <a:pt x="2019769" y="312801"/>
                  </a:lnTo>
                  <a:lnTo>
                    <a:pt x="2007171" y="302729"/>
                  </a:lnTo>
                  <a:lnTo>
                    <a:pt x="1988527" y="285750"/>
                  </a:lnTo>
                  <a:lnTo>
                    <a:pt x="1980057" y="260604"/>
                  </a:lnTo>
                  <a:lnTo>
                    <a:pt x="1982558" y="246519"/>
                  </a:lnTo>
                  <a:lnTo>
                    <a:pt x="1989721" y="236410"/>
                  </a:lnTo>
                  <a:lnTo>
                    <a:pt x="2000999" y="229933"/>
                  </a:lnTo>
                  <a:lnTo>
                    <a:pt x="2015871" y="226695"/>
                  </a:lnTo>
                  <a:lnTo>
                    <a:pt x="2015871" y="217297"/>
                  </a:lnTo>
                  <a:lnTo>
                    <a:pt x="2032000" y="217297"/>
                  </a:lnTo>
                  <a:lnTo>
                    <a:pt x="2032000" y="226695"/>
                  </a:lnTo>
                  <a:lnTo>
                    <a:pt x="2046503" y="229082"/>
                  </a:lnTo>
                  <a:lnTo>
                    <a:pt x="2058377" y="234492"/>
                  </a:lnTo>
                  <a:lnTo>
                    <a:pt x="2066391" y="243509"/>
                  </a:lnTo>
                  <a:lnTo>
                    <a:pt x="2069338" y="256667"/>
                  </a:lnTo>
                  <a:lnTo>
                    <a:pt x="2069338" y="205359"/>
                  </a:lnTo>
                  <a:lnTo>
                    <a:pt x="2042668" y="205359"/>
                  </a:lnTo>
                  <a:lnTo>
                    <a:pt x="2042668" y="192151"/>
                  </a:lnTo>
                  <a:lnTo>
                    <a:pt x="2107679" y="192151"/>
                  </a:lnTo>
                  <a:lnTo>
                    <a:pt x="2107679" y="19215"/>
                  </a:lnTo>
                  <a:lnTo>
                    <a:pt x="2107057" y="18796"/>
                  </a:lnTo>
                  <a:lnTo>
                    <a:pt x="2015871" y="144259"/>
                  </a:lnTo>
                  <a:lnTo>
                    <a:pt x="2015871" y="192151"/>
                  </a:lnTo>
                  <a:lnTo>
                    <a:pt x="2015871" y="205359"/>
                  </a:lnTo>
                  <a:lnTo>
                    <a:pt x="1950720" y="205359"/>
                  </a:lnTo>
                  <a:lnTo>
                    <a:pt x="1950720" y="192151"/>
                  </a:lnTo>
                  <a:lnTo>
                    <a:pt x="2015871" y="192151"/>
                  </a:lnTo>
                  <a:lnTo>
                    <a:pt x="2015871" y="144259"/>
                  </a:lnTo>
                  <a:lnTo>
                    <a:pt x="1995551" y="172212"/>
                  </a:lnTo>
                  <a:lnTo>
                    <a:pt x="1973707" y="172212"/>
                  </a:lnTo>
                  <a:lnTo>
                    <a:pt x="2066163" y="38735"/>
                  </a:lnTo>
                  <a:lnTo>
                    <a:pt x="1971421" y="0"/>
                  </a:lnTo>
                  <a:lnTo>
                    <a:pt x="1924304" y="92595"/>
                  </a:lnTo>
                  <a:lnTo>
                    <a:pt x="1924304" y="192151"/>
                  </a:lnTo>
                  <a:lnTo>
                    <a:pt x="1924304" y="205359"/>
                  </a:lnTo>
                  <a:lnTo>
                    <a:pt x="1924304" y="390398"/>
                  </a:lnTo>
                  <a:lnTo>
                    <a:pt x="1924304" y="403479"/>
                  </a:lnTo>
                  <a:lnTo>
                    <a:pt x="1859280" y="403479"/>
                  </a:lnTo>
                  <a:lnTo>
                    <a:pt x="1859280" y="390398"/>
                  </a:lnTo>
                  <a:lnTo>
                    <a:pt x="1924304" y="390398"/>
                  </a:lnTo>
                  <a:lnTo>
                    <a:pt x="1924304" y="205359"/>
                  </a:lnTo>
                  <a:lnTo>
                    <a:pt x="1859280" y="205359"/>
                  </a:lnTo>
                  <a:lnTo>
                    <a:pt x="1859280" y="192151"/>
                  </a:lnTo>
                  <a:lnTo>
                    <a:pt x="1924304" y="192151"/>
                  </a:lnTo>
                  <a:lnTo>
                    <a:pt x="1924304" y="92595"/>
                  </a:lnTo>
                  <a:lnTo>
                    <a:pt x="1883791" y="172212"/>
                  </a:lnTo>
                  <a:lnTo>
                    <a:pt x="1819275" y="172212"/>
                  </a:lnTo>
                  <a:lnTo>
                    <a:pt x="1819275" y="428625"/>
                  </a:lnTo>
                  <a:lnTo>
                    <a:pt x="2226945" y="428625"/>
                  </a:lnTo>
                  <a:lnTo>
                    <a:pt x="2226945" y="403479"/>
                  </a:lnTo>
                  <a:lnTo>
                    <a:pt x="2226945" y="390398"/>
                  </a:lnTo>
                  <a:lnTo>
                    <a:pt x="2226945" y="380111"/>
                  </a:lnTo>
                  <a:lnTo>
                    <a:pt x="2226945" y="345313"/>
                  </a:lnTo>
                  <a:lnTo>
                    <a:pt x="2199513" y="345313"/>
                  </a:lnTo>
                  <a:lnTo>
                    <a:pt x="2199513" y="390398"/>
                  </a:lnTo>
                  <a:lnTo>
                    <a:pt x="2199513" y="403479"/>
                  </a:lnTo>
                  <a:lnTo>
                    <a:pt x="2134489" y="403479"/>
                  </a:lnTo>
                  <a:lnTo>
                    <a:pt x="2134489" y="390398"/>
                  </a:lnTo>
                  <a:lnTo>
                    <a:pt x="2199513" y="390398"/>
                  </a:lnTo>
                  <a:lnTo>
                    <a:pt x="2199513" y="345313"/>
                  </a:lnTo>
                  <a:lnTo>
                    <a:pt x="2130933" y="345313"/>
                  </a:lnTo>
                  <a:lnTo>
                    <a:pt x="2130933" y="278384"/>
                  </a:lnTo>
                  <a:lnTo>
                    <a:pt x="2130933" y="273431"/>
                  </a:lnTo>
                  <a:lnTo>
                    <a:pt x="2226945" y="273431"/>
                  </a:lnTo>
                  <a:lnTo>
                    <a:pt x="2226945" y="217297"/>
                  </a:lnTo>
                  <a:lnTo>
                    <a:pt x="2226945" y="205359"/>
                  </a:lnTo>
                  <a:lnTo>
                    <a:pt x="2226945" y="192151"/>
                  </a:lnTo>
                  <a:lnTo>
                    <a:pt x="2226945" y="172212"/>
                  </a:lnTo>
                  <a:lnTo>
                    <a:pt x="2203069" y="172212"/>
                  </a:lnTo>
                  <a:lnTo>
                    <a:pt x="2247900" y="110998"/>
                  </a:lnTo>
                  <a:close/>
                </a:path>
                <a:path w="2257425" h="428625">
                  <a:moveTo>
                    <a:pt x="2257425" y="295275"/>
                  </a:moveTo>
                  <a:lnTo>
                    <a:pt x="2152650" y="295275"/>
                  </a:lnTo>
                  <a:lnTo>
                    <a:pt x="2152650" y="323850"/>
                  </a:lnTo>
                  <a:lnTo>
                    <a:pt x="2257425" y="323850"/>
                  </a:lnTo>
                  <a:lnTo>
                    <a:pt x="2257425" y="295275"/>
                  </a:lnTo>
                  <a:close/>
                </a:path>
              </a:pathLst>
            </a:custGeom>
            <a:solidFill>
              <a:srgbClr val="5253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3925" y="6667500"/>
              <a:ext cx="161925" cy="14351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1050" y="6429375"/>
              <a:ext cx="123825" cy="1905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536783" y="6562724"/>
              <a:ext cx="407034" cy="295275"/>
            </a:xfrm>
            <a:custGeom>
              <a:avLst/>
              <a:gdLst/>
              <a:ahLst/>
              <a:cxnLst/>
              <a:rect l="l" t="t" r="r" b="b"/>
              <a:pathLst>
                <a:path w="407035" h="295275">
                  <a:moveTo>
                    <a:pt x="225717" y="51308"/>
                  </a:moveTo>
                  <a:lnTo>
                    <a:pt x="195084" y="15532"/>
                  </a:lnTo>
                  <a:lnTo>
                    <a:pt x="152311" y="0"/>
                  </a:lnTo>
                  <a:lnTo>
                    <a:pt x="122339" y="100330"/>
                  </a:lnTo>
                  <a:lnTo>
                    <a:pt x="89192" y="254"/>
                  </a:lnTo>
                  <a:lnTo>
                    <a:pt x="50812" y="13970"/>
                  </a:lnTo>
                  <a:lnTo>
                    <a:pt x="13754" y="63766"/>
                  </a:lnTo>
                  <a:lnTo>
                    <a:pt x="4445" y="111315"/>
                  </a:lnTo>
                  <a:lnTo>
                    <a:pt x="0" y="167119"/>
                  </a:lnTo>
                  <a:lnTo>
                    <a:pt x="2641" y="220383"/>
                  </a:lnTo>
                  <a:lnTo>
                    <a:pt x="14617" y="260273"/>
                  </a:lnTo>
                  <a:lnTo>
                    <a:pt x="38138" y="275971"/>
                  </a:lnTo>
                  <a:lnTo>
                    <a:pt x="141008" y="276225"/>
                  </a:lnTo>
                  <a:lnTo>
                    <a:pt x="141008" y="79629"/>
                  </a:lnTo>
                  <a:lnTo>
                    <a:pt x="142938" y="68668"/>
                  </a:lnTo>
                  <a:lnTo>
                    <a:pt x="148259" y="59664"/>
                  </a:lnTo>
                  <a:lnTo>
                    <a:pt x="156159" y="53555"/>
                  </a:lnTo>
                  <a:lnTo>
                    <a:pt x="165900" y="51308"/>
                  </a:lnTo>
                  <a:lnTo>
                    <a:pt x="225717" y="51308"/>
                  </a:lnTo>
                  <a:close/>
                </a:path>
                <a:path w="407035" h="295275">
                  <a:moveTo>
                    <a:pt x="406527" y="271526"/>
                  </a:moveTo>
                  <a:lnTo>
                    <a:pt x="406476" y="90170"/>
                  </a:lnTo>
                  <a:lnTo>
                    <a:pt x="384594" y="66675"/>
                  </a:lnTo>
                  <a:lnTo>
                    <a:pt x="384086" y="66675"/>
                  </a:lnTo>
                  <a:lnTo>
                    <a:pt x="384086" y="90678"/>
                  </a:lnTo>
                  <a:lnTo>
                    <a:pt x="384086" y="270891"/>
                  </a:lnTo>
                  <a:lnTo>
                    <a:pt x="383832" y="271272"/>
                  </a:lnTo>
                  <a:lnTo>
                    <a:pt x="383832" y="271526"/>
                  </a:lnTo>
                  <a:lnTo>
                    <a:pt x="172758" y="271526"/>
                  </a:lnTo>
                  <a:lnTo>
                    <a:pt x="172377" y="271272"/>
                  </a:lnTo>
                  <a:lnTo>
                    <a:pt x="172377" y="90424"/>
                  </a:lnTo>
                  <a:lnTo>
                    <a:pt x="172758" y="90170"/>
                  </a:lnTo>
                  <a:lnTo>
                    <a:pt x="383832" y="90170"/>
                  </a:lnTo>
                  <a:lnTo>
                    <a:pt x="383832" y="90424"/>
                  </a:lnTo>
                  <a:lnTo>
                    <a:pt x="384086" y="90678"/>
                  </a:lnTo>
                  <a:lnTo>
                    <a:pt x="384086" y="66675"/>
                  </a:lnTo>
                  <a:lnTo>
                    <a:pt x="171615" y="66675"/>
                  </a:lnTo>
                  <a:lnTo>
                    <a:pt x="149669" y="271526"/>
                  </a:lnTo>
                  <a:lnTo>
                    <a:pt x="151269" y="280225"/>
                  </a:lnTo>
                  <a:lnTo>
                    <a:pt x="156032" y="288061"/>
                  </a:lnTo>
                  <a:lnTo>
                    <a:pt x="163068" y="293344"/>
                  </a:lnTo>
                  <a:lnTo>
                    <a:pt x="171615" y="295275"/>
                  </a:lnTo>
                  <a:lnTo>
                    <a:pt x="384594" y="295275"/>
                  </a:lnTo>
                  <a:lnTo>
                    <a:pt x="393242" y="293344"/>
                  </a:lnTo>
                  <a:lnTo>
                    <a:pt x="400253" y="288061"/>
                  </a:lnTo>
                  <a:lnTo>
                    <a:pt x="404964" y="280225"/>
                  </a:lnTo>
                  <a:lnTo>
                    <a:pt x="406527" y="271526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15035" y="6997763"/>
            <a:ext cx="106235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435"/>
              </a:lnSpc>
              <a:spcBef>
                <a:spcPts val="100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Pre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 diagnostic</a:t>
            </a:r>
            <a:endParaRPr sz="1200">
              <a:latin typeface="Century Gothic"/>
              <a:cs typeface="Century Gothic"/>
            </a:endParaRPr>
          </a:p>
          <a:p>
            <a:pPr marL="7620">
              <a:lnSpc>
                <a:spcPts val="1435"/>
              </a:lnSpc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Questionnaire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19780" y="6997763"/>
            <a:ext cx="829944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1435"/>
              </a:lnSpc>
              <a:spcBef>
                <a:spcPts val="100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200" b="1" spc="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Financial</a:t>
            </a:r>
            <a:endParaRPr sz="1200">
              <a:latin typeface="Century Gothic"/>
              <a:cs typeface="Century Gothic"/>
            </a:endParaRPr>
          </a:p>
          <a:p>
            <a:pPr marR="3175" algn="ctr">
              <a:lnSpc>
                <a:spcPts val="1435"/>
              </a:lnSpc>
            </a:pPr>
            <a:r>
              <a:rPr sz="12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Data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28821" y="6942708"/>
            <a:ext cx="133413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>
              <a:lnSpc>
                <a:spcPts val="1430"/>
              </a:lnSpc>
              <a:spcBef>
                <a:spcPts val="100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Map</a:t>
            </a:r>
            <a:r>
              <a:rPr sz="1200" b="1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Categories</a:t>
            </a:r>
            <a:endParaRPr sz="1200">
              <a:latin typeface="Century Gothic"/>
              <a:cs typeface="Century Gothic"/>
            </a:endParaRPr>
          </a:p>
          <a:p>
            <a:pPr>
              <a:lnSpc>
                <a:spcPts val="1435"/>
              </a:lnSpc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12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Baseline</a:t>
            </a:r>
            <a:r>
              <a:rPr sz="12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66494" y="3834066"/>
            <a:ext cx="45021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r>
              <a:rPr sz="2700" b="1" spc="-10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7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Identification</a:t>
            </a:r>
            <a:endParaRPr sz="27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47129" y="2526157"/>
            <a:ext cx="11223625" cy="0"/>
          </a:xfrm>
          <a:custGeom>
            <a:avLst/>
            <a:gdLst/>
            <a:ahLst/>
            <a:cxnLst/>
            <a:rect l="l" t="t" r="r" b="b"/>
            <a:pathLst>
              <a:path w="11223625">
                <a:moveTo>
                  <a:pt x="0" y="0"/>
                </a:moveTo>
                <a:lnTo>
                  <a:pt x="11223498" y="0"/>
                </a:lnTo>
              </a:path>
            </a:pathLst>
          </a:custGeom>
          <a:ln w="12700">
            <a:solidFill>
              <a:srgbClr val="5253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47129" y="8889110"/>
            <a:ext cx="11223625" cy="0"/>
          </a:xfrm>
          <a:custGeom>
            <a:avLst/>
            <a:gdLst/>
            <a:ahLst/>
            <a:cxnLst/>
            <a:rect l="l" t="t" r="r" b="b"/>
            <a:pathLst>
              <a:path w="11223625">
                <a:moveTo>
                  <a:pt x="0" y="0"/>
                </a:moveTo>
                <a:lnTo>
                  <a:pt x="11223498" y="0"/>
                </a:lnTo>
              </a:path>
            </a:pathLst>
          </a:custGeom>
          <a:ln w="12700">
            <a:solidFill>
              <a:srgbClr val="5253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561708" y="2607954"/>
            <a:ext cx="7179945" cy="15601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100" b="1" spc="-10" dirty="0">
                <a:solidFill>
                  <a:srgbClr val="122C87"/>
                </a:solidFill>
                <a:latin typeface="Arial"/>
                <a:cs typeface="Arial"/>
              </a:rPr>
              <a:t>Mobilisation</a:t>
            </a:r>
            <a:endParaRPr sz="21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8450" algn="l"/>
              </a:tabLst>
            </a:pP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Define</a:t>
            </a:r>
            <a:r>
              <a:rPr sz="2100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scope,</a:t>
            </a:r>
            <a:r>
              <a:rPr sz="2100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objectives,</a:t>
            </a:r>
            <a:r>
              <a:rPr sz="2100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9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success</a:t>
            </a:r>
            <a:r>
              <a:rPr sz="2100" spc="-5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criteria.</a:t>
            </a:r>
            <a:endParaRPr sz="21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560"/>
              </a:spcBef>
              <a:buFont typeface="Wingdings"/>
              <a:buChar char=""/>
              <a:tabLst>
                <a:tab pos="298450" algn="l"/>
              </a:tabLst>
            </a:pP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Establish</a:t>
            </a:r>
            <a:r>
              <a:rPr sz="2100" spc="-9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data</a:t>
            </a:r>
            <a:r>
              <a:rPr sz="2100" spc="-8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collection</a:t>
            </a:r>
            <a:r>
              <a:rPr sz="2100" spc="-1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approach</a:t>
            </a:r>
            <a:r>
              <a:rPr sz="2100" spc="-2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8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reporting</a:t>
            </a:r>
            <a:r>
              <a:rPr sz="2100" spc="-8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structure.</a:t>
            </a:r>
            <a:endParaRPr sz="21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8450" algn="l"/>
              </a:tabLst>
            </a:pP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Secure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access</a:t>
            </a:r>
            <a:r>
              <a:rPr sz="2100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to</a:t>
            </a:r>
            <a:r>
              <a:rPr sz="2100" spc="-6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IT</a:t>
            </a:r>
            <a:r>
              <a:rPr sz="2100" spc="-3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financial</a:t>
            </a:r>
            <a:r>
              <a:rPr sz="2100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data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operational</a:t>
            </a:r>
            <a:r>
              <a:rPr sz="2100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reports.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/>
              <a:t>Rapid</a:t>
            </a:r>
            <a:r>
              <a:rPr spc="-100" dirty="0"/>
              <a:t> </a:t>
            </a:r>
            <a:r>
              <a:rPr dirty="0"/>
              <a:t>Assessment</a:t>
            </a:r>
            <a:r>
              <a:rPr spc="-5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Diagnostics</a:t>
            </a:r>
          </a:p>
          <a:p>
            <a:pPr marL="298450" indent="-28575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298450" algn="l"/>
              </a:tabLst>
            </a:pPr>
            <a:r>
              <a:rPr b="0" dirty="0">
                <a:latin typeface="Arial"/>
                <a:cs typeface="Arial"/>
              </a:rPr>
              <a:t>Obtain</a:t>
            </a:r>
            <a:r>
              <a:rPr b="0" spc="-10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business,</a:t>
            </a:r>
            <a:r>
              <a:rPr b="0" spc="-50" dirty="0">
                <a:latin typeface="Arial"/>
                <a:cs typeface="Arial"/>
              </a:rPr>
              <a:t> </a:t>
            </a:r>
            <a:r>
              <a:rPr b="0" spc="-45" dirty="0">
                <a:latin typeface="Arial"/>
                <a:cs typeface="Arial"/>
              </a:rPr>
              <a:t>IT,</a:t>
            </a:r>
            <a:r>
              <a:rPr b="0" spc="-5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and</a:t>
            </a:r>
            <a:r>
              <a:rPr b="0" spc="-10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operational</a:t>
            </a:r>
            <a:r>
              <a:rPr b="0" spc="-7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context.</a:t>
            </a:r>
          </a:p>
          <a:p>
            <a:pPr marL="298450" indent="-28575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298450" algn="l"/>
              </a:tabLst>
            </a:pPr>
            <a:r>
              <a:rPr b="0" dirty="0">
                <a:latin typeface="Arial"/>
                <a:cs typeface="Arial"/>
              </a:rPr>
              <a:t>Review</a:t>
            </a:r>
            <a:r>
              <a:rPr b="0" spc="-4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IT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financial</a:t>
            </a:r>
            <a:r>
              <a:rPr b="0" spc="-4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data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and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establish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baselining.</a:t>
            </a:r>
          </a:p>
          <a:p>
            <a:pPr marL="298450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8450" algn="l"/>
              </a:tabLst>
            </a:pPr>
            <a:r>
              <a:rPr b="0" dirty="0">
                <a:latin typeface="Arial"/>
                <a:cs typeface="Arial"/>
              </a:rPr>
              <a:t>Analyse</a:t>
            </a:r>
            <a:r>
              <a:rPr b="0" spc="-7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technology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cost</a:t>
            </a:r>
            <a:r>
              <a:rPr b="0" spc="-9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data</a:t>
            </a:r>
            <a:r>
              <a:rPr b="0" spc="-7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to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identify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cost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opportunities.</a:t>
            </a:r>
          </a:p>
          <a:p>
            <a:pPr marL="298450" indent="-285750">
              <a:lnSpc>
                <a:spcPct val="100000"/>
              </a:lnSpc>
              <a:spcBef>
                <a:spcPts val="560"/>
              </a:spcBef>
              <a:buFont typeface="Wingdings"/>
              <a:buChar char=""/>
              <a:tabLst>
                <a:tab pos="298450" algn="l"/>
              </a:tabLst>
            </a:pPr>
            <a:r>
              <a:rPr b="0" dirty="0">
                <a:latin typeface="Arial"/>
                <a:cs typeface="Arial"/>
              </a:rPr>
              <a:t>Map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and</a:t>
            </a:r>
            <a:r>
              <a:rPr b="0" spc="1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prioritise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high-</a:t>
            </a:r>
            <a:r>
              <a:rPr b="0" dirty="0">
                <a:latin typeface="Arial"/>
                <a:cs typeface="Arial"/>
              </a:rPr>
              <a:t>value</a:t>
            </a:r>
            <a:r>
              <a:rPr b="0" spc="1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cost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categories</a:t>
            </a:r>
            <a:r>
              <a:rPr b="0" spc="-9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and</a:t>
            </a:r>
            <a:r>
              <a:rPr b="0" spc="1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key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cost</a:t>
            </a:r>
            <a:r>
              <a:rPr b="0" spc="-7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drivers.</a:t>
            </a:r>
          </a:p>
          <a:p>
            <a:pPr marL="298450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8450" algn="l"/>
              </a:tabLst>
            </a:pPr>
            <a:r>
              <a:rPr b="0" dirty="0">
                <a:latin typeface="Arial"/>
                <a:cs typeface="Arial"/>
              </a:rPr>
              <a:t>Conduct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rapid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assessment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to</a:t>
            </a:r>
            <a:r>
              <a:rPr b="0" spc="-8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validate</a:t>
            </a:r>
            <a:r>
              <a:rPr b="0" spc="-9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cost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optimisation</a:t>
            </a:r>
            <a:r>
              <a:rPr b="0" spc="-9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opportunities.</a:t>
            </a:r>
          </a:p>
          <a:p>
            <a:pPr marL="298450" indent="-28575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298450" algn="l"/>
              </a:tabLst>
            </a:pPr>
            <a:r>
              <a:rPr b="0" dirty="0">
                <a:latin typeface="Arial"/>
                <a:cs typeface="Arial"/>
              </a:rPr>
              <a:t>Perform</a:t>
            </a:r>
            <a:r>
              <a:rPr b="0" spc="-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benchmarking,</a:t>
            </a:r>
            <a:r>
              <a:rPr b="0" spc="-8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leading</a:t>
            </a:r>
            <a:r>
              <a:rPr b="0" spc="-7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practices,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and</a:t>
            </a:r>
            <a:r>
              <a:rPr b="0" spc="-7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ratio</a:t>
            </a:r>
            <a:r>
              <a:rPr b="0" spc="-7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analysis.</a:t>
            </a:r>
          </a:p>
          <a:p>
            <a:pPr marL="298450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298450" algn="l"/>
              </a:tabLst>
            </a:pPr>
            <a:r>
              <a:rPr b="0" dirty="0">
                <a:latin typeface="Arial"/>
                <a:cs typeface="Arial"/>
              </a:rPr>
              <a:t>Formulate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initial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hypotheses</a:t>
            </a:r>
            <a:r>
              <a:rPr b="0" spc="-5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on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cost-</a:t>
            </a:r>
            <a:r>
              <a:rPr b="0" dirty="0">
                <a:latin typeface="Arial"/>
                <a:cs typeface="Arial"/>
              </a:rPr>
              <a:t>saving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opportunities.</a:t>
            </a:r>
          </a:p>
          <a:p>
            <a:pPr marL="298450" marR="5080" indent="-286385">
              <a:lnSpc>
                <a:spcPts val="2480"/>
              </a:lnSpc>
              <a:spcBef>
                <a:spcPts val="675"/>
              </a:spcBef>
              <a:buFont typeface="Wingdings"/>
              <a:buChar char=""/>
              <a:tabLst>
                <a:tab pos="298450" algn="l"/>
              </a:tabLst>
            </a:pPr>
            <a:r>
              <a:rPr b="0" dirty="0">
                <a:latin typeface="Arial"/>
                <a:cs typeface="Arial"/>
              </a:rPr>
              <a:t>Identify</a:t>
            </a:r>
            <a:r>
              <a:rPr b="0" spc="-7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and</a:t>
            </a:r>
            <a:r>
              <a:rPr b="0" spc="-10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prioritise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tactical</a:t>
            </a:r>
            <a:r>
              <a:rPr b="0" spc="-7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cost</a:t>
            </a:r>
            <a:r>
              <a:rPr b="0" spc="-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optimisation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levers</a:t>
            </a:r>
            <a:r>
              <a:rPr b="0" spc="-6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(infrastructure,</a:t>
            </a:r>
            <a:r>
              <a:rPr b="0" spc="-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cloud,</a:t>
            </a:r>
            <a:r>
              <a:rPr b="0" spc="-11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software, contracts).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249034" y="8827516"/>
            <a:ext cx="4580255" cy="128397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6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Output:</a:t>
            </a:r>
            <a:endParaRPr sz="165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269240" algn="l"/>
              </a:tabLst>
            </a:pPr>
            <a:r>
              <a:rPr sz="1650" spc="-20" dirty="0">
                <a:solidFill>
                  <a:srgbClr val="52535B"/>
                </a:solidFill>
                <a:latin typeface="Century Gothic"/>
                <a:cs typeface="Century Gothic"/>
              </a:rPr>
              <a:t>Initial</a:t>
            </a:r>
            <a:r>
              <a:rPr sz="1650" spc="-6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Hypotheses</a:t>
            </a:r>
            <a:endParaRPr sz="165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269240" algn="l"/>
              </a:tabLst>
            </a:pPr>
            <a:r>
              <a:rPr sz="1650" spc="-30" dirty="0">
                <a:solidFill>
                  <a:srgbClr val="52535B"/>
                </a:solidFill>
                <a:latin typeface="Century Gothic"/>
                <a:cs typeface="Century Gothic"/>
              </a:rPr>
              <a:t>Prioritised</a:t>
            </a:r>
            <a:r>
              <a:rPr sz="1650" spc="-9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52535B"/>
                </a:solidFill>
                <a:latin typeface="Century Gothic"/>
                <a:cs typeface="Century Gothic"/>
              </a:rPr>
              <a:t>IT</a:t>
            </a:r>
            <a:r>
              <a:rPr sz="1650" spc="-7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cost</a:t>
            </a:r>
            <a:r>
              <a:rPr sz="1650" spc="-8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25" dirty="0">
                <a:solidFill>
                  <a:srgbClr val="52535B"/>
                </a:solidFill>
                <a:latin typeface="Century Gothic"/>
                <a:cs typeface="Century Gothic"/>
              </a:rPr>
              <a:t>categories</a:t>
            </a:r>
            <a:r>
              <a:rPr sz="1650" spc="-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r>
              <a:rPr sz="165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cost</a:t>
            </a:r>
            <a:r>
              <a:rPr sz="165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drivers</a:t>
            </a:r>
            <a:endParaRPr sz="165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269240" algn="l"/>
              </a:tabLst>
            </a:pPr>
            <a:r>
              <a:rPr sz="1650" spc="-25" dirty="0">
                <a:solidFill>
                  <a:srgbClr val="52535B"/>
                </a:solidFill>
                <a:latin typeface="Century Gothic"/>
                <a:cs typeface="Century Gothic"/>
              </a:rPr>
              <a:t>Benchmark</a:t>
            </a:r>
            <a:r>
              <a:rPr sz="165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analysis</a:t>
            </a:r>
            <a:endParaRPr sz="16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637" y="1110233"/>
            <a:ext cx="12348845" cy="769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Our</a:t>
            </a:r>
            <a:r>
              <a:rPr spc="30" dirty="0"/>
              <a:t> </a:t>
            </a:r>
            <a:r>
              <a:rPr dirty="0"/>
              <a:t>approach</a:t>
            </a:r>
            <a:r>
              <a:rPr spc="85" dirty="0"/>
              <a:t> </a:t>
            </a:r>
            <a:r>
              <a:rPr dirty="0"/>
              <a:t>–</a:t>
            </a:r>
            <a:r>
              <a:rPr spc="100" dirty="0"/>
              <a:t> </a:t>
            </a:r>
            <a:r>
              <a:rPr dirty="0"/>
              <a:t>Opportunities</a:t>
            </a:r>
            <a:r>
              <a:rPr spc="55" dirty="0"/>
              <a:t> </a:t>
            </a:r>
            <a:r>
              <a:rPr spc="-10" dirty="0"/>
              <a:t>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23395" y="206438"/>
            <a:ext cx="3248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Methodology</a:t>
            </a:r>
            <a:r>
              <a:rPr sz="1800" spc="-4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and</a:t>
            </a:r>
            <a:r>
              <a:rPr sz="1800" spc="-7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A9A8AD"/>
                </a:solidFill>
                <a:latin typeface="Century Gothic"/>
                <a:cs typeface="Century Gothic"/>
              </a:rPr>
              <a:t>Approach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8097" y="2416301"/>
            <a:ext cx="11740515" cy="0"/>
          </a:xfrm>
          <a:custGeom>
            <a:avLst/>
            <a:gdLst/>
            <a:ahLst/>
            <a:cxnLst/>
            <a:rect l="l" t="t" r="r" b="b"/>
            <a:pathLst>
              <a:path w="11740515">
                <a:moveTo>
                  <a:pt x="0" y="0"/>
                </a:moveTo>
                <a:lnTo>
                  <a:pt x="11740515" y="0"/>
                </a:lnTo>
              </a:path>
            </a:pathLst>
          </a:custGeom>
          <a:ln w="12700">
            <a:solidFill>
              <a:srgbClr val="5253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4017" y="1942147"/>
            <a:ext cx="17360265" cy="12865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70"/>
              </a:spcBef>
            </a:pP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We</a:t>
            </a:r>
            <a:r>
              <a:rPr sz="21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take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critical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 hypothesis</a:t>
            </a:r>
            <a:r>
              <a:rPr sz="21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driven</a:t>
            </a:r>
            <a:r>
              <a:rPr sz="21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approach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that</a:t>
            </a:r>
            <a:r>
              <a:rPr sz="21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focuses</a:t>
            </a:r>
            <a:r>
              <a:rPr sz="2100" b="1" spc="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our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analysis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on</a:t>
            </a:r>
            <a:r>
              <a:rPr sz="21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21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optimisation</a:t>
            </a:r>
            <a:r>
              <a:rPr sz="2100" b="1" spc="-9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arrive</a:t>
            </a:r>
            <a:r>
              <a:rPr sz="2100" b="1" spc="1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at</a:t>
            </a:r>
            <a:r>
              <a:rPr sz="2100" b="1" spc="-9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most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impactful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benefits.</a:t>
            </a:r>
            <a:endParaRPr sz="2100" dirty="0">
              <a:latin typeface="Century Gothic"/>
              <a:cs typeface="Century Gothic"/>
            </a:endParaRPr>
          </a:p>
          <a:p>
            <a:pPr marL="6221730" indent="-170815">
              <a:lnSpc>
                <a:spcPts val="2300"/>
              </a:lnSpc>
              <a:buFont typeface="Wingdings"/>
              <a:buChar char=""/>
              <a:tabLst>
                <a:tab pos="6221730" algn="l"/>
              </a:tabLst>
            </a:pP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Conduct</a:t>
            </a:r>
            <a:r>
              <a:rPr sz="2100" b="1" spc="-3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Focused</a:t>
            </a:r>
            <a:r>
              <a:rPr sz="2100" b="1" spc="-7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Interviews</a:t>
            </a:r>
            <a:r>
              <a:rPr sz="2100" b="1" spc="-4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with</a:t>
            </a:r>
            <a:r>
              <a:rPr sz="2100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IT</a:t>
            </a:r>
            <a:r>
              <a:rPr sz="2100" spc="-7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Leadership,</a:t>
            </a:r>
            <a:r>
              <a:rPr sz="2100" spc="-11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Finance,</a:t>
            </a:r>
            <a:r>
              <a:rPr sz="2100" spc="-11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Procurement,</a:t>
            </a:r>
            <a:r>
              <a:rPr sz="2100" spc="-5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9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Business</a:t>
            </a:r>
            <a:endParaRPr sz="2100" dirty="0">
              <a:latin typeface="Arial"/>
              <a:cs typeface="Arial"/>
            </a:endParaRPr>
          </a:p>
          <a:p>
            <a:pPr marL="6223000">
              <a:lnSpc>
                <a:spcPct val="100000"/>
              </a:lnSpc>
              <a:spcBef>
                <a:spcPts val="30"/>
              </a:spcBef>
            </a:pP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Units</a:t>
            </a:r>
            <a:r>
              <a:rPr sz="2100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to</a:t>
            </a:r>
            <a:r>
              <a:rPr sz="2100" spc="1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gather</a:t>
            </a:r>
            <a:r>
              <a:rPr sz="2100" spc="-4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insights</a:t>
            </a:r>
            <a:r>
              <a:rPr sz="2100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on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cost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drivers</a:t>
            </a:r>
            <a:r>
              <a:rPr sz="2100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6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priorities.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18097" y="9013190"/>
            <a:ext cx="11740515" cy="0"/>
          </a:xfrm>
          <a:custGeom>
            <a:avLst/>
            <a:gdLst/>
            <a:ahLst/>
            <a:cxnLst/>
            <a:rect l="l" t="t" r="r" b="b"/>
            <a:pathLst>
              <a:path w="11740515">
                <a:moveTo>
                  <a:pt x="0" y="0"/>
                </a:moveTo>
                <a:lnTo>
                  <a:pt x="11740515" y="0"/>
                </a:lnTo>
              </a:path>
            </a:pathLst>
          </a:custGeom>
          <a:ln w="12700">
            <a:solidFill>
              <a:srgbClr val="5253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32803" y="3469199"/>
            <a:ext cx="10605135" cy="97980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335"/>
              </a:spcBef>
              <a:buFont typeface="Wingdings"/>
              <a:buChar char=""/>
              <a:tabLst>
                <a:tab pos="183515" algn="l"/>
              </a:tabLst>
            </a:pP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Perform</a:t>
            </a:r>
            <a:r>
              <a:rPr sz="2100" b="1" spc="-3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Detailed</a:t>
            </a:r>
            <a:r>
              <a:rPr sz="2100" b="1" spc="-4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Cost</a:t>
            </a:r>
            <a:r>
              <a:rPr sz="2100" b="1" spc="-5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Data</a:t>
            </a:r>
            <a:r>
              <a:rPr sz="2100" b="1" spc="-1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Analysis</a:t>
            </a:r>
            <a:r>
              <a:rPr sz="2100" b="1" spc="3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with</a:t>
            </a:r>
            <a:r>
              <a:rPr sz="2100" spc="-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Finance</a:t>
            </a:r>
            <a:r>
              <a:rPr sz="2100" spc="-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7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IT</a:t>
            </a:r>
            <a:r>
              <a:rPr sz="2100" spc="-11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Operations</a:t>
            </a:r>
            <a:r>
              <a:rPr sz="2100" spc="-3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to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validate/refine</a:t>
            </a:r>
            <a:endParaRPr sz="2100">
              <a:latin typeface="Arial"/>
              <a:cs typeface="Arial"/>
            </a:endParaRPr>
          </a:p>
          <a:p>
            <a:pPr marL="184150">
              <a:lnSpc>
                <a:spcPct val="100000"/>
              </a:lnSpc>
              <a:spcBef>
                <a:spcPts val="1235"/>
              </a:spcBef>
            </a:pP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hypotheses</a:t>
            </a:r>
            <a:r>
              <a:rPr sz="2100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identify</a:t>
            </a:r>
            <a:r>
              <a:rPr sz="2100" spc="-9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inefficiencies.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2803" y="4489767"/>
            <a:ext cx="1089152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34290" indent="-170815">
              <a:lnSpc>
                <a:spcPct val="152000"/>
              </a:lnSpc>
              <a:spcBef>
                <a:spcPts val="100"/>
              </a:spcBef>
              <a:buFont typeface="Wingdings"/>
              <a:buChar char=""/>
              <a:tabLst>
                <a:tab pos="184150" algn="l"/>
              </a:tabLst>
            </a:pP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Identify</a:t>
            </a:r>
            <a:r>
              <a:rPr sz="2100" b="1" spc="-4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b="1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Surface</a:t>
            </a:r>
            <a:r>
              <a:rPr sz="2100" b="1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Savings</a:t>
            </a:r>
            <a:r>
              <a:rPr sz="2100" b="1" spc="-4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Opportunities</a:t>
            </a:r>
            <a:r>
              <a:rPr sz="2100" b="1" spc="-1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by</a:t>
            </a:r>
            <a:r>
              <a:rPr sz="2100" spc="-13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detecting</a:t>
            </a:r>
            <a:r>
              <a:rPr sz="2100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redundancies</a:t>
            </a:r>
            <a:r>
              <a:rPr sz="2100" spc="-7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10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optimisation 	areas.</a:t>
            </a:r>
            <a:endParaRPr sz="2100">
              <a:latin typeface="Arial"/>
              <a:cs typeface="Arial"/>
            </a:endParaRPr>
          </a:p>
          <a:p>
            <a:pPr marL="182880" marR="5080" indent="-170815">
              <a:lnSpc>
                <a:spcPct val="152000"/>
              </a:lnSpc>
              <a:spcBef>
                <a:spcPts val="520"/>
              </a:spcBef>
              <a:buFont typeface="Wingdings"/>
              <a:buChar char=""/>
              <a:tabLst>
                <a:tab pos="184150" algn="l"/>
              </a:tabLst>
            </a:pP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Assess</a:t>
            </a:r>
            <a:r>
              <a:rPr sz="2100" b="1" spc="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Strategic</a:t>
            </a:r>
            <a:r>
              <a:rPr sz="2100" b="1" spc="-6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Priorities</a:t>
            </a:r>
            <a:r>
              <a:rPr sz="2100" b="1" spc="-6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&amp;</a:t>
            </a:r>
            <a:r>
              <a:rPr sz="2100" b="1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spc="-25" dirty="0">
                <a:solidFill>
                  <a:srgbClr val="122C87"/>
                </a:solidFill>
                <a:latin typeface="Arial"/>
                <a:cs typeface="Arial"/>
              </a:rPr>
              <a:t>Trade-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offs</a:t>
            </a:r>
            <a:r>
              <a:rPr sz="2100" b="1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by</a:t>
            </a:r>
            <a:r>
              <a:rPr sz="2100" spc="-9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engaging</a:t>
            </a:r>
            <a:r>
              <a:rPr sz="2100" spc="-6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IT</a:t>
            </a:r>
            <a:r>
              <a:rPr sz="2100" spc="-10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Leadership,</a:t>
            </a:r>
            <a:r>
              <a:rPr sz="2100" spc="-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Risk</a:t>
            </a:r>
            <a:r>
              <a:rPr sz="2100" spc="-2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&amp;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Compliance, 	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7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Business</a:t>
            </a:r>
            <a:r>
              <a:rPr sz="2100" spc="-3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Units</a:t>
            </a:r>
            <a:r>
              <a:rPr sz="2100" spc="-3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to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balance</a:t>
            </a:r>
            <a:r>
              <a:rPr sz="2100" spc="-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cost</a:t>
            </a:r>
            <a:r>
              <a:rPr sz="2100" spc="-2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efficiency</a:t>
            </a:r>
            <a:r>
              <a:rPr sz="2100" spc="-3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with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service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excellence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7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risk.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2803" y="6577520"/>
            <a:ext cx="10929620" cy="97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70815">
              <a:lnSpc>
                <a:spcPct val="149000"/>
              </a:lnSpc>
              <a:spcBef>
                <a:spcPts val="100"/>
              </a:spcBef>
              <a:buFont typeface="Wingdings"/>
              <a:buChar char=""/>
              <a:tabLst>
                <a:tab pos="184150" algn="l"/>
              </a:tabLst>
            </a:pPr>
            <a:r>
              <a:rPr sz="2100" b="1" spc="-10" dirty="0">
                <a:solidFill>
                  <a:srgbClr val="122C87"/>
                </a:solidFill>
                <a:latin typeface="Arial"/>
                <a:cs typeface="Arial"/>
              </a:rPr>
              <a:t>Validate</a:t>
            </a:r>
            <a:r>
              <a:rPr sz="2100" b="1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Cost</a:t>
            </a:r>
            <a:r>
              <a:rPr sz="2100" b="1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Optimisation</a:t>
            </a:r>
            <a:r>
              <a:rPr sz="2100" b="1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Hypotheses</a:t>
            </a:r>
            <a:r>
              <a:rPr sz="2100" b="1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with</a:t>
            </a:r>
            <a:r>
              <a:rPr sz="2100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IT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Leadership,</a:t>
            </a:r>
            <a:r>
              <a:rPr sz="2100" spc="-114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Finance,</a:t>
            </a:r>
            <a:r>
              <a:rPr sz="2100" spc="-114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Business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Units 	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to</a:t>
            </a:r>
            <a:r>
              <a:rPr sz="2100" spc="-7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ensure</a:t>
            </a:r>
            <a:r>
              <a:rPr sz="2100" spc="-6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feasibility</a:t>
            </a:r>
            <a:r>
              <a:rPr sz="2100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6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alignment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with business</a:t>
            </a:r>
            <a:r>
              <a:rPr sz="2100" spc="-2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needs.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0140" y="7617836"/>
            <a:ext cx="11284585" cy="249555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416559" indent="-171450">
              <a:lnSpc>
                <a:spcPct val="100000"/>
              </a:lnSpc>
              <a:spcBef>
                <a:spcPts val="1330"/>
              </a:spcBef>
              <a:buFont typeface="Wingdings"/>
              <a:buChar char=""/>
              <a:tabLst>
                <a:tab pos="416559" algn="l"/>
              </a:tabLst>
            </a:pP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Rationalise</a:t>
            </a:r>
            <a:r>
              <a:rPr sz="2100" b="1" spc="-8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&amp;</a:t>
            </a:r>
            <a:r>
              <a:rPr sz="2100" b="1" spc="-6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Prioritise</a:t>
            </a:r>
            <a:r>
              <a:rPr sz="2100" b="1" spc="-8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22C87"/>
                </a:solidFill>
                <a:latin typeface="Arial"/>
                <a:cs typeface="Arial"/>
              </a:rPr>
              <a:t>Savings</a:t>
            </a:r>
            <a:r>
              <a:rPr sz="2100" b="1" spc="-2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122C87"/>
                </a:solidFill>
                <a:latin typeface="Arial"/>
                <a:cs typeface="Arial"/>
              </a:rPr>
              <a:t>Targets</a:t>
            </a:r>
            <a:r>
              <a:rPr sz="2100" b="1" spc="-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by</a:t>
            </a:r>
            <a:r>
              <a:rPr sz="2100" spc="-11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presenting</a:t>
            </a:r>
            <a:r>
              <a:rPr sz="2100" spc="-2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findings</a:t>
            </a:r>
            <a:r>
              <a:rPr sz="2100" spc="-4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to</a:t>
            </a:r>
            <a:r>
              <a:rPr sz="2100" spc="-2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Finance,</a:t>
            </a:r>
            <a:r>
              <a:rPr sz="2100" spc="-30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IT</a:t>
            </a:r>
            <a:r>
              <a:rPr sz="2100" spc="-114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Leadership,</a:t>
            </a:r>
            <a:endParaRPr sz="2100">
              <a:latin typeface="Arial"/>
              <a:cs typeface="Arial"/>
            </a:endParaRPr>
          </a:p>
          <a:p>
            <a:pPr marL="416559">
              <a:lnSpc>
                <a:spcPct val="100000"/>
              </a:lnSpc>
              <a:spcBef>
                <a:spcPts val="1230"/>
              </a:spcBef>
            </a:pP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Procurement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based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on</a:t>
            </a:r>
            <a:r>
              <a:rPr sz="2100" spc="-6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business</a:t>
            </a:r>
            <a:r>
              <a:rPr sz="2100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impact,</a:t>
            </a:r>
            <a:r>
              <a:rPr sz="2100" spc="-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122C87"/>
                </a:solidFill>
                <a:latin typeface="Arial"/>
                <a:cs typeface="Arial"/>
              </a:rPr>
              <a:t>feasibility,</a:t>
            </a:r>
            <a:r>
              <a:rPr sz="2100" spc="-7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and</a:t>
            </a:r>
            <a:r>
              <a:rPr sz="2100" spc="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122C87"/>
                </a:solidFill>
                <a:latin typeface="Arial"/>
                <a:cs typeface="Arial"/>
              </a:rPr>
              <a:t>strategic</a:t>
            </a:r>
            <a:r>
              <a:rPr sz="2100" spc="-25" dirty="0">
                <a:solidFill>
                  <a:srgbClr val="122C87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22C87"/>
                </a:solidFill>
                <a:latin typeface="Arial"/>
                <a:cs typeface="Arial"/>
              </a:rPr>
              <a:t>alignment.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Output:</a:t>
            </a:r>
            <a:endParaRPr sz="165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269240" algn="l"/>
              </a:tabLst>
            </a:pPr>
            <a:r>
              <a:rPr sz="1650" spc="-20" dirty="0">
                <a:solidFill>
                  <a:srgbClr val="52535B"/>
                </a:solidFill>
                <a:latin typeface="Century Gothic"/>
                <a:cs typeface="Century Gothic"/>
              </a:rPr>
              <a:t>Initial</a:t>
            </a:r>
            <a:r>
              <a:rPr sz="1650" spc="-8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IT</a:t>
            </a:r>
            <a:r>
              <a:rPr sz="165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52535B"/>
                </a:solidFill>
                <a:latin typeface="Century Gothic"/>
                <a:cs typeface="Century Gothic"/>
              </a:rPr>
              <a:t>cost</a:t>
            </a:r>
            <a:r>
              <a:rPr sz="165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30" dirty="0">
                <a:solidFill>
                  <a:srgbClr val="52535B"/>
                </a:solidFill>
                <a:latin typeface="Century Gothic"/>
                <a:cs typeface="Century Gothic"/>
              </a:rPr>
              <a:t>optimisation</a:t>
            </a:r>
            <a:r>
              <a:rPr sz="165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25" dirty="0">
                <a:solidFill>
                  <a:srgbClr val="52535B"/>
                </a:solidFill>
                <a:latin typeface="Century Gothic"/>
                <a:cs typeface="Century Gothic"/>
              </a:rPr>
              <a:t>targets/</a:t>
            </a:r>
            <a:r>
              <a:rPr sz="1650" spc="-8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20" dirty="0">
                <a:solidFill>
                  <a:srgbClr val="52535B"/>
                </a:solidFill>
                <a:latin typeface="Century Gothic"/>
                <a:cs typeface="Century Gothic"/>
              </a:rPr>
              <a:t>savings</a:t>
            </a:r>
            <a:r>
              <a:rPr sz="1650" spc="-8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opportunities</a:t>
            </a:r>
            <a:endParaRPr sz="1650">
              <a:latin typeface="Century Gothic"/>
              <a:cs typeface="Century Gothic"/>
            </a:endParaRPr>
          </a:p>
          <a:p>
            <a:pPr marL="269240" indent="-25654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269240" algn="l"/>
              </a:tabLst>
            </a:pPr>
            <a:r>
              <a:rPr sz="1650" spc="-30" dirty="0">
                <a:solidFill>
                  <a:srgbClr val="52535B"/>
                </a:solidFill>
                <a:latin typeface="Century Gothic"/>
                <a:cs typeface="Century Gothic"/>
              </a:rPr>
              <a:t>Validated</a:t>
            </a:r>
            <a:r>
              <a:rPr sz="1650" spc="-9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r>
              <a:rPr sz="1650" spc="-9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30" dirty="0">
                <a:solidFill>
                  <a:srgbClr val="52535B"/>
                </a:solidFill>
                <a:latin typeface="Century Gothic"/>
                <a:cs typeface="Century Gothic"/>
              </a:rPr>
              <a:t>prioritized</a:t>
            </a:r>
            <a:r>
              <a:rPr sz="165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52535B"/>
                </a:solidFill>
                <a:latin typeface="Century Gothic"/>
                <a:cs typeface="Century Gothic"/>
              </a:rPr>
              <a:t>IT</a:t>
            </a:r>
            <a:r>
              <a:rPr sz="1650" spc="-1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52535B"/>
                </a:solidFill>
                <a:latin typeface="Century Gothic"/>
                <a:cs typeface="Century Gothic"/>
              </a:rPr>
              <a:t>cost</a:t>
            </a:r>
            <a:r>
              <a:rPr sz="165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30" dirty="0">
                <a:solidFill>
                  <a:srgbClr val="52535B"/>
                </a:solidFill>
                <a:latin typeface="Century Gothic"/>
                <a:cs typeface="Century Gothic"/>
              </a:rPr>
              <a:t>optimisation</a:t>
            </a:r>
            <a:r>
              <a:rPr sz="1650" spc="-25" dirty="0">
                <a:solidFill>
                  <a:srgbClr val="52535B"/>
                </a:solidFill>
                <a:latin typeface="Century Gothic"/>
                <a:cs typeface="Century Gothic"/>
              </a:rPr>
              <a:t> opportunities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30" dirty="0">
                <a:solidFill>
                  <a:srgbClr val="52535B"/>
                </a:solidFill>
                <a:latin typeface="Century Gothic"/>
                <a:cs typeface="Century Gothic"/>
              </a:rPr>
              <a:t>(analysed</a:t>
            </a:r>
            <a:r>
              <a:rPr sz="165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52535B"/>
                </a:solidFill>
                <a:latin typeface="Century Gothic"/>
                <a:cs typeface="Century Gothic"/>
              </a:rPr>
              <a:t>as</a:t>
            </a:r>
            <a:r>
              <a:rPr sz="1650" spc="-8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20" dirty="0">
                <a:solidFill>
                  <a:srgbClr val="52535B"/>
                </a:solidFill>
                <a:latin typeface="Century Gothic"/>
                <a:cs typeface="Century Gothic"/>
              </a:rPr>
              <a:t>quick</a:t>
            </a:r>
            <a:r>
              <a:rPr sz="165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20" dirty="0">
                <a:solidFill>
                  <a:srgbClr val="52535B"/>
                </a:solidFill>
                <a:latin typeface="Century Gothic"/>
                <a:cs typeface="Century Gothic"/>
              </a:rPr>
              <a:t>wins</a:t>
            </a:r>
            <a:r>
              <a:rPr sz="165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52535B"/>
                </a:solidFill>
                <a:latin typeface="Century Gothic"/>
                <a:cs typeface="Century Gothic"/>
              </a:rPr>
              <a:t>vs</a:t>
            </a:r>
            <a:r>
              <a:rPr sz="165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medium</a:t>
            </a:r>
            <a:r>
              <a:rPr sz="1650" spc="-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52535B"/>
                </a:solidFill>
                <a:latin typeface="Century Gothic"/>
                <a:cs typeface="Century Gothic"/>
              </a:rPr>
              <a:t>to</a:t>
            </a:r>
            <a:r>
              <a:rPr sz="1650" spc="-6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35" dirty="0">
                <a:solidFill>
                  <a:srgbClr val="52535B"/>
                </a:solidFill>
                <a:latin typeface="Century Gothic"/>
                <a:cs typeface="Century Gothic"/>
              </a:rPr>
              <a:t>long</a:t>
            </a:r>
            <a:r>
              <a:rPr sz="1650" spc="-8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term)</a:t>
            </a:r>
            <a:endParaRPr sz="1650">
              <a:latin typeface="Century Gothic"/>
              <a:cs typeface="Century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5819775"/>
            <a:ext cx="2505075" cy="80962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74699" y="6073203"/>
            <a:ext cx="8096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Analysis</a:t>
            </a:r>
            <a:endParaRPr sz="1550">
              <a:latin typeface="Century Gothic"/>
              <a:cs typeface="Century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200" y="5819775"/>
            <a:ext cx="2495550" cy="80962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868801" y="6073203"/>
            <a:ext cx="10134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Validation</a:t>
            </a:r>
            <a:endParaRPr sz="1550">
              <a:latin typeface="Century Gothic"/>
              <a:cs typeface="Century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98537" y="4856226"/>
            <a:ext cx="3975735" cy="2364105"/>
            <a:chOff x="998537" y="4856226"/>
            <a:chExt cx="3975735" cy="2364105"/>
          </a:xfrm>
        </p:grpSpPr>
        <p:sp>
          <p:nvSpPr>
            <p:cNvPr id="16" name="object 16"/>
            <p:cNvSpPr/>
            <p:nvPr/>
          </p:nvSpPr>
          <p:spPr>
            <a:xfrm>
              <a:off x="1004887" y="4872101"/>
              <a:ext cx="1134110" cy="1133475"/>
            </a:xfrm>
            <a:custGeom>
              <a:avLst/>
              <a:gdLst/>
              <a:ahLst/>
              <a:cxnLst/>
              <a:rect l="l" t="t" r="r" b="b"/>
              <a:pathLst>
                <a:path w="1134110" h="1133475">
                  <a:moveTo>
                    <a:pt x="566737" y="0"/>
                  </a:moveTo>
                  <a:lnTo>
                    <a:pt x="517836" y="2079"/>
                  </a:lnTo>
                  <a:lnTo>
                    <a:pt x="470091" y="8204"/>
                  </a:lnTo>
                  <a:lnTo>
                    <a:pt x="423670" y="18204"/>
                  </a:lnTo>
                  <a:lnTo>
                    <a:pt x="378746" y="31910"/>
                  </a:lnTo>
                  <a:lnTo>
                    <a:pt x="335486" y="49152"/>
                  </a:lnTo>
                  <a:lnTo>
                    <a:pt x="294063" y="69759"/>
                  </a:lnTo>
                  <a:lnTo>
                    <a:pt x="254645" y="93563"/>
                  </a:lnTo>
                  <a:lnTo>
                    <a:pt x="217403" y="120393"/>
                  </a:lnTo>
                  <a:lnTo>
                    <a:pt x="182507" y="150080"/>
                  </a:lnTo>
                  <a:lnTo>
                    <a:pt x="150127" y="182453"/>
                  </a:lnTo>
                  <a:lnTo>
                    <a:pt x="120433" y="217342"/>
                  </a:lnTo>
                  <a:lnTo>
                    <a:pt x="93596" y="254578"/>
                  </a:lnTo>
                  <a:lnTo>
                    <a:pt x="69785" y="293992"/>
                  </a:lnTo>
                  <a:lnTo>
                    <a:pt x="49170" y="335412"/>
                  </a:lnTo>
                  <a:lnTo>
                    <a:pt x="31922" y="378669"/>
                  </a:lnTo>
                  <a:lnTo>
                    <a:pt x="18211" y="423594"/>
                  </a:lnTo>
                  <a:lnTo>
                    <a:pt x="8207" y="470016"/>
                  </a:lnTo>
                  <a:lnTo>
                    <a:pt x="2080" y="517766"/>
                  </a:lnTo>
                  <a:lnTo>
                    <a:pt x="0" y="566674"/>
                  </a:lnTo>
                  <a:lnTo>
                    <a:pt x="2011" y="613974"/>
                  </a:lnTo>
                  <a:lnTo>
                    <a:pt x="2080" y="615582"/>
                  </a:lnTo>
                  <a:lnTo>
                    <a:pt x="8207" y="663335"/>
                  </a:lnTo>
                  <a:lnTo>
                    <a:pt x="18211" y="709761"/>
                  </a:lnTo>
                  <a:lnTo>
                    <a:pt x="31922" y="754692"/>
                  </a:lnTo>
                  <a:lnTo>
                    <a:pt x="49170" y="797957"/>
                  </a:lnTo>
                  <a:lnTo>
                    <a:pt x="69785" y="839385"/>
                  </a:lnTo>
                  <a:lnTo>
                    <a:pt x="93596" y="878808"/>
                  </a:lnTo>
                  <a:lnTo>
                    <a:pt x="120433" y="916054"/>
                  </a:lnTo>
                  <a:lnTo>
                    <a:pt x="150127" y="950953"/>
                  </a:lnTo>
                  <a:lnTo>
                    <a:pt x="182507" y="983336"/>
                  </a:lnTo>
                  <a:lnTo>
                    <a:pt x="217403" y="1013032"/>
                  </a:lnTo>
                  <a:lnTo>
                    <a:pt x="254645" y="1039872"/>
                  </a:lnTo>
                  <a:lnTo>
                    <a:pt x="294063" y="1063685"/>
                  </a:lnTo>
                  <a:lnTo>
                    <a:pt x="335486" y="1084301"/>
                  </a:lnTo>
                  <a:lnTo>
                    <a:pt x="378746" y="1101550"/>
                  </a:lnTo>
                  <a:lnTo>
                    <a:pt x="423670" y="1115262"/>
                  </a:lnTo>
                  <a:lnTo>
                    <a:pt x="470091" y="1125267"/>
                  </a:lnTo>
                  <a:lnTo>
                    <a:pt x="517836" y="1131394"/>
                  </a:lnTo>
                  <a:lnTo>
                    <a:pt x="566737" y="1133475"/>
                  </a:lnTo>
                  <a:lnTo>
                    <a:pt x="615646" y="1131394"/>
                  </a:lnTo>
                  <a:lnTo>
                    <a:pt x="663398" y="1125267"/>
                  </a:lnTo>
                  <a:lnTo>
                    <a:pt x="709825" y="1115262"/>
                  </a:lnTo>
                  <a:lnTo>
                    <a:pt x="754756" y="1101550"/>
                  </a:lnTo>
                  <a:lnTo>
                    <a:pt x="798020" y="1084301"/>
                  </a:lnTo>
                  <a:lnTo>
                    <a:pt x="839449" y="1063685"/>
                  </a:lnTo>
                  <a:lnTo>
                    <a:pt x="878871" y="1039872"/>
                  </a:lnTo>
                  <a:lnTo>
                    <a:pt x="916117" y="1013032"/>
                  </a:lnTo>
                  <a:lnTo>
                    <a:pt x="951016" y="983336"/>
                  </a:lnTo>
                  <a:lnTo>
                    <a:pt x="983399" y="950953"/>
                  </a:lnTo>
                  <a:lnTo>
                    <a:pt x="1013096" y="916054"/>
                  </a:lnTo>
                  <a:lnTo>
                    <a:pt x="1034238" y="886713"/>
                  </a:lnTo>
                  <a:lnTo>
                    <a:pt x="566737" y="886713"/>
                  </a:lnTo>
                  <a:lnTo>
                    <a:pt x="519437" y="883244"/>
                  </a:lnTo>
                  <a:lnTo>
                    <a:pt x="474293" y="873166"/>
                  </a:lnTo>
                  <a:lnTo>
                    <a:pt x="431801" y="856973"/>
                  </a:lnTo>
                  <a:lnTo>
                    <a:pt x="392454" y="835161"/>
                  </a:lnTo>
                  <a:lnTo>
                    <a:pt x="356749" y="808223"/>
                  </a:lnTo>
                  <a:lnTo>
                    <a:pt x="325180" y="776656"/>
                  </a:lnTo>
                  <a:lnTo>
                    <a:pt x="298241" y="740952"/>
                  </a:lnTo>
                  <a:lnTo>
                    <a:pt x="276427" y="701608"/>
                  </a:lnTo>
                  <a:lnTo>
                    <a:pt x="260233" y="659117"/>
                  </a:lnTo>
                  <a:lnTo>
                    <a:pt x="250154" y="613974"/>
                  </a:lnTo>
                  <a:lnTo>
                    <a:pt x="246684" y="566674"/>
                  </a:lnTo>
                  <a:lnTo>
                    <a:pt x="250154" y="519373"/>
                  </a:lnTo>
                  <a:lnTo>
                    <a:pt x="260233" y="474230"/>
                  </a:lnTo>
                  <a:lnTo>
                    <a:pt x="276427" y="431739"/>
                  </a:lnTo>
                  <a:lnTo>
                    <a:pt x="298241" y="392395"/>
                  </a:lnTo>
                  <a:lnTo>
                    <a:pt x="325180" y="356691"/>
                  </a:lnTo>
                  <a:lnTo>
                    <a:pt x="356749" y="325124"/>
                  </a:lnTo>
                  <a:lnTo>
                    <a:pt x="392454" y="298186"/>
                  </a:lnTo>
                  <a:lnTo>
                    <a:pt x="431801" y="276374"/>
                  </a:lnTo>
                  <a:lnTo>
                    <a:pt x="474293" y="260181"/>
                  </a:lnTo>
                  <a:lnTo>
                    <a:pt x="519437" y="250103"/>
                  </a:lnTo>
                  <a:lnTo>
                    <a:pt x="566737" y="246634"/>
                  </a:lnTo>
                  <a:lnTo>
                    <a:pt x="1034209" y="246634"/>
                  </a:lnTo>
                  <a:lnTo>
                    <a:pt x="1013096" y="217342"/>
                  </a:lnTo>
                  <a:lnTo>
                    <a:pt x="983399" y="182453"/>
                  </a:lnTo>
                  <a:lnTo>
                    <a:pt x="951016" y="150080"/>
                  </a:lnTo>
                  <a:lnTo>
                    <a:pt x="916117" y="120393"/>
                  </a:lnTo>
                  <a:lnTo>
                    <a:pt x="878871" y="93563"/>
                  </a:lnTo>
                  <a:lnTo>
                    <a:pt x="839449" y="69759"/>
                  </a:lnTo>
                  <a:lnTo>
                    <a:pt x="798020" y="49152"/>
                  </a:lnTo>
                  <a:lnTo>
                    <a:pt x="754756" y="31910"/>
                  </a:lnTo>
                  <a:lnTo>
                    <a:pt x="709825" y="18204"/>
                  </a:lnTo>
                  <a:lnTo>
                    <a:pt x="663398" y="8204"/>
                  </a:lnTo>
                  <a:lnTo>
                    <a:pt x="615646" y="2079"/>
                  </a:lnTo>
                  <a:lnTo>
                    <a:pt x="566737" y="0"/>
                  </a:lnTo>
                  <a:close/>
                </a:path>
                <a:path w="1134110" h="1133475">
                  <a:moveTo>
                    <a:pt x="1034209" y="246634"/>
                  </a:moveTo>
                  <a:lnTo>
                    <a:pt x="566737" y="246634"/>
                  </a:lnTo>
                  <a:lnTo>
                    <a:pt x="614037" y="250103"/>
                  </a:lnTo>
                  <a:lnTo>
                    <a:pt x="659180" y="260181"/>
                  </a:lnTo>
                  <a:lnTo>
                    <a:pt x="701671" y="276374"/>
                  </a:lnTo>
                  <a:lnTo>
                    <a:pt x="741016" y="298186"/>
                  </a:lnTo>
                  <a:lnTo>
                    <a:pt x="776719" y="325124"/>
                  </a:lnTo>
                  <a:lnTo>
                    <a:pt x="808287" y="356691"/>
                  </a:lnTo>
                  <a:lnTo>
                    <a:pt x="835224" y="392395"/>
                  </a:lnTo>
                  <a:lnTo>
                    <a:pt x="857037" y="431739"/>
                  </a:lnTo>
                  <a:lnTo>
                    <a:pt x="873229" y="474230"/>
                  </a:lnTo>
                  <a:lnTo>
                    <a:pt x="883308" y="519373"/>
                  </a:lnTo>
                  <a:lnTo>
                    <a:pt x="886777" y="566674"/>
                  </a:lnTo>
                  <a:lnTo>
                    <a:pt x="883308" y="613974"/>
                  </a:lnTo>
                  <a:lnTo>
                    <a:pt x="873229" y="659117"/>
                  </a:lnTo>
                  <a:lnTo>
                    <a:pt x="857037" y="701608"/>
                  </a:lnTo>
                  <a:lnTo>
                    <a:pt x="835224" y="740952"/>
                  </a:lnTo>
                  <a:lnTo>
                    <a:pt x="808287" y="776656"/>
                  </a:lnTo>
                  <a:lnTo>
                    <a:pt x="776719" y="808223"/>
                  </a:lnTo>
                  <a:lnTo>
                    <a:pt x="741016" y="835161"/>
                  </a:lnTo>
                  <a:lnTo>
                    <a:pt x="701671" y="856973"/>
                  </a:lnTo>
                  <a:lnTo>
                    <a:pt x="659180" y="873166"/>
                  </a:lnTo>
                  <a:lnTo>
                    <a:pt x="614037" y="883244"/>
                  </a:lnTo>
                  <a:lnTo>
                    <a:pt x="566737" y="886713"/>
                  </a:lnTo>
                  <a:lnTo>
                    <a:pt x="1034238" y="886713"/>
                  </a:lnTo>
                  <a:lnTo>
                    <a:pt x="1063748" y="839385"/>
                  </a:lnTo>
                  <a:lnTo>
                    <a:pt x="1084364" y="797957"/>
                  </a:lnTo>
                  <a:lnTo>
                    <a:pt x="1101613" y="754692"/>
                  </a:lnTo>
                  <a:lnTo>
                    <a:pt x="1115325" y="709761"/>
                  </a:lnTo>
                  <a:lnTo>
                    <a:pt x="1125330" y="663335"/>
                  </a:lnTo>
                  <a:lnTo>
                    <a:pt x="1131458" y="615582"/>
                  </a:lnTo>
                  <a:lnTo>
                    <a:pt x="1133538" y="566674"/>
                  </a:lnTo>
                  <a:lnTo>
                    <a:pt x="1131526" y="519373"/>
                  </a:lnTo>
                  <a:lnTo>
                    <a:pt x="1131458" y="517766"/>
                  </a:lnTo>
                  <a:lnTo>
                    <a:pt x="1125330" y="470016"/>
                  </a:lnTo>
                  <a:lnTo>
                    <a:pt x="1115325" y="423594"/>
                  </a:lnTo>
                  <a:lnTo>
                    <a:pt x="1101613" y="378669"/>
                  </a:lnTo>
                  <a:lnTo>
                    <a:pt x="1084364" y="335412"/>
                  </a:lnTo>
                  <a:lnTo>
                    <a:pt x="1063748" y="293992"/>
                  </a:lnTo>
                  <a:lnTo>
                    <a:pt x="1039935" y="254578"/>
                  </a:lnTo>
                  <a:lnTo>
                    <a:pt x="1034209" y="246634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4887" y="4872101"/>
              <a:ext cx="1134110" cy="1133475"/>
            </a:xfrm>
            <a:custGeom>
              <a:avLst/>
              <a:gdLst/>
              <a:ahLst/>
              <a:cxnLst/>
              <a:rect l="l" t="t" r="r" b="b"/>
              <a:pathLst>
                <a:path w="1134110" h="1133475">
                  <a:moveTo>
                    <a:pt x="0" y="566674"/>
                  </a:moveTo>
                  <a:lnTo>
                    <a:pt x="2080" y="517766"/>
                  </a:lnTo>
                  <a:lnTo>
                    <a:pt x="8207" y="470016"/>
                  </a:lnTo>
                  <a:lnTo>
                    <a:pt x="18211" y="423594"/>
                  </a:lnTo>
                  <a:lnTo>
                    <a:pt x="31922" y="378669"/>
                  </a:lnTo>
                  <a:lnTo>
                    <a:pt x="49170" y="335412"/>
                  </a:lnTo>
                  <a:lnTo>
                    <a:pt x="69785" y="293992"/>
                  </a:lnTo>
                  <a:lnTo>
                    <a:pt x="93596" y="254578"/>
                  </a:lnTo>
                  <a:lnTo>
                    <a:pt x="120433" y="217342"/>
                  </a:lnTo>
                  <a:lnTo>
                    <a:pt x="150127" y="182453"/>
                  </a:lnTo>
                  <a:lnTo>
                    <a:pt x="182507" y="150080"/>
                  </a:lnTo>
                  <a:lnTo>
                    <a:pt x="217403" y="120393"/>
                  </a:lnTo>
                  <a:lnTo>
                    <a:pt x="254645" y="93563"/>
                  </a:lnTo>
                  <a:lnTo>
                    <a:pt x="294063" y="69759"/>
                  </a:lnTo>
                  <a:lnTo>
                    <a:pt x="335486" y="49152"/>
                  </a:lnTo>
                  <a:lnTo>
                    <a:pt x="378746" y="31910"/>
                  </a:lnTo>
                  <a:lnTo>
                    <a:pt x="423670" y="18204"/>
                  </a:lnTo>
                  <a:lnTo>
                    <a:pt x="470091" y="8204"/>
                  </a:lnTo>
                  <a:lnTo>
                    <a:pt x="517836" y="2079"/>
                  </a:lnTo>
                  <a:lnTo>
                    <a:pt x="566737" y="0"/>
                  </a:lnTo>
                  <a:lnTo>
                    <a:pt x="615646" y="2079"/>
                  </a:lnTo>
                  <a:lnTo>
                    <a:pt x="663398" y="8204"/>
                  </a:lnTo>
                  <a:lnTo>
                    <a:pt x="709825" y="18204"/>
                  </a:lnTo>
                  <a:lnTo>
                    <a:pt x="754756" y="31910"/>
                  </a:lnTo>
                  <a:lnTo>
                    <a:pt x="798020" y="49152"/>
                  </a:lnTo>
                  <a:lnTo>
                    <a:pt x="839449" y="69759"/>
                  </a:lnTo>
                  <a:lnTo>
                    <a:pt x="878871" y="93563"/>
                  </a:lnTo>
                  <a:lnTo>
                    <a:pt x="916117" y="120393"/>
                  </a:lnTo>
                  <a:lnTo>
                    <a:pt x="951016" y="150080"/>
                  </a:lnTo>
                  <a:lnTo>
                    <a:pt x="983399" y="182453"/>
                  </a:lnTo>
                  <a:lnTo>
                    <a:pt x="1013096" y="217342"/>
                  </a:lnTo>
                  <a:lnTo>
                    <a:pt x="1039935" y="254578"/>
                  </a:lnTo>
                  <a:lnTo>
                    <a:pt x="1063748" y="293992"/>
                  </a:lnTo>
                  <a:lnTo>
                    <a:pt x="1084364" y="335412"/>
                  </a:lnTo>
                  <a:lnTo>
                    <a:pt x="1101613" y="378669"/>
                  </a:lnTo>
                  <a:lnTo>
                    <a:pt x="1115325" y="423594"/>
                  </a:lnTo>
                  <a:lnTo>
                    <a:pt x="1125330" y="470016"/>
                  </a:lnTo>
                  <a:lnTo>
                    <a:pt x="1131458" y="517766"/>
                  </a:lnTo>
                  <a:lnTo>
                    <a:pt x="1133538" y="566674"/>
                  </a:lnTo>
                  <a:lnTo>
                    <a:pt x="1131458" y="615582"/>
                  </a:lnTo>
                  <a:lnTo>
                    <a:pt x="1125330" y="663335"/>
                  </a:lnTo>
                  <a:lnTo>
                    <a:pt x="1115325" y="709761"/>
                  </a:lnTo>
                  <a:lnTo>
                    <a:pt x="1101613" y="754692"/>
                  </a:lnTo>
                  <a:lnTo>
                    <a:pt x="1084364" y="797957"/>
                  </a:lnTo>
                  <a:lnTo>
                    <a:pt x="1063748" y="839385"/>
                  </a:lnTo>
                  <a:lnTo>
                    <a:pt x="1039935" y="878808"/>
                  </a:lnTo>
                  <a:lnTo>
                    <a:pt x="1013096" y="916054"/>
                  </a:lnTo>
                  <a:lnTo>
                    <a:pt x="983399" y="950953"/>
                  </a:lnTo>
                  <a:lnTo>
                    <a:pt x="951016" y="983336"/>
                  </a:lnTo>
                  <a:lnTo>
                    <a:pt x="916117" y="1013032"/>
                  </a:lnTo>
                  <a:lnTo>
                    <a:pt x="878871" y="1039872"/>
                  </a:lnTo>
                  <a:lnTo>
                    <a:pt x="839449" y="1063685"/>
                  </a:lnTo>
                  <a:lnTo>
                    <a:pt x="798020" y="1084301"/>
                  </a:lnTo>
                  <a:lnTo>
                    <a:pt x="754756" y="1101550"/>
                  </a:lnTo>
                  <a:lnTo>
                    <a:pt x="709825" y="1115262"/>
                  </a:lnTo>
                  <a:lnTo>
                    <a:pt x="663398" y="1125267"/>
                  </a:lnTo>
                  <a:lnTo>
                    <a:pt x="615646" y="1131394"/>
                  </a:lnTo>
                  <a:lnTo>
                    <a:pt x="566737" y="1133475"/>
                  </a:lnTo>
                  <a:lnTo>
                    <a:pt x="517836" y="1131394"/>
                  </a:lnTo>
                  <a:lnTo>
                    <a:pt x="470091" y="1125267"/>
                  </a:lnTo>
                  <a:lnTo>
                    <a:pt x="423670" y="1115262"/>
                  </a:lnTo>
                  <a:lnTo>
                    <a:pt x="378746" y="1101550"/>
                  </a:lnTo>
                  <a:lnTo>
                    <a:pt x="335486" y="1084301"/>
                  </a:lnTo>
                  <a:lnTo>
                    <a:pt x="294063" y="1063685"/>
                  </a:lnTo>
                  <a:lnTo>
                    <a:pt x="254645" y="1039872"/>
                  </a:lnTo>
                  <a:lnTo>
                    <a:pt x="217403" y="1013032"/>
                  </a:lnTo>
                  <a:lnTo>
                    <a:pt x="182507" y="983336"/>
                  </a:lnTo>
                  <a:lnTo>
                    <a:pt x="150127" y="950953"/>
                  </a:lnTo>
                  <a:lnTo>
                    <a:pt x="120433" y="916054"/>
                  </a:lnTo>
                  <a:lnTo>
                    <a:pt x="93596" y="878808"/>
                  </a:lnTo>
                  <a:lnTo>
                    <a:pt x="69785" y="839385"/>
                  </a:lnTo>
                  <a:lnTo>
                    <a:pt x="49170" y="797957"/>
                  </a:lnTo>
                  <a:lnTo>
                    <a:pt x="31922" y="754692"/>
                  </a:lnTo>
                  <a:lnTo>
                    <a:pt x="18211" y="709761"/>
                  </a:lnTo>
                  <a:lnTo>
                    <a:pt x="8207" y="663335"/>
                  </a:lnTo>
                  <a:lnTo>
                    <a:pt x="2080" y="615582"/>
                  </a:lnTo>
                  <a:lnTo>
                    <a:pt x="0" y="566674"/>
                  </a:lnTo>
                  <a:close/>
                </a:path>
                <a:path w="1134110" h="1133475">
                  <a:moveTo>
                    <a:pt x="246684" y="566674"/>
                  </a:moveTo>
                  <a:lnTo>
                    <a:pt x="250154" y="613974"/>
                  </a:lnTo>
                  <a:lnTo>
                    <a:pt x="260233" y="659117"/>
                  </a:lnTo>
                  <a:lnTo>
                    <a:pt x="276427" y="701608"/>
                  </a:lnTo>
                  <a:lnTo>
                    <a:pt x="298241" y="740952"/>
                  </a:lnTo>
                  <a:lnTo>
                    <a:pt x="325180" y="776656"/>
                  </a:lnTo>
                  <a:lnTo>
                    <a:pt x="356749" y="808223"/>
                  </a:lnTo>
                  <a:lnTo>
                    <a:pt x="392454" y="835161"/>
                  </a:lnTo>
                  <a:lnTo>
                    <a:pt x="431801" y="856973"/>
                  </a:lnTo>
                  <a:lnTo>
                    <a:pt x="474293" y="873166"/>
                  </a:lnTo>
                  <a:lnTo>
                    <a:pt x="519437" y="883244"/>
                  </a:lnTo>
                  <a:lnTo>
                    <a:pt x="566737" y="886713"/>
                  </a:lnTo>
                  <a:lnTo>
                    <a:pt x="614037" y="883244"/>
                  </a:lnTo>
                  <a:lnTo>
                    <a:pt x="659180" y="873166"/>
                  </a:lnTo>
                  <a:lnTo>
                    <a:pt x="701671" y="856973"/>
                  </a:lnTo>
                  <a:lnTo>
                    <a:pt x="741016" y="835161"/>
                  </a:lnTo>
                  <a:lnTo>
                    <a:pt x="776719" y="808223"/>
                  </a:lnTo>
                  <a:lnTo>
                    <a:pt x="808287" y="776656"/>
                  </a:lnTo>
                  <a:lnTo>
                    <a:pt x="835224" y="740952"/>
                  </a:lnTo>
                  <a:lnTo>
                    <a:pt x="857037" y="701608"/>
                  </a:lnTo>
                  <a:lnTo>
                    <a:pt x="873229" y="659117"/>
                  </a:lnTo>
                  <a:lnTo>
                    <a:pt x="883308" y="613974"/>
                  </a:lnTo>
                  <a:lnTo>
                    <a:pt x="886777" y="566674"/>
                  </a:lnTo>
                  <a:lnTo>
                    <a:pt x="883308" y="519373"/>
                  </a:lnTo>
                  <a:lnTo>
                    <a:pt x="873229" y="474230"/>
                  </a:lnTo>
                  <a:lnTo>
                    <a:pt x="857037" y="431739"/>
                  </a:lnTo>
                  <a:lnTo>
                    <a:pt x="835224" y="392395"/>
                  </a:lnTo>
                  <a:lnTo>
                    <a:pt x="808287" y="356691"/>
                  </a:lnTo>
                  <a:lnTo>
                    <a:pt x="776719" y="325124"/>
                  </a:lnTo>
                  <a:lnTo>
                    <a:pt x="741016" y="298186"/>
                  </a:lnTo>
                  <a:lnTo>
                    <a:pt x="701671" y="276374"/>
                  </a:lnTo>
                  <a:lnTo>
                    <a:pt x="659180" y="260181"/>
                  </a:lnTo>
                  <a:lnTo>
                    <a:pt x="614037" y="250103"/>
                  </a:lnTo>
                  <a:lnTo>
                    <a:pt x="566737" y="246634"/>
                  </a:lnTo>
                  <a:lnTo>
                    <a:pt x="519437" y="250103"/>
                  </a:lnTo>
                  <a:lnTo>
                    <a:pt x="474293" y="260181"/>
                  </a:lnTo>
                  <a:lnTo>
                    <a:pt x="431801" y="276374"/>
                  </a:lnTo>
                  <a:lnTo>
                    <a:pt x="392454" y="298186"/>
                  </a:lnTo>
                  <a:lnTo>
                    <a:pt x="356749" y="325124"/>
                  </a:lnTo>
                  <a:lnTo>
                    <a:pt x="325180" y="356691"/>
                  </a:lnTo>
                  <a:lnTo>
                    <a:pt x="298241" y="392395"/>
                  </a:lnTo>
                  <a:lnTo>
                    <a:pt x="276427" y="431739"/>
                  </a:lnTo>
                  <a:lnTo>
                    <a:pt x="260233" y="474230"/>
                  </a:lnTo>
                  <a:lnTo>
                    <a:pt x="250154" y="519373"/>
                  </a:lnTo>
                  <a:lnTo>
                    <a:pt x="246684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29382" y="5354391"/>
              <a:ext cx="475615" cy="208279"/>
            </a:xfrm>
            <a:custGeom>
              <a:avLst/>
              <a:gdLst/>
              <a:ahLst/>
              <a:cxnLst/>
              <a:rect l="l" t="t" r="r" b="b"/>
              <a:pathLst>
                <a:path w="475614" h="208279">
                  <a:moveTo>
                    <a:pt x="475204" y="0"/>
                  </a:moveTo>
                  <a:lnTo>
                    <a:pt x="0" y="0"/>
                  </a:lnTo>
                  <a:lnTo>
                    <a:pt x="0" y="208133"/>
                  </a:lnTo>
                  <a:lnTo>
                    <a:pt x="475204" y="208134"/>
                  </a:lnTo>
                  <a:lnTo>
                    <a:pt x="475204" y="176914"/>
                  </a:lnTo>
                  <a:lnTo>
                    <a:pt x="54001" y="176913"/>
                  </a:lnTo>
                  <a:lnTo>
                    <a:pt x="32400" y="156100"/>
                  </a:lnTo>
                  <a:lnTo>
                    <a:pt x="32400" y="52033"/>
                  </a:lnTo>
                  <a:lnTo>
                    <a:pt x="54001" y="31220"/>
                  </a:lnTo>
                  <a:lnTo>
                    <a:pt x="475204" y="31220"/>
                  </a:lnTo>
                  <a:lnTo>
                    <a:pt x="475204" y="0"/>
                  </a:lnTo>
                  <a:close/>
                </a:path>
                <a:path w="475614" h="208279">
                  <a:moveTo>
                    <a:pt x="475204" y="31220"/>
                  </a:moveTo>
                  <a:lnTo>
                    <a:pt x="426604" y="31220"/>
                  </a:lnTo>
                  <a:lnTo>
                    <a:pt x="442804" y="46830"/>
                  </a:lnTo>
                  <a:lnTo>
                    <a:pt x="442804" y="161304"/>
                  </a:lnTo>
                  <a:lnTo>
                    <a:pt x="426604" y="176914"/>
                  </a:lnTo>
                  <a:lnTo>
                    <a:pt x="475204" y="176914"/>
                  </a:lnTo>
                  <a:lnTo>
                    <a:pt x="475204" y="31220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3784" y="5406425"/>
              <a:ext cx="86400" cy="10406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390942" y="5212867"/>
              <a:ext cx="367030" cy="261620"/>
            </a:xfrm>
            <a:custGeom>
              <a:avLst/>
              <a:gdLst/>
              <a:ahLst/>
              <a:cxnLst/>
              <a:rect l="l" t="t" r="r" b="b"/>
              <a:pathLst>
                <a:path w="367030" h="261620">
                  <a:moveTo>
                    <a:pt x="57238" y="236969"/>
                  </a:moveTo>
                  <a:lnTo>
                    <a:pt x="49974" y="229984"/>
                  </a:lnTo>
                  <a:lnTo>
                    <a:pt x="32080" y="229984"/>
                  </a:lnTo>
                  <a:lnTo>
                    <a:pt x="24841" y="236969"/>
                  </a:lnTo>
                  <a:lnTo>
                    <a:pt x="24841" y="254215"/>
                  </a:lnTo>
                  <a:lnTo>
                    <a:pt x="32080" y="261213"/>
                  </a:lnTo>
                  <a:lnTo>
                    <a:pt x="49974" y="261213"/>
                  </a:lnTo>
                  <a:lnTo>
                    <a:pt x="57238" y="254215"/>
                  </a:lnTo>
                  <a:lnTo>
                    <a:pt x="57238" y="245592"/>
                  </a:lnTo>
                  <a:lnTo>
                    <a:pt x="57238" y="236969"/>
                  </a:lnTo>
                  <a:close/>
                </a:path>
                <a:path w="367030" h="261620">
                  <a:moveTo>
                    <a:pt x="313194" y="54635"/>
                  </a:moveTo>
                  <a:lnTo>
                    <a:pt x="290512" y="0"/>
                  </a:lnTo>
                  <a:lnTo>
                    <a:pt x="0" y="114477"/>
                  </a:lnTo>
                  <a:lnTo>
                    <a:pt x="166319" y="82727"/>
                  </a:lnTo>
                  <a:lnTo>
                    <a:pt x="272694" y="41109"/>
                  </a:lnTo>
                  <a:lnTo>
                    <a:pt x="280797" y="60883"/>
                  </a:lnTo>
                  <a:lnTo>
                    <a:pt x="313194" y="54635"/>
                  </a:lnTo>
                  <a:close/>
                </a:path>
                <a:path w="367030" h="261620">
                  <a:moveTo>
                    <a:pt x="327240" y="236969"/>
                  </a:moveTo>
                  <a:lnTo>
                    <a:pt x="319976" y="229984"/>
                  </a:lnTo>
                  <a:lnTo>
                    <a:pt x="302082" y="229984"/>
                  </a:lnTo>
                  <a:lnTo>
                    <a:pt x="294843" y="236969"/>
                  </a:lnTo>
                  <a:lnTo>
                    <a:pt x="294843" y="254215"/>
                  </a:lnTo>
                  <a:lnTo>
                    <a:pt x="302082" y="261213"/>
                  </a:lnTo>
                  <a:lnTo>
                    <a:pt x="319976" y="261213"/>
                  </a:lnTo>
                  <a:lnTo>
                    <a:pt x="327240" y="254215"/>
                  </a:lnTo>
                  <a:lnTo>
                    <a:pt x="327240" y="245592"/>
                  </a:lnTo>
                  <a:lnTo>
                    <a:pt x="327240" y="236969"/>
                  </a:lnTo>
                  <a:close/>
                </a:path>
                <a:path w="367030" h="261620">
                  <a:moveTo>
                    <a:pt x="366661" y="120713"/>
                  </a:moveTo>
                  <a:lnTo>
                    <a:pt x="355854" y="67640"/>
                  </a:lnTo>
                  <a:lnTo>
                    <a:pt x="78841" y="120713"/>
                  </a:lnTo>
                  <a:lnTo>
                    <a:pt x="244614" y="120713"/>
                  </a:lnTo>
                  <a:lnTo>
                    <a:pt x="329933" y="104584"/>
                  </a:lnTo>
                  <a:lnTo>
                    <a:pt x="333717" y="120713"/>
                  </a:lnTo>
                  <a:lnTo>
                    <a:pt x="366661" y="120713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33876" y="4862576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566674" y="0"/>
                  </a:moveTo>
                  <a:lnTo>
                    <a:pt x="517766" y="2079"/>
                  </a:lnTo>
                  <a:lnTo>
                    <a:pt x="470016" y="8204"/>
                  </a:lnTo>
                  <a:lnTo>
                    <a:pt x="423594" y="18204"/>
                  </a:lnTo>
                  <a:lnTo>
                    <a:pt x="378669" y="31910"/>
                  </a:lnTo>
                  <a:lnTo>
                    <a:pt x="335412" y="49152"/>
                  </a:lnTo>
                  <a:lnTo>
                    <a:pt x="293992" y="69759"/>
                  </a:lnTo>
                  <a:lnTo>
                    <a:pt x="254578" y="93563"/>
                  </a:lnTo>
                  <a:lnTo>
                    <a:pt x="217342" y="120393"/>
                  </a:lnTo>
                  <a:lnTo>
                    <a:pt x="182453" y="150080"/>
                  </a:lnTo>
                  <a:lnTo>
                    <a:pt x="150080" y="182453"/>
                  </a:lnTo>
                  <a:lnTo>
                    <a:pt x="120393" y="217342"/>
                  </a:lnTo>
                  <a:lnTo>
                    <a:pt x="93563" y="254578"/>
                  </a:lnTo>
                  <a:lnTo>
                    <a:pt x="69759" y="293992"/>
                  </a:lnTo>
                  <a:lnTo>
                    <a:pt x="49152" y="335412"/>
                  </a:lnTo>
                  <a:lnTo>
                    <a:pt x="31910" y="378669"/>
                  </a:lnTo>
                  <a:lnTo>
                    <a:pt x="18204" y="423594"/>
                  </a:lnTo>
                  <a:lnTo>
                    <a:pt x="8204" y="470016"/>
                  </a:lnTo>
                  <a:lnTo>
                    <a:pt x="2079" y="517766"/>
                  </a:lnTo>
                  <a:lnTo>
                    <a:pt x="0" y="566674"/>
                  </a:lnTo>
                  <a:lnTo>
                    <a:pt x="2010" y="613974"/>
                  </a:lnTo>
                  <a:lnTo>
                    <a:pt x="8204" y="663335"/>
                  </a:lnTo>
                  <a:lnTo>
                    <a:pt x="18204" y="709761"/>
                  </a:lnTo>
                  <a:lnTo>
                    <a:pt x="31910" y="754692"/>
                  </a:lnTo>
                  <a:lnTo>
                    <a:pt x="49152" y="797957"/>
                  </a:lnTo>
                  <a:lnTo>
                    <a:pt x="69759" y="839385"/>
                  </a:lnTo>
                  <a:lnTo>
                    <a:pt x="93563" y="878808"/>
                  </a:lnTo>
                  <a:lnTo>
                    <a:pt x="120393" y="916054"/>
                  </a:lnTo>
                  <a:lnTo>
                    <a:pt x="150080" y="950953"/>
                  </a:lnTo>
                  <a:lnTo>
                    <a:pt x="182453" y="983336"/>
                  </a:lnTo>
                  <a:lnTo>
                    <a:pt x="217342" y="1013032"/>
                  </a:lnTo>
                  <a:lnTo>
                    <a:pt x="254578" y="1039872"/>
                  </a:lnTo>
                  <a:lnTo>
                    <a:pt x="293992" y="1063685"/>
                  </a:lnTo>
                  <a:lnTo>
                    <a:pt x="335412" y="1084301"/>
                  </a:lnTo>
                  <a:lnTo>
                    <a:pt x="378669" y="1101550"/>
                  </a:lnTo>
                  <a:lnTo>
                    <a:pt x="423594" y="1115262"/>
                  </a:lnTo>
                  <a:lnTo>
                    <a:pt x="470016" y="1125267"/>
                  </a:lnTo>
                  <a:lnTo>
                    <a:pt x="517766" y="1131394"/>
                  </a:lnTo>
                  <a:lnTo>
                    <a:pt x="566674" y="1133475"/>
                  </a:lnTo>
                  <a:lnTo>
                    <a:pt x="615582" y="1131394"/>
                  </a:lnTo>
                  <a:lnTo>
                    <a:pt x="663335" y="1125267"/>
                  </a:lnTo>
                  <a:lnTo>
                    <a:pt x="709761" y="1115262"/>
                  </a:lnTo>
                  <a:lnTo>
                    <a:pt x="754692" y="1101550"/>
                  </a:lnTo>
                  <a:lnTo>
                    <a:pt x="797957" y="1084301"/>
                  </a:lnTo>
                  <a:lnTo>
                    <a:pt x="839385" y="1063685"/>
                  </a:lnTo>
                  <a:lnTo>
                    <a:pt x="878808" y="1039872"/>
                  </a:lnTo>
                  <a:lnTo>
                    <a:pt x="916054" y="1013032"/>
                  </a:lnTo>
                  <a:lnTo>
                    <a:pt x="950953" y="983336"/>
                  </a:lnTo>
                  <a:lnTo>
                    <a:pt x="983336" y="950953"/>
                  </a:lnTo>
                  <a:lnTo>
                    <a:pt x="1013032" y="916054"/>
                  </a:lnTo>
                  <a:lnTo>
                    <a:pt x="1034175" y="886713"/>
                  </a:lnTo>
                  <a:lnTo>
                    <a:pt x="566674" y="886713"/>
                  </a:lnTo>
                  <a:lnTo>
                    <a:pt x="519373" y="883244"/>
                  </a:lnTo>
                  <a:lnTo>
                    <a:pt x="474230" y="873166"/>
                  </a:lnTo>
                  <a:lnTo>
                    <a:pt x="431739" y="856973"/>
                  </a:lnTo>
                  <a:lnTo>
                    <a:pt x="392395" y="835161"/>
                  </a:lnTo>
                  <a:lnTo>
                    <a:pt x="356691" y="808223"/>
                  </a:lnTo>
                  <a:lnTo>
                    <a:pt x="325124" y="776656"/>
                  </a:lnTo>
                  <a:lnTo>
                    <a:pt x="298186" y="740952"/>
                  </a:lnTo>
                  <a:lnTo>
                    <a:pt x="276374" y="701608"/>
                  </a:lnTo>
                  <a:lnTo>
                    <a:pt x="260181" y="659117"/>
                  </a:lnTo>
                  <a:lnTo>
                    <a:pt x="250103" y="613974"/>
                  </a:lnTo>
                  <a:lnTo>
                    <a:pt x="246634" y="566674"/>
                  </a:lnTo>
                  <a:lnTo>
                    <a:pt x="250103" y="519373"/>
                  </a:lnTo>
                  <a:lnTo>
                    <a:pt x="260181" y="474230"/>
                  </a:lnTo>
                  <a:lnTo>
                    <a:pt x="276374" y="431739"/>
                  </a:lnTo>
                  <a:lnTo>
                    <a:pt x="298186" y="392395"/>
                  </a:lnTo>
                  <a:lnTo>
                    <a:pt x="325124" y="356691"/>
                  </a:lnTo>
                  <a:lnTo>
                    <a:pt x="356691" y="325124"/>
                  </a:lnTo>
                  <a:lnTo>
                    <a:pt x="392395" y="298186"/>
                  </a:lnTo>
                  <a:lnTo>
                    <a:pt x="431739" y="276374"/>
                  </a:lnTo>
                  <a:lnTo>
                    <a:pt x="474230" y="260181"/>
                  </a:lnTo>
                  <a:lnTo>
                    <a:pt x="519373" y="250103"/>
                  </a:lnTo>
                  <a:lnTo>
                    <a:pt x="566674" y="246634"/>
                  </a:lnTo>
                  <a:lnTo>
                    <a:pt x="1034145" y="246634"/>
                  </a:lnTo>
                  <a:lnTo>
                    <a:pt x="1013032" y="217342"/>
                  </a:lnTo>
                  <a:lnTo>
                    <a:pt x="983336" y="182453"/>
                  </a:lnTo>
                  <a:lnTo>
                    <a:pt x="950953" y="150080"/>
                  </a:lnTo>
                  <a:lnTo>
                    <a:pt x="916054" y="120393"/>
                  </a:lnTo>
                  <a:lnTo>
                    <a:pt x="878808" y="93563"/>
                  </a:lnTo>
                  <a:lnTo>
                    <a:pt x="839385" y="69759"/>
                  </a:lnTo>
                  <a:lnTo>
                    <a:pt x="797957" y="49152"/>
                  </a:lnTo>
                  <a:lnTo>
                    <a:pt x="754692" y="31910"/>
                  </a:lnTo>
                  <a:lnTo>
                    <a:pt x="709761" y="18204"/>
                  </a:lnTo>
                  <a:lnTo>
                    <a:pt x="663335" y="8204"/>
                  </a:lnTo>
                  <a:lnTo>
                    <a:pt x="615582" y="2079"/>
                  </a:lnTo>
                  <a:lnTo>
                    <a:pt x="566674" y="0"/>
                  </a:lnTo>
                  <a:close/>
                </a:path>
                <a:path w="1133475" h="1133475">
                  <a:moveTo>
                    <a:pt x="1034145" y="246634"/>
                  </a:moveTo>
                  <a:lnTo>
                    <a:pt x="566674" y="246634"/>
                  </a:lnTo>
                  <a:lnTo>
                    <a:pt x="613974" y="250103"/>
                  </a:lnTo>
                  <a:lnTo>
                    <a:pt x="659117" y="260181"/>
                  </a:lnTo>
                  <a:lnTo>
                    <a:pt x="701608" y="276374"/>
                  </a:lnTo>
                  <a:lnTo>
                    <a:pt x="740952" y="298186"/>
                  </a:lnTo>
                  <a:lnTo>
                    <a:pt x="776656" y="325124"/>
                  </a:lnTo>
                  <a:lnTo>
                    <a:pt x="808223" y="356691"/>
                  </a:lnTo>
                  <a:lnTo>
                    <a:pt x="835161" y="392395"/>
                  </a:lnTo>
                  <a:lnTo>
                    <a:pt x="856973" y="431739"/>
                  </a:lnTo>
                  <a:lnTo>
                    <a:pt x="873166" y="474230"/>
                  </a:lnTo>
                  <a:lnTo>
                    <a:pt x="883244" y="519373"/>
                  </a:lnTo>
                  <a:lnTo>
                    <a:pt x="886713" y="566674"/>
                  </a:lnTo>
                  <a:lnTo>
                    <a:pt x="883244" y="613974"/>
                  </a:lnTo>
                  <a:lnTo>
                    <a:pt x="873166" y="659117"/>
                  </a:lnTo>
                  <a:lnTo>
                    <a:pt x="856973" y="701608"/>
                  </a:lnTo>
                  <a:lnTo>
                    <a:pt x="835161" y="740952"/>
                  </a:lnTo>
                  <a:lnTo>
                    <a:pt x="808223" y="776656"/>
                  </a:lnTo>
                  <a:lnTo>
                    <a:pt x="776656" y="808223"/>
                  </a:lnTo>
                  <a:lnTo>
                    <a:pt x="740952" y="835161"/>
                  </a:lnTo>
                  <a:lnTo>
                    <a:pt x="701608" y="856973"/>
                  </a:lnTo>
                  <a:lnTo>
                    <a:pt x="659117" y="873166"/>
                  </a:lnTo>
                  <a:lnTo>
                    <a:pt x="613974" y="883244"/>
                  </a:lnTo>
                  <a:lnTo>
                    <a:pt x="566674" y="886713"/>
                  </a:lnTo>
                  <a:lnTo>
                    <a:pt x="1034175" y="886713"/>
                  </a:lnTo>
                  <a:lnTo>
                    <a:pt x="1063685" y="839385"/>
                  </a:lnTo>
                  <a:lnTo>
                    <a:pt x="1084301" y="797957"/>
                  </a:lnTo>
                  <a:lnTo>
                    <a:pt x="1101550" y="754692"/>
                  </a:lnTo>
                  <a:lnTo>
                    <a:pt x="1115262" y="709761"/>
                  </a:lnTo>
                  <a:lnTo>
                    <a:pt x="1125267" y="663335"/>
                  </a:lnTo>
                  <a:lnTo>
                    <a:pt x="1131394" y="615582"/>
                  </a:lnTo>
                  <a:lnTo>
                    <a:pt x="1133475" y="566674"/>
                  </a:lnTo>
                  <a:lnTo>
                    <a:pt x="1131463" y="519373"/>
                  </a:lnTo>
                  <a:lnTo>
                    <a:pt x="1131394" y="517766"/>
                  </a:lnTo>
                  <a:lnTo>
                    <a:pt x="1125267" y="470016"/>
                  </a:lnTo>
                  <a:lnTo>
                    <a:pt x="1115262" y="423594"/>
                  </a:lnTo>
                  <a:lnTo>
                    <a:pt x="1101550" y="378669"/>
                  </a:lnTo>
                  <a:lnTo>
                    <a:pt x="1084301" y="335412"/>
                  </a:lnTo>
                  <a:lnTo>
                    <a:pt x="1063685" y="293992"/>
                  </a:lnTo>
                  <a:lnTo>
                    <a:pt x="1039872" y="254578"/>
                  </a:lnTo>
                  <a:lnTo>
                    <a:pt x="1034145" y="246634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3876" y="4862576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0" y="566674"/>
                  </a:moveTo>
                  <a:lnTo>
                    <a:pt x="2079" y="517766"/>
                  </a:lnTo>
                  <a:lnTo>
                    <a:pt x="8204" y="470016"/>
                  </a:lnTo>
                  <a:lnTo>
                    <a:pt x="18204" y="423594"/>
                  </a:lnTo>
                  <a:lnTo>
                    <a:pt x="31910" y="378669"/>
                  </a:lnTo>
                  <a:lnTo>
                    <a:pt x="49152" y="335412"/>
                  </a:lnTo>
                  <a:lnTo>
                    <a:pt x="69759" y="293992"/>
                  </a:lnTo>
                  <a:lnTo>
                    <a:pt x="93563" y="254578"/>
                  </a:lnTo>
                  <a:lnTo>
                    <a:pt x="120393" y="217342"/>
                  </a:lnTo>
                  <a:lnTo>
                    <a:pt x="150080" y="182453"/>
                  </a:lnTo>
                  <a:lnTo>
                    <a:pt x="182453" y="150080"/>
                  </a:lnTo>
                  <a:lnTo>
                    <a:pt x="217342" y="120393"/>
                  </a:lnTo>
                  <a:lnTo>
                    <a:pt x="254578" y="93563"/>
                  </a:lnTo>
                  <a:lnTo>
                    <a:pt x="293992" y="69759"/>
                  </a:lnTo>
                  <a:lnTo>
                    <a:pt x="335412" y="49152"/>
                  </a:lnTo>
                  <a:lnTo>
                    <a:pt x="378669" y="31910"/>
                  </a:lnTo>
                  <a:lnTo>
                    <a:pt x="423594" y="18204"/>
                  </a:lnTo>
                  <a:lnTo>
                    <a:pt x="470016" y="8204"/>
                  </a:lnTo>
                  <a:lnTo>
                    <a:pt x="517766" y="2079"/>
                  </a:lnTo>
                  <a:lnTo>
                    <a:pt x="566674" y="0"/>
                  </a:lnTo>
                  <a:lnTo>
                    <a:pt x="615582" y="2079"/>
                  </a:lnTo>
                  <a:lnTo>
                    <a:pt x="663335" y="8204"/>
                  </a:lnTo>
                  <a:lnTo>
                    <a:pt x="709761" y="18204"/>
                  </a:lnTo>
                  <a:lnTo>
                    <a:pt x="754692" y="31910"/>
                  </a:lnTo>
                  <a:lnTo>
                    <a:pt x="797957" y="49152"/>
                  </a:lnTo>
                  <a:lnTo>
                    <a:pt x="839385" y="69759"/>
                  </a:lnTo>
                  <a:lnTo>
                    <a:pt x="878808" y="93563"/>
                  </a:lnTo>
                  <a:lnTo>
                    <a:pt x="916054" y="120393"/>
                  </a:lnTo>
                  <a:lnTo>
                    <a:pt x="950953" y="150080"/>
                  </a:lnTo>
                  <a:lnTo>
                    <a:pt x="983336" y="182453"/>
                  </a:lnTo>
                  <a:lnTo>
                    <a:pt x="1013032" y="217342"/>
                  </a:lnTo>
                  <a:lnTo>
                    <a:pt x="1039872" y="254578"/>
                  </a:lnTo>
                  <a:lnTo>
                    <a:pt x="1063685" y="293992"/>
                  </a:lnTo>
                  <a:lnTo>
                    <a:pt x="1084301" y="335412"/>
                  </a:lnTo>
                  <a:lnTo>
                    <a:pt x="1101550" y="378669"/>
                  </a:lnTo>
                  <a:lnTo>
                    <a:pt x="1115262" y="423594"/>
                  </a:lnTo>
                  <a:lnTo>
                    <a:pt x="1125267" y="470016"/>
                  </a:lnTo>
                  <a:lnTo>
                    <a:pt x="1131394" y="517766"/>
                  </a:lnTo>
                  <a:lnTo>
                    <a:pt x="1133475" y="566674"/>
                  </a:lnTo>
                  <a:lnTo>
                    <a:pt x="1131394" y="615582"/>
                  </a:lnTo>
                  <a:lnTo>
                    <a:pt x="1125267" y="663335"/>
                  </a:lnTo>
                  <a:lnTo>
                    <a:pt x="1115262" y="709761"/>
                  </a:lnTo>
                  <a:lnTo>
                    <a:pt x="1101550" y="754692"/>
                  </a:lnTo>
                  <a:lnTo>
                    <a:pt x="1084301" y="797957"/>
                  </a:lnTo>
                  <a:lnTo>
                    <a:pt x="1063685" y="839385"/>
                  </a:lnTo>
                  <a:lnTo>
                    <a:pt x="1039872" y="878808"/>
                  </a:lnTo>
                  <a:lnTo>
                    <a:pt x="1013032" y="916054"/>
                  </a:lnTo>
                  <a:lnTo>
                    <a:pt x="983336" y="950953"/>
                  </a:lnTo>
                  <a:lnTo>
                    <a:pt x="950953" y="983336"/>
                  </a:lnTo>
                  <a:lnTo>
                    <a:pt x="916054" y="1013032"/>
                  </a:lnTo>
                  <a:lnTo>
                    <a:pt x="878808" y="1039872"/>
                  </a:lnTo>
                  <a:lnTo>
                    <a:pt x="839385" y="1063685"/>
                  </a:lnTo>
                  <a:lnTo>
                    <a:pt x="797957" y="1084301"/>
                  </a:lnTo>
                  <a:lnTo>
                    <a:pt x="754692" y="1101550"/>
                  </a:lnTo>
                  <a:lnTo>
                    <a:pt x="709761" y="1115262"/>
                  </a:lnTo>
                  <a:lnTo>
                    <a:pt x="663335" y="1125267"/>
                  </a:lnTo>
                  <a:lnTo>
                    <a:pt x="615582" y="1131394"/>
                  </a:lnTo>
                  <a:lnTo>
                    <a:pt x="566674" y="1133475"/>
                  </a:lnTo>
                  <a:lnTo>
                    <a:pt x="517766" y="1131394"/>
                  </a:lnTo>
                  <a:lnTo>
                    <a:pt x="470016" y="1125267"/>
                  </a:lnTo>
                  <a:lnTo>
                    <a:pt x="423594" y="1115262"/>
                  </a:lnTo>
                  <a:lnTo>
                    <a:pt x="378669" y="1101550"/>
                  </a:lnTo>
                  <a:lnTo>
                    <a:pt x="335412" y="1084301"/>
                  </a:lnTo>
                  <a:lnTo>
                    <a:pt x="293992" y="1063685"/>
                  </a:lnTo>
                  <a:lnTo>
                    <a:pt x="254578" y="1039872"/>
                  </a:lnTo>
                  <a:lnTo>
                    <a:pt x="217342" y="1013032"/>
                  </a:lnTo>
                  <a:lnTo>
                    <a:pt x="182453" y="983336"/>
                  </a:lnTo>
                  <a:lnTo>
                    <a:pt x="150080" y="950953"/>
                  </a:lnTo>
                  <a:lnTo>
                    <a:pt x="120393" y="916054"/>
                  </a:lnTo>
                  <a:lnTo>
                    <a:pt x="93563" y="878808"/>
                  </a:lnTo>
                  <a:lnTo>
                    <a:pt x="69759" y="839385"/>
                  </a:lnTo>
                  <a:lnTo>
                    <a:pt x="49152" y="797957"/>
                  </a:lnTo>
                  <a:lnTo>
                    <a:pt x="31910" y="754692"/>
                  </a:lnTo>
                  <a:lnTo>
                    <a:pt x="18204" y="709761"/>
                  </a:lnTo>
                  <a:lnTo>
                    <a:pt x="8204" y="663335"/>
                  </a:lnTo>
                  <a:lnTo>
                    <a:pt x="2079" y="615582"/>
                  </a:lnTo>
                  <a:lnTo>
                    <a:pt x="0" y="566674"/>
                  </a:lnTo>
                  <a:close/>
                </a:path>
                <a:path w="1133475" h="1133475">
                  <a:moveTo>
                    <a:pt x="246634" y="566674"/>
                  </a:moveTo>
                  <a:lnTo>
                    <a:pt x="250103" y="613974"/>
                  </a:lnTo>
                  <a:lnTo>
                    <a:pt x="260181" y="659117"/>
                  </a:lnTo>
                  <a:lnTo>
                    <a:pt x="276374" y="701608"/>
                  </a:lnTo>
                  <a:lnTo>
                    <a:pt x="298186" y="740952"/>
                  </a:lnTo>
                  <a:lnTo>
                    <a:pt x="325124" y="776656"/>
                  </a:lnTo>
                  <a:lnTo>
                    <a:pt x="356691" y="808223"/>
                  </a:lnTo>
                  <a:lnTo>
                    <a:pt x="392395" y="835161"/>
                  </a:lnTo>
                  <a:lnTo>
                    <a:pt x="431739" y="856973"/>
                  </a:lnTo>
                  <a:lnTo>
                    <a:pt x="474230" y="873166"/>
                  </a:lnTo>
                  <a:lnTo>
                    <a:pt x="519373" y="883244"/>
                  </a:lnTo>
                  <a:lnTo>
                    <a:pt x="566674" y="886713"/>
                  </a:lnTo>
                  <a:lnTo>
                    <a:pt x="613974" y="883244"/>
                  </a:lnTo>
                  <a:lnTo>
                    <a:pt x="659117" y="873166"/>
                  </a:lnTo>
                  <a:lnTo>
                    <a:pt x="701608" y="856973"/>
                  </a:lnTo>
                  <a:lnTo>
                    <a:pt x="740952" y="835161"/>
                  </a:lnTo>
                  <a:lnTo>
                    <a:pt x="776656" y="808223"/>
                  </a:lnTo>
                  <a:lnTo>
                    <a:pt x="808223" y="776656"/>
                  </a:lnTo>
                  <a:lnTo>
                    <a:pt x="835161" y="740952"/>
                  </a:lnTo>
                  <a:lnTo>
                    <a:pt x="856973" y="701608"/>
                  </a:lnTo>
                  <a:lnTo>
                    <a:pt x="873166" y="659117"/>
                  </a:lnTo>
                  <a:lnTo>
                    <a:pt x="883244" y="613974"/>
                  </a:lnTo>
                  <a:lnTo>
                    <a:pt x="886713" y="566674"/>
                  </a:lnTo>
                  <a:lnTo>
                    <a:pt x="883244" y="519373"/>
                  </a:lnTo>
                  <a:lnTo>
                    <a:pt x="873166" y="474230"/>
                  </a:lnTo>
                  <a:lnTo>
                    <a:pt x="856973" y="431739"/>
                  </a:lnTo>
                  <a:lnTo>
                    <a:pt x="835161" y="392395"/>
                  </a:lnTo>
                  <a:lnTo>
                    <a:pt x="808223" y="356691"/>
                  </a:lnTo>
                  <a:lnTo>
                    <a:pt x="776656" y="325124"/>
                  </a:lnTo>
                  <a:lnTo>
                    <a:pt x="740952" y="298186"/>
                  </a:lnTo>
                  <a:lnTo>
                    <a:pt x="701608" y="276374"/>
                  </a:lnTo>
                  <a:lnTo>
                    <a:pt x="659117" y="260181"/>
                  </a:lnTo>
                  <a:lnTo>
                    <a:pt x="613974" y="250103"/>
                  </a:lnTo>
                  <a:lnTo>
                    <a:pt x="566674" y="246634"/>
                  </a:lnTo>
                  <a:lnTo>
                    <a:pt x="519373" y="250103"/>
                  </a:lnTo>
                  <a:lnTo>
                    <a:pt x="474230" y="260181"/>
                  </a:lnTo>
                  <a:lnTo>
                    <a:pt x="431739" y="276374"/>
                  </a:lnTo>
                  <a:lnTo>
                    <a:pt x="392395" y="298186"/>
                  </a:lnTo>
                  <a:lnTo>
                    <a:pt x="356691" y="325124"/>
                  </a:lnTo>
                  <a:lnTo>
                    <a:pt x="325124" y="356691"/>
                  </a:lnTo>
                  <a:lnTo>
                    <a:pt x="298186" y="392395"/>
                  </a:lnTo>
                  <a:lnTo>
                    <a:pt x="276374" y="431739"/>
                  </a:lnTo>
                  <a:lnTo>
                    <a:pt x="260181" y="474230"/>
                  </a:lnTo>
                  <a:lnTo>
                    <a:pt x="250103" y="519373"/>
                  </a:lnTo>
                  <a:lnTo>
                    <a:pt x="246634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45826" y="5216461"/>
              <a:ext cx="328930" cy="416559"/>
            </a:xfrm>
            <a:custGeom>
              <a:avLst/>
              <a:gdLst/>
              <a:ahLst/>
              <a:cxnLst/>
              <a:rect l="l" t="t" r="r" b="b"/>
              <a:pathLst>
                <a:path w="328929" h="416560">
                  <a:moveTo>
                    <a:pt x="153758" y="322618"/>
                  </a:moveTo>
                  <a:lnTo>
                    <a:pt x="63627" y="322618"/>
                  </a:lnTo>
                  <a:lnTo>
                    <a:pt x="63627" y="343420"/>
                  </a:lnTo>
                  <a:lnTo>
                    <a:pt x="153758" y="343420"/>
                  </a:lnTo>
                  <a:lnTo>
                    <a:pt x="153758" y="322618"/>
                  </a:lnTo>
                  <a:close/>
                </a:path>
                <a:path w="328929" h="416560">
                  <a:moveTo>
                    <a:pt x="153758" y="260172"/>
                  </a:moveTo>
                  <a:lnTo>
                    <a:pt x="63627" y="260172"/>
                  </a:lnTo>
                  <a:lnTo>
                    <a:pt x="63627" y="280987"/>
                  </a:lnTo>
                  <a:lnTo>
                    <a:pt x="153758" y="280987"/>
                  </a:lnTo>
                  <a:lnTo>
                    <a:pt x="153758" y="260172"/>
                  </a:lnTo>
                  <a:close/>
                </a:path>
                <a:path w="328929" h="416560">
                  <a:moveTo>
                    <a:pt x="153758" y="197726"/>
                  </a:moveTo>
                  <a:lnTo>
                    <a:pt x="63627" y="197726"/>
                  </a:lnTo>
                  <a:lnTo>
                    <a:pt x="63627" y="218541"/>
                  </a:lnTo>
                  <a:lnTo>
                    <a:pt x="153758" y="218541"/>
                  </a:lnTo>
                  <a:lnTo>
                    <a:pt x="153758" y="197726"/>
                  </a:lnTo>
                  <a:close/>
                </a:path>
                <a:path w="328929" h="416560">
                  <a:moveTo>
                    <a:pt x="153758" y="135293"/>
                  </a:moveTo>
                  <a:lnTo>
                    <a:pt x="63627" y="135293"/>
                  </a:lnTo>
                  <a:lnTo>
                    <a:pt x="63627" y="156108"/>
                  </a:lnTo>
                  <a:lnTo>
                    <a:pt x="153758" y="156108"/>
                  </a:lnTo>
                  <a:lnTo>
                    <a:pt x="153758" y="135293"/>
                  </a:lnTo>
                  <a:close/>
                </a:path>
                <a:path w="328929" h="416560">
                  <a:moveTo>
                    <a:pt x="255028" y="317931"/>
                  </a:moveTo>
                  <a:lnTo>
                    <a:pt x="243357" y="306476"/>
                  </a:lnTo>
                  <a:lnTo>
                    <a:pt x="227977" y="322097"/>
                  </a:lnTo>
                  <a:lnTo>
                    <a:pt x="212610" y="306476"/>
                  </a:lnTo>
                  <a:lnTo>
                    <a:pt x="200939" y="317931"/>
                  </a:lnTo>
                  <a:lnTo>
                    <a:pt x="216852" y="333019"/>
                  </a:lnTo>
                  <a:lnTo>
                    <a:pt x="200939" y="348107"/>
                  </a:lnTo>
                  <a:lnTo>
                    <a:pt x="212610" y="359549"/>
                  </a:lnTo>
                  <a:lnTo>
                    <a:pt x="227977" y="343941"/>
                  </a:lnTo>
                  <a:lnTo>
                    <a:pt x="243357" y="359549"/>
                  </a:lnTo>
                  <a:lnTo>
                    <a:pt x="255028" y="348107"/>
                  </a:lnTo>
                  <a:lnTo>
                    <a:pt x="239115" y="333019"/>
                  </a:lnTo>
                  <a:lnTo>
                    <a:pt x="255028" y="317931"/>
                  </a:lnTo>
                  <a:close/>
                </a:path>
                <a:path w="328929" h="416560">
                  <a:moveTo>
                    <a:pt x="255028" y="255485"/>
                  </a:moveTo>
                  <a:lnTo>
                    <a:pt x="243357" y="244043"/>
                  </a:lnTo>
                  <a:lnTo>
                    <a:pt x="227977" y="259651"/>
                  </a:lnTo>
                  <a:lnTo>
                    <a:pt x="212610" y="244043"/>
                  </a:lnTo>
                  <a:lnTo>
                    <a:pt x="200939" y="255485"/>
                  </a:lnTo>
                  <a:lnTo>
                    <a:pt x="216852" y="270573"/>
                  </a:lnTo>
                  <a:lnTo>
                    <a:pt x="200939" y="285673"/>
                  </a:lnTo>
                  <a:lnTo>
                    <a:pt x="212610" y="297116"/>
                  </a:lnTo>
                  <a:lnTo>
                    <a:pt x="227977" y="281508"/>
                  </a:lnTo>
                  <a:lnTo>
                    <a:pt x="243357" y="297116"/>
                  </a:lnTo>
                  <a:lnTo>
                    <a:pt x="255028" y="285673"/>
                  </a:lnTo>
                  <a:lnTo>
                    <a:pt x="239115" y="270573"/>
                  </a:lnTo>
                  <a:lnTo>
                    <a:pt x="255028" y="255485"/>
                  </a:lnTo>
                  <a:close/>
                </a:path>
                <a:path w="328929" h="416560">
                  <a:moveTo>
                    <a:pt x="261378" y="186283"/>
                  </a:moveTo>
                  <a:lnTo>
                    <a:pt x="250253" y="175361"/>
                  </a:lnTo>
                  <a:lnTo>
                    <a:pt x="215265" y="209702"/>
                  </a:lnTo>
                  <a:lnTo>
                    <a:pt x="201472" y="196164"/>
                  </a:lnTo>
                  <a:lnTo>
                    <a:pt x="190334" y="207098"/>
                  </a:lnTo>
                  <a:lnTo>
                    <a:pt x="215265" y="231559"/>
                  </a:lnTo>
                  <a:lnTo>
                    <a:pt x="261378" y="186283"/>
                  </a:lnTo>
                  <a:close/>
                </a:path>
                <a:path w="328929" h="416560">
                  <a:moveTo>
                    <a:pt x="261378" y="123837"/>
                  </a:moveTo>
                  <a:lnTo>
                    <a:pt x="250253" y="112915"/>
                  </a:lnTo>
                  <a:lnTo>
                    <a:pt x="215265" y="147256"/>
                  </a:lnTo>
                  <a:lnTo>
                    <a:pt x="201472" y="133731"/>
                  </a:lnTo>
                  <a:lnTo>
                    <a:pt x="190334" y="144653"/>
                  </a:lnTo>
                  <a:lnTo>
                    <a:pt x="215265" y="169113"/>
                  </a:lnTo>
                  <a:lnTo>
                    <a:pt x="261378" y="123837"/>
                  </a:lnTo>
                  <a:close/>
                </a:path>
                <a:path w="328929" h="416560">
                  <a:moveTo>
                    <a:pt x="328714" y="52031"/>
                  </a:moveTo>
                  <a:lnTo>
                    <a:pt x="327050" y="43954"/>
                  </a:lnTo>
                  <a:lnTo>
                    <a:pt x="322491" y="37338"/>
                  </a:lnTo>
                  <a:lnTo>
                    <a:pt x="315747" y="32867"/>
                  </a:lnTo>
                  <a:lnTo>
                    <a:pt x="307505" y="31229"/>
                  </a:lnTo>
                  <a:lnTo>
                    <a:pt x="296913" y="31229"/>
                  </a:lnTo>
                  <a:lnTo>
                    <a:pt x="296913" y="62445"/>
                  </a:lnTo>
                  <a:lnTo>
                    <a:pt x="296913" y="385051"/>
                  </a:lnTo>
                  <a:lnTo>
                    <a:pt x="31813" y="385051"/>
                  </a:lnTo>
                  <a:lnTo>
                    <a:pt x="31813" y="62445"/>
                  </a:lnTo>
                  <a:lnTo>
                    <a:pt x="90131" y="62445"/>
                  </a:lnTo>
                  <a:lnTo>
                    <a:pt x="90131" y="93662"/>
                  </a:lnTo>
                  <a:lnTo>
                    <a:pt x="238582" y="93662"/>
                  </a:lnTo>
                  <a:lnTo>
                    <a:pt x="238582" y="62445"/>
                  </a:lnTo>
                  <a:lnTo>
                    <a:pt x="296913" y="62445"/>
                  </a:lnTo>
                  <a:lnTo>
                    <a:pt x="296913" y="31229"/>
                  </a:lnTo>
                  <a:lnTo>
                    <a:pt x="217385" y="31229"/>
                  </a:lnTo>
                  <a:lnTo>
                    <a:pt x="217385" y="20815"/>
                  </a:lnTo>
                  <a:lnTo>
                    <a:pt x="215709" y="12738"/>
                  </a:lnTo>
                  <a:lnTo>
                    <a:pt x="211150" y="6121"/>
                  </a:lnTo>
                  <a:lnTo>
                    <a:pt x="204406" y="1651"/>
                  </a:lnTo>
                  <a:lnTo>
                    <a:pt x="196176" y="0"/>
                  </a:lnTo>
                  <a:lnTo>
                    <a:pt x="180263" y="0"/>
                  </a:lnTo>
                  <a:lnTo>
                    <a:pt x="180263" y="28105"/>
                  </a:lnTo>
                  <a:lnTo>
                    <a:pt x="180263" y="45275"/>
                  </a:lnTo>
                  <a:lnTo>
                    <a:pt x="173380" y="52031"/>
                  </a:lnTo>
                  <a:lnTo>
                    <a:pt x="155346" y="52031"/>
                  </a:lnTo>
                  <a:lnTo>
                    <a:pt x="148450" y="45275"/>
                  </a:lnTo>
                  <a:lnTo>
                    <a:pt x="148450" y="27584"/>
                  </a:lnTo>
                  <a:lnTo>
                    <a:pt x="155346" y="20815"/>
                  </a:lnTo>
                  <a:lnTo>
                    <a:pt x="173380" y="20815"/>
                  </a:lnTo>
                  <a:lnTo>
                    <a:pt x="180263" y="28105"/>
                  </a:lnTo>
                  <a:lnTo>
                    <a:pt x="180263" y="0"/>
                  </a:lnTo>
                  <a:lnTo>
                    <a:pt x="132549" y="0"/>
                  </a:lnTo>
                  <a:lnTo>
                    <a:pt x="124320" y="1651"/>
                  </a:lnTo>
                  <a:lnTo>
                    <a:pt x="117576" y="6121"/>
                  </a:lnTo>
                  <a:lnTo>
                    <a:pt x="113017" y="12738"/>
                  </a:lnTo>
                  <a:lnTo>
                    <a:pt x="111340" y="20815"/>
                  </a:lnTo>
                  <a:lnTo>
                    <a:pt x="111340" y="31229"/>
                  </a:lnTo>
                  <a:lnTo>
                    <a:pt x="21209" y="31229"/>
                  </a:lnTo>
                  <a:lnTo>
                    <a:pt x="12979" y="32867"/>
                  </a:lnTo>
                  <a:lnTo>
                    <a:pt x="6235" y="37338"/>
                  </a:lnTo>
                  <a:lnTo>
                    <a:pt x="1676" y="43954"/>
                  </a:lnTo>
                  <a:lnTo>
                    <a:pt x="0" y="52031"/>
                  </a:lnTo>
                  <a:lnTo>
                    <a:pt x="0" y="395465"/>
                  </a:lnTo>
                  <a:lnTo>
                    <a:pt x="1676" y="403542"/>
                  </a:lnTo>
                  <a:lnTo>
                    <a:pt x="6235" y="410159"/>
                  </a:lnTo>
                  <a:lnTo>
                    <a:pt x="12979" y="414629"/>
                  </a:lnTo>
                  <a:lnTo>
                    <a:pt x="21209" y="416267"/>
                  </a:lnTo>
                  <a:lnTo>
                    <a:pt x="307505" y="416267"/>
                  </a:lnTo>
                  <a:lnTo>
                    <a:pt x="315747" y="414629"/>
                  </a:lnTo>
                  <a:lnTo>
                    <a:pt x="322491" y="410159"/>
                  </a:lnTo>
                  <a:lnTo>
                    <a:pt x="327050" y="403542"/>
                  </a:lnTo>
                  <a:lnTo>
                    <a:pt x="328714" y="395465"/>
                  </a:lnTo>
                  <a:lnTo>
                    <a:pt x="328714" y="385051"/>
                  </a:lnTo>
                  <a:lnTo>
                    <a:pt x="328714" y="62445"/>
                  </a:lnTo>
                  <a:lnTo>
                    <a:pt x="328714" y="52031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3475" y="6877050"/>
              <a:ext cx="466725" cy="3429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73455" y="7349172"/>
            <a:ext cx="760095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Focused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ts val="1435"/>
              </a:lnSpc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Interviews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34970" y="7349172"/>
            <a:ext cx="10255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Data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Analysis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27576" y="7293546"/>
            <a:ext cx="1015365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Saving</a:t>
            </a:r>
            <a:endParaRPr sz="1200">
              <a:latin typeface="Century Gothic"/>
              <a:cs typeface="Century Gothic"/>
            </a:endParaRPr>
          </a:p>
          <a:p>
            <a:pPr algn="ctr">
              <a:lnSpc>
                <a:spcPts val="1435"/>
              </a:lnSpc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762250" y="6781800"/>
            <a:ext cx="2200275" cy="485775"/>
          </a:xfrm>
          <a:custGeom>
            <a:avLst/>
            <a:gdLst/>
            <a:ahLst/>
            <a:cxnLst/>
            <a:rect l="l" t="t" r="r" b="b"/>
            <a:pathLst>
              <a:path w="2200275" h="485775">
                <a:moveTo>
                  <a:pt x="428625" y="438150"/>
                </a:moveTo>
                <a:lnTo>
                  <a:pt x="0" y="438404"/>
                </a:lnTo>
                <a:lnTo>
                  <a:pt x="0" y="460629"/>
                </a:lnTo>
                <a:lnTo>
                  <a:pt x="1790" y="470255"/>
                </a:lnTo>
                <a:lnTo>
                  <a:pt x="1816" y="470408"/>
                </a:lnTo>
                <a:lnTo>
                  <a:pt x="6794" y="478396"/>
                </a:lnTo>
                <a:lnTo>
                  <a:pt x="14135" y="483793"/>
                </a:lnTo>
                <a:lnTo>
                  <a:pt x="23114" y="485775"/>
                </a:lnTo>
                <a:lnTo>
                  <a:pt x="405269" y="485635"/>
                </a:lnTo>
                <a:lnTo>
                  <a:pt x="428625" y="460629"/>
                </a:lnTo>
                <a:lnTo>
                  <a:pt x="428625" y="438150"/>
                </a:lnTo>
                <a:close/>
              </a:path>
              <a:path w="2200275" h="485775">
                <a:moveTo>
                  <a:pt x="428625" y="171450"/>
                </a:moveTo>
                <a:lnTo>
                  <a:pt x="0" y="171450"/>
                </a:lnTo>
                <a:lnTo>
                  <a:pt x="0" y="409575"/>
                </a:lnTo>
                <a:lnTo>
                  <a:pt x="428625" y="409575"/>
                </a:lnTo>
                <a:lnTo>
                  <a:pt x="428625" y="171450"/>
                </a:lnTo>
                <a:close/>
              </a:path>
              <a:path w="2200275" h="485775">
                <a:moveTo>
                  <a:pt x="428625" y="136144"/>
                </a:moveTo>
                <a:lnTo>
                  <a:pt x="426821" y="124625"/>
                </a:lnTo>
                <a:lnTo>
                  <a:pt x="426796" y="124409"/>
                </a:lnTo>
                <a:lnTo>
                  <a:pt x="421881" y="113322"/>
                </a:lnTo>
                <a:lnTo>
                  <a:pt x="414502" y="104825"/>
                </a:lnTo>
                <a:lnTo>
                  <a:pt x="405511" y="101473"/>
                </a:lnTo>
                <a:lnTo>
                  <a:pt x="289306" y="101473"/>
                </a:lnTo>
                <a:lnTo>
                  <a:pt x="289306" y="73533"/>
                </a:lnTo>
                <a:lnTo>
                  <a:pt x="288315" y="67945"/>
                </a:lnTo>
                <a:lnTo>
                  <a:pt x="287528" y="63436"/>
                </a:lnTo>
                <a:lnTo>
                  <a:pt x="282702" y="55206"/>
                </a:lnTo>
                <a:lnTo>
                  <a:pt x="275590" y="49657"/>
                </a:lnTo>
                <a:lnTo>
                  <a:pt x="271272" y="48641"/>
                </a:lnTo>
                <a:lnTo>
                  <a:pt x="271272" y="70104"/>
                </a:lnTo>
                <a:lnTo>
                  <a:pt x="271272" y="101473"/>
                </a:lnTo>
                <a:lnTo>
                  <a:pt x="157099" y="101473"/>
                </a:lnTo>
                <a:lnTo>
                  <a:pt x="157099" y="70739"/>
                </a:lnTo>
                <a:lnTo>
                  <a:pt x="159004" y="67945"/>
                </a:lnTo>
                <a:lnTo>
                  <a:pt x="269367" y="67945"/>
                </a:lnTo>
                <a:lnTo>
                  <a:pt x="271272" y="70104"/>
                </a:lnTo>
                <a:lnTo>
                  <a:pt x="271272" y="48641"/>
                </a:lnTo>
                <a:lnTo>
                  <a:pt x="266954" y="47625"/>
                </a:lnTo>
                <a:lnTo>
                  <a:pt x="161417" y="47625"/>
                </a:lnTo>
                <a:lnTo>
                  <a:pt x="152755" y="49657"/>
                </a:lnTo>
                <a:lnTo>
                  <a:pt x="145745" y="55206"/>
                </a:lnTo>
                <a:lnTo>
                  <a:pt x="141033" y="63436"/>
                </a:lnTo>
                <a:lnTo>
                  <a:pt x="139319" y="73533"/>
                </a:lnTo>
                <a:lnTo>
                  <a:pt x="139319" y="101473"/>
                </a:lnTo>
                <a:lnTo>
                  <a:pt x="22860" y="101473"/>
                </a:lnTo>
                <a:lnTo>
                  <a:pt x="38" y="136144"/>
                </a:lnTo>
                <a:lnTo>
                  <a:pt x="0" y="152400"/>
                </a:lnTo>
                <a:lnTo>
                  <a:pt x="428625" y="152400"/>
                </a:lnTo>
                <a:lnTo>
                  <a:pt x="428625" y="136144"/>
                </a:lnTo>
                <a:close/>
              </a:path>
              <a:path w="2200275" h="485775">
                <a:moveTo>
                  <a:pt x="2190750" y="110998"/>
                </a:moveTo>
                <a:lnTo>
                  <a:pt x="2142363" y="79324"/>
                </a:lnTo>
                <a:lnTo>
                  <a:pt x="2142363" y="192151"/>
                </a:lnTo>
                <a:lnTo>
                  <a:pt x="2142363" y="205371"/>
                </a:lnTo>
                <a:lnTo>
                  <a:pt x="2077339" y="205371"/>
                </a:lnTo>
                <a:lnTo>
                  <a:pt x="2077339" y="192151"/>
                </a:lnTo>
                <a:lnTo>
                  <a:pt x="2142363" y="192151"/>
                </a:lnTo>
                <a:lnTo>
                  <a:pt x="2142363" y="79324"/>
                </a:lnTo>
                <a:lnTo>
                  <a:pt x="2050542" y="19215"/>
                </a:lnTo>
                <a:lnTo>
                  <a:pt x="2050542" y="192151"/>
                </a:lnTo>
                <a:lnTo>
                  <a:pt x="2050542" y="205371"/>
                </a:lnTo>
                <a:lnTo>
                  <a:pt x="2050542" y="390398"/>
                </a:lnTo>
                <a:lnTo>
                  <a:pt x="2050542" y="403479"/>
                </a:lnTo>
                <a:lnTo>
                  <a:pt x="1985518" y="403479"/>
                </a:lnTo>
                <a:lnTo>
                  <a:pt x="1985518" y="390398"/>
                </a:lnTo>
                <a:lnTo>
                  <a:pt x="2050542" y="390398"/>
                </a:lnTo>
                <a:lnTo>
                  <a:pt x="2050542" y="205371"/>
                </a:lnTo>
                <a:lnTo>
                  <a:pt x="2012188" y="205371"/>
                </a:lnTo>
                <a:lnTo>
                  <a:pt x="2012188" y="256667"/>
                </a:lnTo>
                <a:lnTo>
                  <a:pt x="2012188" y="278384"/>
                </a:lnTo>
                <a:lnTo>
                  <a:pt x="1977136" y="278384"/>
                </a:lnTo>
                <a:lnTo>
                  <a:pt x="1977136" y="250698"/>
                </a:lnTo>
                <a:lnTo>
                  <a:pt x="1973580" y="248412"/>
                </a:lnTo>
                <a:lnTo>
                  <a:pt x="1961642" y="248412"/>
                </a:lnTo>
                <a:lnTo>
                  <a:pt x="1958086" y="250698"/>
                </a:lnTo>
                <a:lnTo>
                  <a:pt x="1958086" y="258953"/>
                </a:lnTo>
                <a:lnTo>
                  <a:pt x="1966671" y="273431"/>
                </a:lnTo>
                <a:lnTo>
                  <a:pt x="1985137" y="287718"/>
                </a:lnTo>
                <a:lnTo>
                  <a:pt x="2003729" y="305930"/>
                </a:lnTo>
                <a:lnTo>
                  <a:pt x="2012188" y="331724"/>
                </a:lnTo>
                <a:lnTo>
                  <a:pt x="2008378" y="349415"/>
                </a:lnTo>
                <a:lnTo>
                  <a:pt x="1998941" y="360451"/>
                </a:lnTo>
                <a:lnTo>
                  <a:pt x="1986788" y="366356"/>
                </a:lnTo>
                <a:lnTo>
                  <a:pt x="1974850" y="368681"/>
                </a:lnTo>
                <a:lnTo>
                  <a:pt x="1974850" y="380111"/>
                </a:lnTo>
                <a:lnTo>
                  <a:pt x="1958721" y="380111"/>
                </a:lnTo>
                <a:lnTo>
                  <a:pt x="1958721" y="390398"/>
                </a:lnTo>
                <a:lnTo>
                  <a:pt x="1958721" y="403479"/>
                </a:lnTo>
                <a:lnTo>
                  <a:pt x="1893570" y="403479"/>
                </a:lnTo>
                <a:lnTo>
                  <a:pt x="1893570" y="390398"/>
                </a:lnTo>
                <a:lnTo>
                  <a:pt x="1958721" y="390398"/>
                </a:lnTo>
                <a:lnTo>
                  <a:pt x="1958721" y="380111"/>
                </a:lnTo>
                <a:lnTo>
                  <a:pt x="1958721" y="368681"/>
                </a:lnTo>
                <a:lnTo>
                  <a:pt x="1944547" y="366128"/>
                </a:lnTo>
                <a:lnTo>
                  <a:pt x="1933194" y="360146"/>
                </a:lnTo>
                <a:lnTo>
                  <a:pt x="1925637" y="350685"/>
                </a:lnTo>
                <a:lnTo>
                  <a:pt x="1922907" y="337693"/>
                </a:lnTo>
                <a:lnTo>
                  <a:pt x="1922907" y="312801"/>
                </a:lnTo>
                <a:lnTo>
                  <a:pt x="1958086" y="312801"/>
                </a:lnTo>
                <a:lnTo>
                  <a:pt x="1958086" y="344551"/>
                </a:lnTo>
                <a:lnTo>
                  <a:pt x="1961642" y="346837"/>
                </a:lnTo>
                <a:lnTo>
                  <a:pt x="1973580" y="346837"/>
                </a:lnTo>
                <a:lnTo>
                  <a:pt x="1977136" y="344551"/>
                </a:lnTo>
                <a:lnTo>
                  <a:pt x="1977136" y="336550"/>
                </a:lnTo>
                <a:lnTo>
                  <a:pt x="1968652" y="317639"/>
                </a:lnTo>
                <a:lnTo>
                  <a:pt x="1962619" y="312801"/>
                </a:lnTo>
                <a:lnTo>
                  <a:pt x="1950021" y="302729"/>
                </a:lnTo>
                <a:lnTo>
                  <a:pt x="1931377" y="285750"/>
                </a:lnTo>
                <a:lnTo>
                  <a:pt x="1922907" y="260604"/>
                </a:lnTo>
                <a:lnTo>
                  <a:pt x="1925408" y="246519"/>
                </a:lnTo>
                <a:lnTo>
                  <a:pt x="1932571" y="236410"/>
                </a:lnTo>
                <a:lnTo>
                  <a:pt x="1943849" y="229933"/>
                </a:lnTo>
                <a:lnTo>
                  <a:pt x="1958721" y="226707"/>
                </a:lnTo>
                <a:lnTo>
                  <a:pt x="1958721" y="217297"/>
                </a:lnTo>
                <a:lnTo>
                  <a:pt x="1974850" y="217297"/>
                </a:lnTo>
                <a:lnTo>
                  <a:pt x="1974850" y="226707"/>
                </a:lnTo>
                <a:lnTo>
                  <a:pt x="1989353" y="229082"/>
                </a:lnTo>
                <a:lnTo>
                  <a:pt x="2001227" y="234492"/>
                </a:lnTo>
                <a:lnTo>
                  <a:pt x="2009241" y="243509"/>
                </a:lnTo>
                <a:lnTo>
                  <a:pt x="2012188" y="256667"/>
                </a:lnTo>
                <a:lnTo>
                  <a:pt x="2012188" y="205371"/>
                </a:lnTo>
                <a:lnTo>
                  <a:pt x="1985518" y="205371"/>
                </a:lnTo>
                <a:lnTo>
                  <a:pt x="1985518" y="192151"/>
                </a:lnTo>
                <a:lnTo>
                  <a:pt x="2050542" y="192151"/>
                </a:lnTo>
                <a:lnTo>
                  <a:pt x="2050542" y="19215"/>
                </a:lnTo>
                <a:lnTo>
                  <a:pt x="2049907" y="18796"/>
                </a:lnTo>
                <a:lnTo>
                  <a:pt x="1958721" y="144259"/>
                </a:lnTo>
                <a:lnTo>
                  <a:pt x="1958721" y="192151"/>
                </a:lnTo>
                <a:lnTo>
                  <a:pt x="1958721" y="205371"/>
                </a:lnTo>
                <a:lnTo>
                  <a:pt x="1893570" y="205371"/>
                </a:lnTo>
                <a:lnTo>
                  <a:pt x="1893570" y="192151"/>
                </a:lnTo>
                <a:lnTo>
                  <a:pt x="1958721" y="192151"/>
                </a:lnTo>
                <a:lnTo>
                  <a:pt x="1958721" y="144259"/>
                </a:lnTo>
                <a:lnTo>
                  <a:pt x="1938401" y="172212"/>
                </a:lnTo>
                <a:lnTo>
                  <a:pt x="1916557" y="172212"/>
                </a:lnTo>
                <a:lnTo>
                  <a:pt x="2009013" y="38735"/>
                </a:lnTo>
                <a:lnTo>
                  <a:pt x="1914271" y="0"/>
                </a:lnTo>
                <a:lnTo>
                  <a:pt x="1867154" y="92595"/>
                </a:lnTo>
                <a:lnTo>
                  <a:pt x="1867154" y="192151"/>
                </a:lnTo>
                <a:lnTo>
                  <a:pt x="1867154" y="205371"/>
                </a:lnTo>
                <a:lnTo>
                  <a:pt x="1867154" y="390398"/>
                </a:lnTo>
                <a:lnTo>
                  <a:pt x="1867154" y="403479"/>
                </a:lnTo>
                <a:lnTo>
                  <a:pt x="1802130" y="403479"/>
                </a:lnTo>
                <a:lnTo>
                  <a:pt x="1802130" y="390398"/>
                </a:lnTo>
                <a:lnTo>
                  <a:pt x="1867154" y="390398"/>
                </a:lnTo>
                <a:lnTo>
                  <a:pt x="1867154" y="205371"/>
                </a:lnTo>
                <a:lnTo>
                  <a:pt x="1802130" y="205371"/>
                </a:lnTo>
                <a:lnTo>
                  <a:pt x="1802130" y="192151"/>
                </a:lnTo>
                <a:lnTo>
                  <a:pt x="1867154" y="192151"/>
                </a:lnTo>
                <a:lnTo>
                  <a:pt x="1867154" y="92595"/>
                </a:lnTo>
                <a:lnTo>
                  <a:pt x="1826641" y="172212"/>
                </a:lnTo>
                <a:lnTo>
                  <a:pt x="1762125" y="172212"/>
                </a:lnTo>
                <a:lnTo>
                  <a:pt x="1762125" y="428625"/>
                </a:lnTo>
                <a:lnTo>
                  <a:pt x="2169795" y="428625"/>
                </a:lnTo>
                <a:lnTo>
                  <a:pt x="2169795" y="403479"/>
                </a:lnTo>
                <a:lnTo>
                  <a:pt x="2169795" y="390398"/>
                </a:lnTo>
                <a:lnTo>
                  <a:pt x="2169795" y="380111"/>
                </a:lnTo>
                <a:lnTo>
                  <a:pt x="2169795" y="345313"/>
                </a:lnTo>
                <a:lnTo>
                  <a:pt x="2142363" y="345313"/>
                </a:lnTo>
                <a:lnTo>
                  <a:pt x="2142363" y="390398"/>
                </a:lnTo>
                <a:lnTo>
                  <a:pt x="2142363" y="403479"/>
                </a:lnTo>
                <a:lnTo>
                  <a:pt x="2077339" y="403479"/>
                </a:lnTo>
                <a:lnTo>
                  <a:pt x="2077339" y="390398"/>
                </a:lnTo>
                <a:lnTo>
                  <a:pt x="2142363" y="390398"/>
                </a:lnTo>
                <a:lnTo>
                  <a:pt x="2142363" y="345313"/>
                </a:lnTo>
                <a:lnTo>
                  <a:pt x="2073783" y="345313"/>
                </a:lnTo>
                <a:lnTo>
                  <a:pt x="2073783" y="278384"/>
                </a:lnTo>
                <a:lnTo>
                  <a:pt x="2073783" y="273431"/>
                </a:lnTo>
                <a:lnTo>
                  <a:pt x="2169795" y="273431"/>
                </a:lnTo>
                <a:lnTo>
                  <a:pt x="2169795" y="217297"/>
                </a:lnTo>
                <a:lnTo>
                  <a:pt x="2169795" y="205371"/>
                </a:lnTo>
                <a:lnTo>
                  <a:pt x="2169795" y="192151"/>
                </a:lnTo>
                <a:lnTo>
                  <a:pt x="2169795" y="172212"/>
                </a:lnTo>
                <a:lnTo>
                  <a:pt x="2145919" y="172212"/>
                </a:lnTo>
                <a:lnTo>
                  <a:pt x="2190750" y="110998"/>
                </a:lnTo>
                <a:close/>
              </a:path>
              <a:path w="2200275" h="485775">
                <a:moveTo>
                  <a:pt x="2200275" y="285750"/>
                </a:moveTo>
                <a:lnTo>
                  <a:pt x="2095500" y="285750"/>
                </a:lnTo>
                <a:lnTo>
                  <a:pt x="2095500" y="323850"/>
                </a:lnTo>
                <a:lnTo>
                  <a:pt x="2200275" y="323850"/>
                </a:lnTo>
                <a:lnTo>
                  <a:pt x="2200275" y="28575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93457" y="4158297"/>
            <a:ext cx="403923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r>
              <a:rPr sz="2700" b="1" spc="-10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7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Validation</a:t>
            </a:r>
            <a:endParaRPr sz="2700">
              <a:latin typeface="Century Gothic"/>
              <a:cs typeface="Century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01637" y="3992626"/>
            <a:ext cx="5368925" cy="4806950"/>
            <a:chOff x="401637" y="3992626"/>
            <a:chExt cx="5368925" cy="4806950"/>
          </a:xfrm>
        </p:grpSpPr>
        <p:sp>
          <p:nvSpPr>
            <p:cNvPr id="31" name="object 31"/>
            <p:cNvSpPr/>
            <p:nvPr/>
          </p:nvSpPr>
          <p:spPr>
            <a:xfrm>
              <a:off x="414337" y="4005326"/>
              <a:ext cx="5343525" cy="4781550"/>
            </a:xfrm>
            <a:custGeom>
              <a:avLst/>
              <a:gdLst/>
              <a:ahLst/>
              <a:cxnLst/>
              <a:rect l="l" t="t" r="r" b="b"/>
              <a:pathLst>
                <a:path w="5343525" h="4781550">
                  <a:moveTo>
                    <a:pt x="5343525" y="0"/>
                  </a:moveTo>
                  <a:lnTo>
                    <a:pt x="0" y="0"/>
                  </a:lnTo>
                  <a:lnTo>
                    <a:pt x="0" y="4781550"/>
                  </a:lnTo>
                  <a:lnTo>
                    <a:pt x="5343525" y="4781550"/>
                  </a:lnTo>
                  <a:lnTo>
                    <a:pt x="5343525" y="0"/>
                  </a:lnTo>
                  <a:close/>
                </a:path>
              </a:pathLst>
            </a:custGeom>
            <a:solidFill>
              <a:srgbClr val="FF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14337" y="4005326"/>
              <a:ext cx="5343525" cy="4781550"/>
            </a:xfrm>
            <a:custGeom>
              <a:avLst/>
              <a:gdLst/>
              <a:ahLst/>
              <a:cxnLst/>
              <a:rect l="l" t="t" r="r" b="b"/>
              <a:pathLst>
                <a:path w="5343525" h="4781550">
                  <a:moveTo>
                    <a:pt x="0" y="4781550"/>
                  </a:moveTo>
                  <a:lnTo>
                    <a:pt x="5343525" y="4781550"/>
                  </a:lnTo>
                  <a:lnTo>
                    <a:pt x="5343525" y="0"/>
                  </a:lnTo>
                  <a:lnTo>
                    <a:pt x="0" y="0"/>
                  </a:lnTo>
                  <a:lnTo>
                    <a:pt x="0" y="478155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637" y="978534"/>
            <a:ext cx="1390332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/>
              <a:t>Our</a:t>
            </a:r>
            <a:r>
              <a:rPr sz="5400" spc="-20" dirty="0"/>
              <a:t> </a:t>
            </a:r>
            <a:r>
              <a:rPr sz="5400" dirty="0"/>
              <a:t>approach</a:t>
            </a:r>
            <a:r>
              <a:rPr sz="5400" spc="-40" dirty="0"/>
              <a:t> </a:t>
            </a:r>
            <a:r>
              <a:rPr sz="5400" dirty="0"/>
              <a:t>–</a:t>
            </a:r>
            <a:r>
              <a:rPr sz="5400" spc="-45" dirty="0"/>
              <a:t> </a:t>
            </a:r>
            <a:r>
              <a:rPr sz="5400" dirty="0"/>
              <a:t>Implementation</a:t>
            </a:r>
            <a:r>
              <a:rPr sz="5400" spc="-45" dirty="0"/>
              <a:t> </a:t>
            </a:r>
            <a:r>
              <a:rPr sz="5400" spc="-10" dirty="0"/>
              <a:t>Planning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1499468" y="271716"/>
            <a:ext cx="3248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Methodology</a:t>
            </a:r>
            <a:r>
              <a:rPr sz="1800" spc="-4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and</a:t>
            </a:r>
            <a:r>
              <a:rPr sz="1800" spc="-7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A9A8AD"/>
                </a:solidFill>
                <a:latin typeface="Century Gothic"/>
                <a:cs typeface="Century Gothic"/>
              </a:rPr>
              <a:t>Approach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017" y="1926526"/>
            <a:ext cx="17360265" cy="6705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70"/>
              </a:spcBef>
            </a:pP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We</a:t>
            </a:r>
            <a:r>
              <a:rPr sz="21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take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critical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 hypothesis</a:t>
            </a:r>
            <a:r>
              <a:rPr sz="21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driven</a:t>
            </a:r>
            <a:r>
              <a:rPr sz="21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approach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that</a:t>
            </a:r>
            <a:r>
              <a:rPr sz="21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focuses</a:t>
            </a:r>
            <a:r>
              <a:rPr sz="2100" b="1" spc="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our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analysis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on</a:t>
            </a:r>
            <a:r>
              <a:rPr sz="21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21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optimisation</a:t>
            </a:r>
            <a:r>
              <a:rPr sz="2100" b="1" spc="-9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arrive</a:t>
            </a:r>
            <a:r>
              <a:rPr sz="2100" b="1" spc="1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at</a:t>
            </a:r>
            <a:r>
              <a:rPr sz="2100" b="1" spc="-9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most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impactful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benefits.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16802" y="2428494"/>
            <a:ext cx="11054080" cy="0"/>
          </a:xfrm>
          <a:custGeom>
            <a:avLst/>
            <a:gdLst/>
            <a:ahLst/>
            <a:cxnLst/>
            <a:rect l="l" t="t" r="r" b="b"/>
            <a:pathLst>
              <a:path w="11054080">
                <a:moveTo>
                  <a:pt x="0" y="0"/>
                </a:moveTo>
                <a:lnTo>
                  <a:pt x="11053826" y="0"/>
                </a:lnTo>
              </a:path>
            </a:pathLst>
          </a:custGeom>
          <a:ln w="12700">
            <a:solidFill>
              <a:srgbClr val="5253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16802" y="8900414"/>
            <a:ext cx="11054080" cy="0"/>
          </a:xfrm>
          <a:custGeom>
            <a:avLst/>
            <a:gdLst/>
            <a:ahLst/>
            <a:cxnLst/>
            <a:rect l="l" t="t" r="r" b="b"/>
            <a:pathLst>
              <a:path w="11054080">
                <a:moveTo>
                  <a:pt x="0" y="0"/>
                </a:moveTo>
                <a:lnTo>
                  <a:pt x="11053826" y="0"/>
                </a:lnTo>
              </a:path>
            </a:pathLst>
          </a:custGeom>
          <a:ln w="12700">
            <a:solidFill>
              <a:srgbClr val="5253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31634" y="2570416"/>
            <a:ext cx="10410190" cy="572325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84150" marR="1626235" indent="-171450">
              <a:lnSpc>
                <a:spcPct val="101299"/>
              </a:lnSpc>
              <a:spcBef>
                <a:spcPts val="70"/>
              </a:spcBef>
              <a:buFont typeface="Wingdings"/>
              <a:buChar char=""/>
              <a:tabLst>
                <a:tab pos="184150" algn="l"/>
              </a:tabLst>
            </a:pPr>
            <a:r>
              <a:rPr sz="2100" b="1" dirty="0">
                <a:solidFill>
                  <a:srgbClr val="52535B"/>
                </a:solidFill>
                <a:latin typeface="Arial"/>
                <a:cs typeface="Arial"/>
              </a:rPr>
              <a:t>Measure</a:t>
            </a:r>
            <a:r>
              <a:rPr sz="2100" b="1" spc="-13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Holistic</a:t>
            </a:r>
            <a:r>
              <a:rPr sz="2100" b="1" spc="-114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52535B"/>
                </a:solidFill>
                <a:latin typeface="Arial"/>
                <a:cs typeface="Arial"/>
              </a:rPr>
              <a:t>IT</a:t>
            </a:r>
            <a:r>
              <a:rPr sz="2100" b="1" spc="-8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52535B"/>
                </a:solidFill>
                <a:latin typeface="Arial"/>
                <a:cs typeface="Arial"/>
              </a:rPr>
              <a:t>Costs</a:t>
            </a:r>
            <a:r>
              <a:rPr sz="2100" b="1" spc="-10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by</a:t>
            </a:r>
            <a:r>
              <a:rPr sz="2100" spc="-8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assessing</a:t>
            </a:r>
            <a:r>
              <a:rPr sz="2100" spc="-12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IT</a:t>
            </a:r>
            <a:r>
              <a:rPr sz="2100" spc="-13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spending</a:t>
            </a:r>
            <a:r>
              <a:rPr sz="2100" spc="-12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across</a:t>
            </a:r>
            <a:r>
              <a:rPr sz="2100" spc="-13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applications,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infrastructure,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operations,</a:t>
            </a:r>
            <a:r>
              <a:rPr sz="2100" spc="-7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and</a:t>
            </a:r>
            <a:r>
              <a:rPr sz="2100" spc="-6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services.</a:t>
            </a:r>
            <a:endParaRPr sz="2100">
              <a:latin typeface="Arial"/>
              <a:cs typeface="Arial"/>
            </a:endParaRPr>
          </a:p>
          <a:p>
            <a:pPr marL="183515" indent="-170815">
              <a:lnSpc>
                <a:spcPts val="2500"/>
              </a:lnSpc>
              <a:spcBef>
                <a:spcPts val="1010"/>
              </a:spcBef>
              <a:buFont typeface="Wingdings"/>
              <a:buChar char=""/>
              <a:tabLst>
                <a:tab pos="183515" algn="l"/>
              </a:tabLst>
            </a:pPr>
            <a:r>
              <a:rPr sz="2100" b="1" spc="-25" dirty="0">
                <a:solidFill>
                  <a:srgbClr val="52535B"/>
                </a:solidFill>
                <a:latin typeface="Arial"/>
                <a:cs typeface="Arial"/>
              </a:rPr>
              <a:t>Compare</a:t>
            </a:r>
            <a:r>
              <a:rPr sz="2100" b="1" spc="-12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Against</a:t>
            </a:r>
            <a:r>
              <a:rPr sz="2100" b="1" spc="-10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Industry</a:t>
            </a:r>
            <a:r>
              <a:rPr sz="2100" b="1" spc="-8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52535B"/>
                </a:solidFill>
                <a:latin typeface="Arial"/>
                <a:cs typeface="Arial"/>
              </a:rPr>
              <a:t>Benchmarks</a:t>
            </a:r>
            <a:r>
              <a:rPr sz="2100" b="1" spc="-11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by</a:t>
            </a:r>
            <a:r>
              <a:rPr sz="2100" spc="-4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evaluating</a:t>
            </a:r>
            <a:r>
              <a:rPr sz="2100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IT</a:t>
            </a:r>
            <a:r>
              <a:rPr sz="2100" spc="-12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cost</a:t>
            </a:r>
            <a:r>
              <a:rPr sz="2100" spc="-10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structure</a:t>
            </a:r>
            <a:r>
              <a:rPr sz="2100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52535B"/>
                </a:solidFill>
                <a:latin typeface="Arial"/>
                <a:cs typeface="Arial"/>
              </a:rPr>
              <a:t>and</a:t>
            </a:r>
            <a:endParaRPr sz="2100">
              <a:latin typeface="Arial"/>
              <a:cs typeface="Arial"/>
            </a:endParaRPr>
          </a:p>
          <a:p>
            <a:pPr marL="184150">
              <a:lnSpc>
                <a:spcPts val="2500"/>
              </a:lnSpc>
            </a:pP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performance</a:t>
            </a:r>
            <a:r>
              <a:rPr sz="2100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relative</a:t>
            </a:r>
            <a:r>
              <a:rPr sz="2100" spc="-8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to</a:t>
            </a:r>
            <a:r>
              <a:rPr sz="2100" spc="-8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industry</a:t>
            </a:r>
            <a:r>
              <a:rPr sz="2100" spc="-4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peers.</a:t>
            </a:r>
            <a:endParaRPr sz="2100">
              <a:latin typeface="Arial"/>
              <a:cs typeface="Arial"/>
            </a:endParaRPr>
          </a:p>
          <a:p>
            <a:pPr marL="184150" marR="153035" indent="-171450">
              <a:lnSpc>
                <a:spcPct val="101299"/>
              </a:lnSpc>
              <a:spcBef>
                <a:spcPts val="969"/>
              </a:spcBef>
              <a:buFont typeface="Wingdings"/>
              <a:buChar char=""/>
              <a:tabLst>
                <a:tab pos="184150" algn="l"/>
              </a:tabLst>
            </a:pP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Improve</a:t>
            </a:r>
            <a:r>
              <a:rPr sz="2100" b="1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52535B"/>
                </a:solidFill>
                <a:latin typeface="Arial"/>
                <a:cs typeface="Arial"/>
              </a:rPr>
              <a:t>Cost</a:t>
            </a:r>
            <a:r>
              <a:rPr sz="2100" b="1" spc="-7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Efficiency</a:t>
            </a:r>
            <a:r>
              <a:rPr sz="2100" b="1" spc="-10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by</a:t>
            </a:r>
            <a:r>
              <a:rPr sz="2100" spc="-4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identifying</a:t>
            </a:r>
            <a:r>
              <a:rPr sz="2100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quick</a:t>
            </a:r>
            <a:r>
              <a:rPr sz="2100" spc="-4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wins</a:t>
            </a:r>
            <a:r>
              <a:rPr sz="2100" spc="-114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and</a:t>
            </a:r>
            <a:r>
              <a:rPr sz="2100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52535B"/>
                </a:solidFill>
                <a:latin typeface="Arial"/>
                <a:cs typeface="Arial"/>
              </a:rPr>
              <a:t>long-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term</a:t>
            </a:r>
            <a:r>
              <a:rPr sz="2100" spc="-7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opportunities</a:t>
            </a:r>
            <a:r>
              <a:rPr sz="2100" spc="-5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for</a:t>
            </a:r>
            <a:r>
              <a:rPr sz="2100" spc="-13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cost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reduction.</a:t>
            </a:r>
            <a:endParaRPr sz="2100">
              <a:latin typeface="Arial"/>
              <a:cs typeface="Arial"/>
            </a:endParaRPr>
          </a:p>
          <a:p>
            <a:pPr marL="184150" marR="71120" indent="-171450">
              <a:lnSpc>
                <a:spcPts val="2480"/>
              </a:lnSpc>
              <a:spcBef>
                <a:spcPts val="1125"/>
              </a:spcBef>
              <a:buFont typeface="Wingdings"/>
              <a:buChar char=""/>
              <a:tabLst>
                <a:tab pos="184150" algn="l"/>
              </a:tabLst>
            </a:pPr>
            <a:r>
              <a:rPr sz="2100" b="1" dirty="0">
                <a:solidFill>
                  <a:srgbClr val="52535B"/>
                </a:solidFill>
                <a:latin typeface="Arial"/>
                <a:cs typeface="Arial"/>
              </a:rPr>
              <a:t>Refine</a:t>
            </a:r>
            <a:r>
              <a:rPr sz="2100" b="1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25" dirty="0">
                <a:solidFill>
                  <a:srgbClr val="52535B"/>
                </a:solidFill>
                <a:latin typeface="Arial"/>
                <a:cs typeface="Arial"/>
              </a:rPr>
              <a:t>Recommendations</a:t>
            </a:r>
            <a:r>
              <a:rPr sz="2100" b="1" spc="-10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by</a:t>
            </a:r>
            <a:r>
              <a:rPr sz="2100" spc="-5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validating</a:t>
            </a:r>
            <a:r>
              <a:rPr sz="2100" spc="-8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identified</a:t>
            </a:r>
            <a:r>
              <a:rPr sz="2100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52535B"/>
                </a:solidFill>
                <a:latin typeface="Arial"/>
                <a:cs typeface="Arial"/>
              </a:rPr>
              <a:t>cost-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saving</a:t>
            </a:r>
            <a:r>
              <a:rPr sz="2100" spc="-9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measures</a:t>
            </a:r>
            <a:r>
              <a:rPr sz="2100" spc="-5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with</a:t>
            </a:r>
            <a:r>
              <a:rPr sz="2100" spc="-8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business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leaders</a:t>
            </a:r>
            <a:r>
              <a:rPr sz="2100" spc="-8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and</a:t>
            </a:r>
            <a:r>
              <a:rPr sz="2100" spc="-114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IT</a:t>
            </a:r>
            <a:r>
              <a:rPr sz="2100" spc="-14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teams.</a:t>
            </a:r>
            <a:endParaRPr sz="2100">
              <a:latin typeface="Arial"/>
              <a:cs typeface="Arial"/>
            </a:endParaRPr>
          </a:p>
          <a:p>
            <a:pPr marL="183515" indent="-170815">
              <a:lnSpc>
                <a:spcPct val="100000"/>
              </a:lnSpc>
              <a:spcBef>
                <a:spcPts val="930"/>
              </a:spcBef>
              <a:buFont typeface="Wingdings"/>
              <a:buChar char=""/>
              <a:tabLst>
                <a:tab pos="183515" algn="l"/>
              </a:tabLst>
            </a:pP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Develop</a:t>
            </a:r>
            <a:r>
              <a:rPr sz="2100" b="1" spc="-2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Business</a:t>
            </a:r>
            <a:r>
              <a:rPr sz="2100" b="1" spc="-12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52535B"/>
                </a:solidFill>
                <a:latin typeface="Arial"/>
                <a:cs typeface="Arial"/>
              </a:rPr>
              <a:t>Case</a:t>
            </a:r>
            <a:r>
              <a:rPr sz="2100" b="1" spc="-6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for</a:t>
            </a:r>
            <a:r>
              <a:rPr sz="2100" spc="-4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identified</a:t>
            </a:r>
            <a:r>
              <a:rPr sz="2100" spc="-5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cost</a:t>
            </a:r>
            <a:r>
              <a:rPr sz="2100" spc="-6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52535B"/>
                </a:solidFill>
                <a:latin typeface="Arial"/>
                <a:cs typeface="Arial"/>
              </a:rPr>
              <a:t>savings/optimisation</a:t>
            </a:r>
            <a:r>
              <a:rPr sz="2100" spc="-5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opportunities</a:t>
            </a:r>
            <a:r>
              <a:rPr sz="2100" spc="-8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52535B"/>
                </a:solidFill>
                <a:latin typeface="Arial"/>
                <a:cs typeface="Arial"/>
              </a:rPr>
              <a:t>by</a:t>
            </a:r>
            <a:endParaRPr sz="2100">
              <a:latin typeface="Arial"/>
              <a:cs typeface="Arial"/>
            </a:endParaRPr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defining</a:t>
            </a:r>
            <a:r>
              <a:rPr sz="2100" spc="-10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the</a:t>
            </a:r>
            <a:r>
              <a:rPr sz="2100" spc="-9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financial</a:t>
            </a:r>
            <a:r>
              <a:rPr sz="2100" spc="-7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and</a:t>
            </a:r>
            <a:r>
              <a:rPr sz="2100" spc="-10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operational</a:t>
            </a:r>
            <a:r>
              <a:rPr sz="2100" spc="-7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impact</a:t>
            </a:r>
            <a:r>
              <a:rPr sz="2100" spc="-11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of</a:t>
            </a:r>
            <a:r>
              <a:rPr sz="2100" spc="-11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each</a:t>
            </a:r>
            <a:r>
              <a:rPr sz="2100" spc="-9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52535B"/>
                </a:solidFill>
                <a:latin typeface="Arial"/>
                <a:cs typeface="Arial"/>
              </a:rPr>
              <a:t>cost-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saving</a:t>
            </a:r>
            <a:r>
              <a:rPr sz="2100" spc="-9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initiative.</a:t>
            </a:r>
            <a:endParaRPr sz="2100">
              <a:latin typeface="Arial"/>
              <a:cs typeface="Arial"/>
            </a:endParaRPr>
          </a:p>
          <a:p>
            <a:pPr marL="184150" marR="5080" indent="-171450">
              <a:lnSpc>
                <a:spcPts val="2480"/>
              </a:lnSpc>
              <a:spcBef>
                <a:spcPts val="1125"/>
              </a:spcBef>
              <a:buFont typeface="Wingdings"/>
              <a:buChar char=""/>
              <a:tabLst>
                <a:tab pos="184150" algn="l"/>
              </a:tabLst>
            </a:pPr>
            <a:r>
              <a:rPr sz="2100" b="1" spc="-20" dirty="0">
                <a:solidFill>
                  <a:srgbClr val="52535B"/>
                </a:solidFill>
                <a:latin typeface="Arial"/>
                <a:cs typeface="Arial"/>
              </a:rPr>
              <a:t>Establish</a:t>
            </a:r>
            <a:r>
              <a:rPr sz="2100" b="1" spc="-10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52535B"/>
                </a:solidFill>
                <a:latin typeface="Arial"/>
                <a:cs typeface="Arial"/>
              </a:rPr>
              <a:t>Framework</a:t>
            </a:r>
            <a:r>
              <a:rPr sz="2100" b="1" spc="-6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52535B"/>
                </a:solidFill>
                <a:latin typeface="Arial"/>
                <a:cs typeface="Arial"/>
              </a:rPr>
              <a:t>for</a:t>
            </a:r>
            <a:r>
              <a:rPr sz="2100" b="1" spc="-3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52535B"/>
                </a:solidFill>
                <a:latin typeface="Arial"/>
                <a:cs typeface="Arial"/>
              </a:rPr>
              <a:t>Ongoing</a:t>
            </a:r>
            <a:r>
              <a:rPr sz="2100" b="1" spc="-10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Monitoring</a:t>
            </a:r>
            <a:r>
              <a:rPr sz="2100" b="1" spc="-3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52535B"/>
                </a:solidFill>
                <a:latin typeface="Arial"/>
                <a:cs typeface="Arial"/>
              </a:rPr>
              <a:t>of</a:t>
            </a:r>
            <a:r>
              <a:rPr sz="2100" b="1" spc="-5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52535B"/>
                </a:solidFill>
                <a:latin typeface="Arial"/>
                <a:cs typeface="Arial"/>
              </a:rPr>
              <a:t>Identified</a:t>
            </a:r>
            <a:r>
              <a:rPr sz="2100" b="1" spc="-10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35" dirty="0">
                <a:solidFill>
                  <a:srgbClr val="52535B"/>
                </a:solidFill>
                <a:latin typeface="Arial"/>
                <a:cs typeface="Arial"/>
              </a:rPr>
              <a:t>Targets</a:t>
            </a:r>
            <a:r>
              <a:rPr sz="2100" b="1" spc="-6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by</a:t>
            </a:r>
            <a:r>
              <a:rPr sz="2100" spc="-3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implementing tracking</a:t>
            </a:r>
            <a:r>
              <a:rPr sz="2100" spc="-7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mechanisms</a:t>
            </a:r>
            <a:r>
              <a:rPr sz="2100" spc="-10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to</a:t>
            </a:r>
            <a:r>
              <a:rPr sz="2100" spc="-6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ensure</a:t>
            </a:r>
            <a:r>
              <a:rPr sz="2100" spc="-7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sustained</a:t>
            </a:r>
            <a:r>
              <a:rPr sz="2100" spc="-7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cost</a:t>
            </a:r>
            <a:r>
              <a:rPr sz="2100" spc="-8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reductions.</a:t>
            </a:r>
            <a:endParaRPr sz="2100">
              <a:latin typeface="Arial"/>
              <a:cs typeface="Arial"/>
            </a:endParaRPr>
          </a:p>
          <a:p>
            <a:pPr marL="183515" indent="-170815">
              <a:lnSpc>
                <a:spcPct val="100000"/>
              </a:lnSpc>
              <a:spcBef>
                <a:spcPts val="930"/>
              </a:spcBef>
              <a:buFont typeface="Wingdings"/>
              <a:buChar char=""/>
              <a:tabLst>
                <a:tab pos="183515" algn="l"/>
              </a:tabLst>
            </a:pP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Estimate</a:t>
            </a:r>
            <a:r>
              <a:rPr sz="2100" b="1" spc="-6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25" dirty="0">
                <a:solidFill>
                  <a:srgbClr val="52535B"/>
                </a:solidFill>
                <a:latin typeface="Arial"/>
                <a:cs typeface="Arial"/>
              </a:rPr>
              <a:t>implementation</a:t>
            </a:r>
            <a:r>
              <a:rPr sz="2100" b="1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timelines</a:t>
            </a:r>
            <a:r>
              <a:rPr sz="2100" b="1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for</a:t>
            </a:r>
            <a:r>
              <a:rPr sz="2100" spc="-4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key</a:t>
            </a:r>
            <a:r>
              <a:rPr sz="2100" spc="-8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recommendations.</a:t>
            </a:r>
            <a:endParaRPr sz="2100">
              <a:latin typeface="Arial"/>
              <a:cs typeface="Arial"/>
            </a:endParaRPr>
          </a:p>
          <a:p>
            <a:pPr marL="184150" marR="104139" indent="-171450">
              <a:lnSpc>
                <a:spcPct val="101299"/>
              </a:lnSpc>
              <a:spcBef>
                <a:spcPts val="975"/>
              </a:spcBef>
              <a:buFont typeface="Wingdings"/>
              <a:buChar char=""/>
              <a:tabLst>
                <a:tab pos="184150" algn="l"/>
              </a:tabLst>
            </a:pP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Develop</a:t>
            </a:r>
            <a:r>
              <a:rPr sz="2100" b="1" spc="-6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52535B"/>
                </a:solidFill>
                <a:latin typeface="Arial"/>
                <a:cs typeface="Arial"/>
              </a:rPr>
              <a:t>Implementation</a:t>
            </a:r>
            <a:r>
              <a:rPr sz="2100" b="1" spc="-6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2535B"/>
                </a:solidFill>
                <a:latin typeface="Arial"/>
                <a:cs typeface="Arial"/>
              </a:rPr>
              <a:t>Roadmap</a:t>
            </a:r>
            <a:r>
              <a:rPr sz="2100" b="1" spc="-9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by</a:t>
            </a:r>
            <a:r>
              <a:rPr sz="2100" spc="-5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outlining</a:t>
            </a:r>
            <a:r>
              <a:rPr sz="2100" spc="-9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short,</a:t>
            </a:r>
            <a:r>
              <a:rPr sz="2100" spc="-10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medium,</a:t>
            </a:r>
            <a:r>
              <a:rPr sz="2100" spc="-100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and</a:t>
            </a:r>
            <a:r>
              <a:rPr sz="2100" spc="-9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52535B"/>
                </a:solidFill>
                <a:latin typeface="Arial"/>
                <a:cs typeface="Arial"/>
              </a:rPr>
              <a:t>long-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term</a:t>
            </a:r>
            <a:r>
              <a:rPr sz="2100" spc="-7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actions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for</a:t>
            </a:r>
            <a:r>
              <a:rPr sz="2100" spc="-7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2535B"/>
                </a:solidFill>
                <a:latin typeface="Arial"/>
                <a:cs typeface="Arial"/>
              </a:rPr>
              <a:t>maximising</a:t>
            </a:r>
            <a:r>
              <a:rPr sz="2100" spc="-8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2535B"/>
                </a:solidFill>
                <a:latin typeface="Arial"/>
                <a:cs typeface="Arial"/>
              </a:rPr>
              <a:t>value</a:t>
            </a:r>
            <a:r>
              <a:rPr sz="2100" spc="-85" dirty="0">
                <a:solidFill>
                  <a:srgbClr val="52535B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2535B"/>
                </a:solidFill>
                <a:latin typeface="Arial"/>
                <a:cs typeface="Arial"/>
              </a:rPr>
              <a:t>savings.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5" y="5934075"/>
            <a:ext cx="5191125" cy="8191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25470" y="6192837"/>
            <a:ext cx="9734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Roadmap</a:t>
            </a:r>
            <a:endParaRPr sz="155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03931" y="4980051"/>
            <a:ext cx="2470150" cy="2432685"/>
            <a:chOff x="1103931" y="4980051"/>
            <a:chExt cx="2470150" cy="2432685"/>
          </a:xfrm>
        </p:grpSpPr>
        <p:sp>
          <p:nvSpPr>
            <p:cNvPr id="11" name="object 11"/>
            <p:cNvSpPr/>
            <p:nvPr/>
          </p:nvSpPr>
          <p:spPr>
            <a:xfrm>
              <a:off x="2433701" y="4986401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566674" y="0"/>
                  </a:moveTo>
                  <a:lnTo>
                    <a:pt x="517766" y="2079"/>
                  </a:lnTo>
                  <a:lnTo>
                    <a:pt x="470016" y="8204"/>
                  </a:lnTo>
                  <a:lnTo>
                    <a:pt x="423594" y="18204"/>
                  </a:lnTo>
                  <a:lnTo>
                    <a:pt x="378669" y="31910"/>
                  </a:lnTo>
                  <a:lnTo>
                    <a:pt x="335412" y="49152"/>
                  </a:lnTo>
                  <a:lnTo>
                    <a:pt x="293992" y="69759"/>
                  </a:lnTo>
                  <a:lnTo>
                    <a:pt x="254578" y="93563"/>
                  </a:lnTo>
                  <a:lnTo>
                    <a:pt x="217342" y="120393"/>
                  </a:lnTo>
                  <a:lnTo>
                    <a:pt x="182453" y="150080"/>
                  </a:lnTo>
                  <a:lnTo>
                    <a:pt x="150080" y="182453"/>
                  </a:lnTo>
                  <a:lnTo>
                    <a:pt x="120393" y="217342"/>
                  </a:lnTo>
                  <a:lnTo>
                    <a:pt x="93563" y="254578"/>
                  </a:lnTo>
                  <a:lnTo>
                    <a:pt x="69759" y="293992"/>
                  </a:lnTo>
                  <a:lnTo>
                    <a:pt x="49152" y="335412"/>
                  </a:lnTo>
                  <a:lnTo>
                    <a:pt x="31910" y="378669"/>
                  </a:lnTo>
                  <a:lnTo>
                    <a:pt x="18204" y="423594"/>
                  </a:lnTo>
                  <a:lnTo>
                    <a:pt x="8204" y="470016"/>
                  </a:lnTo>
                  <a:lnTo>
                    <a:pt x="2079" y="517766"/>
                  </a:lnTo>
                  <a:lnTo>
                    <a:pt x="0" y="566674"/>
                  </a:lnTo>
                  <a:lnTo>
                    <a:pt x="2010" y="613974"/>
                  </a:lnTo>
                  <a:lnTo>
                    <a:pt x="2079" y="615582"/>
                  </a:lnTo>
                  <a:lnTo>
                    <a:pt x="8204" y="663335"/>
                  </a:lnTo>
                  <a:lnTo>
                    <a:pt x="18204" y="709761"/>
                  </a:lnTo>
                  <a:lnTo>
                    <a:pt x="31910" y="754692"/>
                  </a:lnTo>
                  <a:lnTo>
                    <a:pt x="49152" y="797957"/>
                  </a:lnTo>
                  <a:lnTo>
                    <a:pt x="69759" y="839385"/>
                  </a:lnTo>
                  <a:lnTo>
                    <a:pt x="93563" y="878808"/>
                  </a:lnTo>
                  <a:lnTo>
                    <a:pt x="120393" y="916054"/>
                  </a:lnTo>
                  <a:lnTo>
                    <a:pt x="150080" y="950953"/>
                  </a:lnTo>
                  <a:lnTo>
                    <a:pt x="182453" y="983336"/>
                  </a:lnTo>
                  <a:lnTo>
                    <a:pt x="217342" y="1013032"/>
                  </a:lnTo>
                  <a:lnTo>
                    <a:pt x="254578" y="1039872"/>
                  </a:lnTo>
                  <a:lnTo>
                    <a:pt x="293992" y="1063685"/>
                  </a:lnTo>
                  <a:lnTo>
                    <a:pt x="335412" y="1084301"/>
                  </a:lnTo>
                  <a:lnTo>
                    <a:pt x="378669" y="1101550"/>
                  </a:lnTo>
                  <a:lnTo>
                    <a:pt x="423594" y="1115262"/>
                  </a:lnTo>
                  <a:lnTo>
                    <a:pt x="470016" y="1125267"/>
                  </a:lnTo>
                  <a:lnTo>
                    <a:pt x="517766" y="1131394"/>
                  </a:lnTo>
                  <a:lnTo>
                    <a:pt x="566674" y="1133475"/>
                  </a:lnTo>
                  <a:lnTo>
                    <a:pt x="615582" y="1131394"/>
                  </a:lnTo>
                  <a:lnTo>
                    <a:pt x="663335" y="1125267"/>
                  </a:lnTo>
                  <a:lnTo>
                    <a:pt x="709761" y="1115262"/>
                  </a:lnTo>
                  <a:lnTo>
                    <a:pt x="754692" y="1101550"/>
                  </a:lnTo>
                  <a:lnTo>
                    <a:pt x="797957" y="1084301"/>
                  </a:lnTo>
                  <a:lnTo>
                    <a:pt x="839385" y="1063685"/>
                  </a:lnTo>
                  <a:lnTo>
                    <a:pt x="878808" y="1039872"/>
                  </a:lnTo>
                  <a:lnTo>
                    <a:pt x="916054" y="1013032"/>
                  </a:lnTo>
                  <a:lnTo>
                    <a:pt x="950953" y="983336"/>
                  </a:lnTo>
                  <a:lnTo>
                    <a:pt x="983336" y="950953"/>
                  </a:lnTo>
                  <a:lnTo>
                    <a:pt x="1013032" y="916054"/>
                  </a:lnTo>
                  <a:lnTo>
                    <a:pt x="1034175" y="886713"/>
                  </a:lnTo>
                  <a:lnTo>
                    <a:pt x="566674" y="886713"/>
                  </a:lnTo>
                  <a:lnTo>
                    <a:pt x="519373" y="883244"/>
                  </a:lnTo>
                  <a:lnTo>
                    <a:pt x="474230" y="873166"/>
                  </a:lnTo>
                  <a:lnTo>
                    <a:pt x="431739" y="856973"/>
                  </a:lnTo>
                  <a:lnTo>
                    <a:pt x="392395" y="835161"/>
                  </a:lnTo>
                  <a:lnTo>
                    <a:pt x="356691" y="808223"/>
                  </a:lnTo>
                  <a:lnTo>
                    <a:pt x="325124" y="776656"/>
                  </a:lnTo>
                  <a:lnTo>
                    <a:pt x="298186" y="740952"/>
                  </a:lnTo>
                  <a:lnTo>
                    <a:pt x="276374" y="701608"/>
                  </a:lnTo>
                  <a:lnTo>
                    <a:pt x="260181" y="659117"/>
                  </a:lnTo>
                  <a:lnTo>
                    <a:pt x="250103" y="613974"/>
                  </a:lnTo>
                  <a:lnTo>
                    <a:pt x="246634" y="566674"/>
                  </a:lnTo>
                  <a:lnTo>
                    <a:pt x="250103" y="519373"/>
                  </a:lnTo>
                  <a:lnTo>
                    <a:pt x="260181" y="474230"/>
                  </a:lnTo>
                  <a:lnTo>
                    <a:pt x="276374" y="431739"/>
                  </a:lnTo>
                  <a:lnTo>
                    <a:pt x="298186" y="392395"/>
                  </a:lnTo>
                  <a:lnTo>
                    <a:pt x="325124" y="356691"/>
                  </a:lnTo>
                  <a:lnTo>
                    <a:pt x="356691" y="325124"/>
                  </a:lnTo>
                  <a:lnTo>
                    <a:pt x="392395" y="298186"/>
                  </a:lnTo>
                  <a:lnTo>
                    <a:pt x="431739" y="276374"/>
                  </a:lnTo>
                  <a:lnTo>
                    <a:pt x="474230" y="260181"/>
                  </a:lnTo>
                  <a:lnTo>
                    <a:pt x="519373" y="250103"/>
                  </a:lnTo>
                  <a:lnTo>
                    <a:pt x="566674" y="246634"/>
                  </a:lnTo>
                  <a:lnTo>
                    <a:pt x="1034145" y="246634"/>
                  </a:lnTo>
                  <a:lnTo>
                    <a:pt x="1013032" y="217342"/>
                  </a:lnTo>
                  <a:lnTo>
                    <a:pt x="983336" y="182453"/>
                  </a:lnTo>
                  <a:lnTo>
                    <a:pt x="950953" y="150080"/>
                  </a:lnTo>
                  <a:lnTo>
                    <a:pt x="916054" y="120393"/>
                  </a:lnTo>
                  <a:lnTo>
                    <a:pt x="878808" y="93563"/>
                  </a:lnTo>
                  <a:lnTo>
                    <a:pt x="839385" y="69759"/>
                  </a:lnTo>
                  <a:lnTo>
                    <a:pt x="797957" y="49152"/>
                  </a:lnTo>
                  <a:lnTo>
                    <a:pt x="754692" y="31910"/>
                  </a:lnTo>
                  <a:lnTo>
                    <a:pt x="709761" y="18204"/>
                  </a:lnTo>
                  <a:lnTo>
                    <a:pt x="663335" y="8204"/>
                  </a:lnTo>
                  <a:lnTo>
                    <a:pt x="615582" y="2079"/>
                  </a:lnTo>
                  <a:lnTo>
                    <a:pt x="566674" y="0"/>
                  </a:lnTo>
                  <a:close/>
                </a:path>
                <a:path w="1133475" h="1133475">
                  <a:moveTo>
                    <a:pt x="1034145" y="246634"/>
                  </a:moveTo>
                  <a:lnTo>
                    <a:pt x="566674" y="246634"/>
                  </a:lnTo>
                  <a:lnTo>
                    <a:pt x="613974" y="250103"/>
                  </a:lnTo>
                  <a:lnTo>
                    <a:pt x="659117" y="260181"/>
                  </a:lnTo>
                  <a:lnTo>
                    <a:pt x="701608" y="276374"/>
                  </a:lnTo>
                  <a:lnTo>
                    <a:pt x="740952" y="298186"/>
                  </a:lnTo>
                  <a:lnTo>
                    <a:pt x="776656" y="325124"/>
                  </a:lnTo>
                  <a:lnTo>
                    <a:pt x="808223" y="356691"/>
                  </a:lnTo>
                  <a:lnTo>
                    <a:pt x="835161" y="392395"/>
                  </a:lnTo>
                  <a:lnTo>
                    <a:pt x="856973" y="431739"/>
                  </a:lnTo>
                  <a:lnTo>
                    <a:pt x="873166" y="474230"/>
                  </a:lnTo>
                  <a:lnTo>
                    <a:pt x="883244" y="519373"/>
                  </a:lnTo>
                  <a:lnTo>
                    <a:pt x="886713" y="566674"/>
                  </a:lnTo>
                  <a:lnTo>
                    <a:pt x="883244" y="613974"/>
                  </a:lnTo>
                  <a:lnTo>
                    <a:pt x="873166" y="659117"/>
                  </a:lnTo>
                  <a:lnTo>
                    <a:pt x="856973" y="701608"/>
                  </a:lnTo>
                  <a:lnTo>
                    <a:pt x="835161" y="740952"/>
                  </a:lnTo>
                  <a:lnTo>
                    <a:pt x="808223" y="776656"/>
                  </a:lnTo>
                  <a:lnTo>
                    <a:pt x="776656" y="808223"/>
                  </a:lnTo>
                  <a:lnTo>
                    <a:pt x="740952" y="835161"/>
                  </a:lnTo>
                  <a:lnTo>
                    <a:pt x="701608" y="856973"/>
                  </a:lnTo>
                  <a:lnTo>
                    <a:pt x="659117" y="873166"/>
                  </a:lnTo>
                  <a:lnTo>
                    <a:pt x="613974" y="883244"/>
                  </a:lnTo>
                  <a:lnTo>
                    <a:pt x="566674" y="886713"/>
                  </a:lnTo>
                  <a:lnTo>
                    <a:pt x="1034175" y="886713"/>
                  </a:lnTo>
                  <a:lnTo>
                    <a:pt x="1063685" y="839385"/>
                  </a:lnTo>
                  <a:lnTo>
                    <a:pt x="1084301" y="797957"/>
                  </a:lnTo>
                  <a:lnTo>
                    <a:pt x="1101550" y="754692"/>
                  </a:lnTo>
                  <a:lnTo>
                    <a:pt x="1115262" y="709761"/>
                  </a:lnTo>
                  <a:lnTo>
                    <a:pt x="1125267" y="663335"/>
                  </a:lnTo>
                  <a:lnTo>
                    <a:pt x="1131394" y="615582"/>
                  </a:lnTo>
                  <a:lnTo>
                    <a:pt x="1133475" y="566674"/>
                  </a:lnTo>
                  <a:lnTo>
                    <a:pt x="1131463" y="519373"/>
                  </a:lnTo>
                  <a:lnTo>
                    <a:pt x="1125267" y="470016"/>
                  </a:lnTo>
                  <a:lnTo>
                    <a:pt x="1115262" y="423594"/>
                  </a:lnTo>
                  <a:lnTo>
                    <a:pt x="1101550" y="378669"/>
                  </a:lnTo>
                  <a:lnTo>
                    <a:pt x="1084301" y="335412"/>
                  </a:lnTo>
                  <a:lnTo>
                    <a:pt x="1063685" y="293992"/>
                  </a:lnTo>
                  <a:lnTo>
                    <a:pt x="1039872" y="254578"/>
                  </a:lnTo>
                  <a:lnTo>
                    <a:pt x="1034145" y="246634"/>
                  </a:lnTo>
                  <a:close/>
                </a:path>
              </a:pathLst>
            </a:custGeom>
            <a:solidFill>
              <a:srgbClr val="FC34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33701" y="4986401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0" y="566674"/>
                  </a:moveTo>
                  <a:lnTo>
                    <a:pt x="2079" y="517766"/>
                  </a:lnTo>
                  <a:lnTo>
                    <a:pt x="8204" y="470016"/>
                  </a:lnTo>
                  <a:lnTo>
                    <a:pt x="18204" y="423594"/>
                  </a:lnTo>
                  <a:lnTo>
                    <a:pt x="31910" y="378669"/>
                  </a:lnTo>
                  <a:lnTo>
                    <a:pt x="49152" y="335412"/>
                  </a:lnTo>
                  <a:lnTo>
                    <a:pt x="69759" y="293992"/>
                  </a:lnTo>
                  <a:lnTo>
                    <a:pt x="93563" y="254578"/>
                  </a:lnTo>
                  <a:lnTo>
                    <a:pt x="120393" y="217342"/>
                  </a:lnTo>
                  <a:lnTo>
                    <a:pt x="150080" y="182453"/>
                  </a:lnTo>
                  <a:lnTo>
                    <a:pt x="182453" y="150080"/>
                  </a:lnTo>
                  <a:lnTo>
                    <a:pt x="217342" y="120393"/>
                  </a:lnTo>
                  <a:lnTo>
                    <a:pt x="254578" y="93563"/>
                  </a:lnTo>
                  <a:lnTo>
                    <a:pt x="293992" y="69759"/>
                  </a:lnTo>
                  <a:lnTo>
                    <a:pt x="335412" y="49152"/>
                  </a:lnTo>
                  <a:lnTo>
                    <a:pt x="378669" y="31910"/>
                  </a:lnTo>
                  <a:lnTo>
                    <a:pt x="423594" y="18204"/>
                  </a:lnTo>
                  <a:lnTo>
                    <a:pt x="470016" y="8204"/>
                  </a:lnTo>
                  <a:lnTo>
                    <a:pt x="517766" y="2079"/>
                  </a:lnTo>
                  <a:lnTo>
                    <a:pt x="566674" y="0"/>
                  </a:lnTo>
                  <a:lnTo>
                    <a:pt x="615582" y="2079"/>
                  </a:lnTo>
                  <a:lnTo>
                    <a:pt x="663335" y="8204"/>
                  </a:lnTo>
                  <a:lnTo>
                    <a:pt x="709761" y="18204"/>
                  </a:lnTo>
                  <a:lnTo>
                    <a:pt x="754692" y="31910"/>
                  </a:lnTo>
                  <a:lnTo>
                    <a:pt x="797957" y="49152"/>
                  </a:lnTo>
                  <a:lnTo>
                    <a:pt x="839385" y="69759"/>
                  </a:lnTo>
                  <a:lnTo>
                    <a:pt x="878808" y="93563"/>
                  </a:lnTo>
                  <a:lnTo>
                    <a:pt x="916054" y="120393"/>
                  </a:lnTo>
                  <a:lnTo>
                    <a:pt x="950953" y="150080"/>
                  </a:lnTo>
                  <a:lnTo>
                    <a:pt x="983336" y="182453"/>
                  </a:lnTo>
                  <a:lnTo>
                    <a:pt x="1013032" y="217342"/>
                  </a:lnTo>
                  <a:lnTo>
                    <a:pt x="1039872" y="254578"/>
                  </a:lnTo>
                  <a:lnTo>
                    <a:pt x="1063685" y="293992"/>
                  </a:lnTo>
                  <a:lnTo>
                    <a:pt x="1084301" y="335412"/>
                  </a:lnTo>
                  <a:lnTo>
                    <a:pt x="1101550" y="378669"/>
                  </a:lnTo>
                  <a:lnTo>
                    <a:pt x="1115262" y="423594"/>
                  </a:lnTo>
                  <a:lnTo>
                    <a:pt x="1125267" y="470016"/>
                  </a:lnTo>
                  <a:lnTo>
                    <a:pt x="1131394" y="517766"/>
                  </a:lnTo>
                  <a:lnTo>
                    <a:pt x="1133475" y="566674"/>
                  </a:lnTo>
                  <a:lnTo>
                    <a:pt x="1131394" y="615582"/>
                  </a:lnTo>
                  <a:lnTo>
                    <a:pt x="1125267" y="663335"/>
                  </a:lnTo>
                  <a:lnTo>
                    <a:pt x="1115262" y="709761"/>
                  </a:lnTo>
                  <a:lnTo>
                    <a:pt x="1101550" y="754692"/>
                  </a:lnTo>
                  <a:lnTo>
                    <a:pt x="1084301" y="797957"/>
                  </a:lnTo>
                  <a:lnTo>
                    <a:pt x="1063685" y="839385"/>
                  </a:lnTo>
                  <a:lnTo>
                    <a:pt x="1039872" y="878808"/>
                  </a:lnTo>
                  <a:lnTo>
                    <a:pt x="1013032" y="916054"/>
                  </a:lnTo>
                  <a:lnTo>
                    <a:pt x="983336" y="950953"/>
                  </a:lnTo>
                  <a:lnTo>
                    <a:pt x="950953" y="983336"/>
                  </a:lnTo>
                  <a:lnTo>
                    <a:pt x="916054" y="1013032"/>
                  </a:lnTo>
                  <a:lnTo>
                    <a:pt x="878808" y="1039872"/>
                  </a:lnTo>
                  <a:lnTo>
                    <a:pt x="839385" y="1063685"/>
                  </a:lnTo>
                  <a:lnTo>
                    <a:pt x="797957" y="1084301"/>
                  </a:lnTo>
                  <a:lnTo>
                    <a:pt x="754692" y="1101550"/>
                  </a:lnTo>
                  <a:lnTo>
                    <a:pt x="709761" y="1115262"/>
                  </a:lnTo>
                  <a:lnTo>
                    <a:pt x="663335" y="1125267"/>
                  </a:lnTo>
                  <a:lnTo>
                    <a:pt x="615582" y="1131394"/>
                  </a:lnTo>
                  <a:lnTo>
                    <a:pt x="566674" y="1133475"/>
                  </a:lnTo>
                  <a:lnTo>
                    <a:pt x="517766" y="1131394"/>
                  </a:lnTo>
                  <a:lnTo>
                    <a:pt x="470016" y="1125267"/>
                  </a:lnTo>
                  <a:lnTo>
                    <a:pt x="423594" y="1115262"/>
                  </a:lnTo>
                  <a:lnTo>
                    <a:pt x="378669" y="1101550"/>
                  </a:lnTo>
                  <a:lnTo>
                    <a:pt x="335412" y="1084301"/>
                  </a:lnTo>
                  <a:lnTo>
                    <a:pt x="293992" y="1063685"/>
                  </a:lnTo>
                  <a:lnTo>
                    <a:pt x="254578" y="1039872"/>
                  </a:lnTo>
                  <a:lnTo>
                    <a:pt x="217342" y="1013032"/>
                  </a:lnTo>
                  <a:lnTo>
                    <a:pt x="182453" y="983336"/>
                  </a:lnTo>
                  <a:lnTo>
                    <a:pt x="150080" y="950953"/>
                  </a:lnTo>
                  <a:lnTo>
                    <a:pt x="120393" y="916054"/>
                  </a:lnTo>
                  <a:lnTo>
                    <a:pt x="93563" y="878808"/>
                  </a:lnTo>
                  <a:lnTo>
                    <a:pt x="69759" y="839385"/>
                  </a:lnTo>
                  <a:lnTo>
                    <a:pt x="49152" y="797957"/>
                  </a:lnTo>
                  <a:lnTo>
                    <a:pt x="31910" y="754692"/>
                  </a:lnTo>
                  <a:lnTo>
                    <a:pt x="18204" y="709761"/>
                  </a:lnTo>
                  <a:lnTo>
                    <a:pt x="8204" y="663335"/>
                  </a:lnTo>
                  <a:lnTo>
                    <a:pt x="2079" y="615582"/>
                  </a:lnTo>
                  <a:lnTo>
                    <a:pt x="0" y="566674"/>
                  </a:lnTo>
                  <a:close/>
                </a:path>
                <a:path w="1133475" h="1133475">
                  <a:moveTo>
                    <a:pt x="246634" y="566674"/>
                  </a:moveTo>
                  <a:lnTo>
                    <a:pt x="250103" y="613974"/>
                  </a:lnTo>
                  <a:lnTo>
                    <a:pt x="260181" y="659117"/>
                  </a:lnTo>
                  <a:lnTo>
                    <a:pt x="276374" y="701608"/>
                  </a:lnTo>
                  <a:lnTo>
                    <a:pt x="298186" y="740952"/>
                  </a:lnTo>
                  <a:lnTo>
                    <a:pt x="325124" y="776656"/>
                  </a:lnTo>
                  <a:lnTo>
                    <a:pt x="356691" y="808223"/>
                  </a:lnTo>
                  <a:lnTo>
                    <a:pt x="392395" y="835161"/>
                  </a:lnTo>
                  <a:lnTo>
                    <a:pt x="431739" y="856973"/>
                  </a:lnTo>
                  <a:lnTo>
                    <a:pt x="474230" y="873166"/>
                  </a:lnTo>
                  <a:lnTo>
                    <a:pt x="519373" y="883244"/>
                  </a:lnTo>
                  <a:lnTo>
                    <a:pt x="566674" y="886713"/>
                  </a:lnTo>
                  <a:lnTo>
                    <a:pt x="613974" y="883244"/>
                  </a:lnTo>
                  <a:lnTo>
                    <a:pt x="659117" y="873166"/>
                  </a:lnTo>
                  <a:lnTo>
                    <a:pt x="701608" y="856973"/>
                  </a:lnTo>
                  <a:lnTo>
                    <a:pt x="740952" y="835161"/>
                  </a:lnTo>
                  <a:lnTo>
                    <a:pt x="776656" y="808223"/>
                  </a:lnTo>
                  <a:lnTo>
                    <a:pt x="808223" y="776656"/>
                  </a:lnTo>
                  <a:lnTo>
                    <a:pt x="835161" y="740952"/>
                  </a:lnTo>
                  <a:lnTo>
                    <a:pt x="856973" y="701608"/>
                  </a:lnTo>
                  <a:lnTo>
                    <a:pt x="873166" y="659117"/>
                  </a:lnTo>
                  <a:lnTo>
                    <a:pt x="883244" y="613974"/>
                  </a:lnTo>
                  <a:lnTo>
                    <a:pt x="886713" y="566674"/>
                  </a:lnTo>
                  <a:lnTo>
                    <a:pt x="883244" y="519373"/>
                  </a:lnTo>
                  <a:lnTo>
                    <a:pt x="873166" y="474230"/>
                  </a:lnTo>
                  <a:lnTo>
                    <a:pt x="856973" y="431739"/>
                  </a:lnTo>
                  <a:lnTo>
                    <a:pt x="835161" y="392395"/>
                  </a:lnTo>
                  <a:lnTo>
                    <a:pt x="808223" y="356691"/>
                  </a:lnTo>
                  <a:lnTo>
                    <a:pt x="776656" y="325124"/>
                  </a:lnTo>
                  <a:lnTo>
                    <a:pt x="740952" y="298186"/>
                  </a:lnTo>
                  <a:lnTo>
                    <a:pt x="701608" y="276374"/>
                  </a:lnTo>
                  <a:lnTo>
                    <a:pt x="659117" y="260181"/>
                  </a:lnTo>
                  <a:lnTo>
                    <a:pt x="613974" y="250103"/>
                  </a:lnTo>
                  <a:lnTo>
                    <a:pt x="566674" y="246634"/>
                  </a:lnTo>
                  <a:lnTo>
                    <a:pt x="519373" y="250103"/>
                  </a:lnTo>
                  <a:lnTo>
                    <a:pt x="474230" y="260181"/>
                  </a:lnTo>
                  <a:lnTo>
                    <a:pt x="431739" y="276374"/>
                  </a:lnTo>
                  <a:lnTo>
                    <a:pt x="392395" y="298186"/>
                  </a:lnTo>
                  <a:lnTo>
                    <a:pt x="356691" y="325124"/>
                  </a:lnTo>
                  <a:lnTo>
                    <a:pt x="325124" y="356691"/>
                  </a:lnTo>
                  <a:lnTo>
                    <a:pt x="298186" y="392395"/>
                  </a:lnTo>
                  <a:lnTo>
                    <a:pt x="276374" y="431739"/>
                  </a:lnTo>
                  <a:lnTo>
                    <a:pt x="260181" y="474230"/>
                  </a:lnTo>
                  <a:lnTo>
                    <a:pt x="250103" y="519373"/>
                  </a:lnTo>
                  <a:lnTo>
                    <a:pt x="246634" y="5666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38425" y="5200650"/>
              <a:ext cx="714375" cy="704850"/>
            </a:xfrm>
            <a:custGeom>
              <a:avLst/>
              <a:gdLst/>
              <a:ahLst/>
              <a:cxnLst/>
              <a:rect l="l" t="t" r="r" b="b"/>
              <a:pathLst>
                <a:path w="714375" h="704850">
                  <a:moveTo>
                    <a:pt x="357250" y="0"/>
                  </a:moveTo>
                  <a:lnTo>
                    <a:pt x="308762" y="3216"/>
                  </a:lnTo>
                  <a:lnTo>
                    <a:pt x="262260" y="12585"/>
                  </a:lnTo>
                  <a:lnTo>
                    <a:pt x="218170" y="27687"/>
                  </a:lnTo>
                  <a:lnTo>
                    <a:pt x="176915" y="48104"/>
                  </a:lnTo>
                  <a:lnTo>
                    <a:pt x="138922" y="73416"/>
                  </a:lnTo>
                  <a:lnTo>
                    <a:pt x="104616" y="103203"/>
                  </a:lnTo>
                  <a:lnTo>
                    <a:pt x="74421" y="137046"/>
                  </a:lnTo>
                  <a:lnTo>
                    <a:pt x="48763" y="174526"/>
                  </a:lnTo>
                  <a:lnTo>
                    <a:pt x="28066" y="215223"/>
                  </a:lnTo>
                  <a:lnTo>
                    <a:pt x="12757" y="258718"/>
                  </a:lnTo>
                  <a:lnTo>
                    <a:pt x="3260" y="304592"/>
                  </a:lnTo>
                  <a:lnTo>
                    <a:pt x="0" y="352425"/>
                  </a:lnTo>
                  <a:lnTo>
                    <a:pt x="3260" y="400257"/>
                  </a:lnTo>
                  <a:lnTo>
                    <a:pt x="12757" y="446131"/>
                  </a:lnTo>
                  <a:lnTo>
                    <a:pt x="28067" y="489626"/>
                  </a:lnTo>
                  <a:lnTo>
                    <a:pt x="48763" y="530323"/>
                  </a:lnTo>
                  <a:lnTo>
                    <a:pt x="74421" y="567803"/>
                  </a:lnTo>
                  <a:lnTo>
                    <a:pt x="104616" y="601646"/>
                  </a:lnTo>
                  <a:lnTo>
                    <a:pt x="138922" y="631433"/>
                  </a:lnTo>
                  <a:lnTo>
                    <a:pt x="176915" y="656745"/>
                  </a:lnTo>
                  <a:lnTo>
                    <a:pt x="218170" y="677162"/>
                  </a:lnTo>
                  <a:lnTo>
                    <a:pt x="262260" y="692264"/>
                  </a:lnTo>
                  <a:lnTo>
                    <a:pt x="308762" y="701633"/>
                  </a:lnTo>
                  <a:lnTo>
                    <a:pt x="357250" y="704850"/>
                  </a:lnTo>
                  <a:lnTo>
                    <a:pt x="405709" y="701633"/>
                  </a:lnTo>
                  <a:lnTo>
                    <a:pt x="452187" y="692264"/>
                  </a:lnTo>
                  <a:lnTo>
                    <a:pt x="496258" y="677162"/>
                  </a:lnTo>
                  <a:lnTo>
                    <a:pt x="537496" y="656745"/>
                  </a:lnTo>
                  <a:lnTo>
                    <a:pt x="575477" y="631433"/>
                  </a:lnTo>
                  <a:lnTo>
                    <a:pt x="609774" y="601646"/>
                  </a:lnTo>
                  <a:lnTo>
                    <a:pt x="639962" y="567803"/>
                  </a:lnTo>
                  <a:lnTo>
                    <a:pt x="665616" y="530323"/>
                  </a:lnTo>
                  <a:lnTo>
                    <a:pt x="686309" y="489626"/>
                  </a:lnTo>
                  <a:lnTo>
                    <a:pt x="701617" y="446131"/>
                  </a:lnTo>
                  <a:lnTo>
                    <a:pt x="711114" y="400257"/>
                  </a:lnTo>
                  <a:lnTo>
                    <a:pt x="714375" y="352425"/>
                  </a:lnTo>
                  <a:lnTo>
                    <a:pt x="711114" y="304592"/>
                  </a:lnTo>
                  <a:lnTo>
                    <a:pt x="701617" y="258718"/>
                  </a:lnTo>
                  <a:lnTo>
                    <a:pt x="686309" y="215223"/>
                  </a:lnTo>
                  <a:lnTo>
                    <a:pt x="665616" y="174526"/>
                  </a:lnTo>
                  <a:lnTo>
                    <a:pt x="639962" y="137046"/>
                  </a:lnTo>
                  <a:lnTo>
                    <a:pt x="609774" y="103203"/>
                  </a:lnTo>
                  <a:lnTo>
                    <a:pt x="575477" y="73416"/>
                  </a:lnTo>
                  <a:lnTo>
                    <a:pt x="537496" y="48104"/>
                  </a:lnTo>
                  <a:lnTo>
                    <a:pt x="496258" y="27687"/>
                  </a:lnTo>
                  <a:lnTo>
                    <a:pt x="452187" y="12585"/>
                  </a:lnTo>
                  <a:lnTo>
                    <a:pt x="405709" y="3216"/>
                  </a:lnTo>
                  <a:lnTo>
                    <a:pt x="357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90825" y="5353050"/>
              <a:ext cx="428625" cy="419100"/>
            </a:xfrm>
            <a:custGeom>
              <a:avLst/>
              <a:gdLst/>
              <a:ahLst/>
              <a:cxnLst/>
              <a:rect l="l" t="t" r="r" b="b"/>
              <a:pathLst>
                <a:path w="428625" h="419100">
                  <a:moveTo>
                    <a:pt x="242697" y="242570"/>
                  </a:moveTo>
                  <a:lnTo>
                    <a:pt x="170052" y="242570"/>
                  </a:lnTo>
                  <a:lnTo>
                    <a:pt x="170052" y="383666"/>
                  </a:lnTo>
                  <a:lnTo>
                    <a:pt x="172906" y="397454"/>
                  </a:lnTo>
                  <a:lnTo>
                    <a:pt x="180689" y="408717"/>
                  </a:lnTo>
                  <a:lnTo>
                    <a:pt x="192234" y="416313"/>
                  </a:lnTo>
                  <a:lnTo>
                    <a:pt x="206375" y="419100"/>
                  </a:lnTo>
                  <a:lnTo>
                    <a:pt x="220515" y="416313"/>
                  </a:lnTo>
                  <a:lnTo>
                    <a:pt x="232060" y="408717"/>
                  </a:lnTo>
                  <a:lnTo>
                    <a:pt x="239843" y="397454"/>
                  </a:lnTo>
                  <a:lnTo>
                    <a:pt x="242697" y="383666"/>
                  </a:lnTo>
                  <a:lnTo>
                    <a:pt x="242697" y="242570"/>
                  </a:lnTo>
                  <a:close/>
                </a:path>
                <a:path w="428625" h="419100">
                  <a:moveTo>
                    <a:pt x="394843" y="176529"/>
                  </a:moveTo>
                  <a:lnTo>
                    <a:pt x="33781" y="176529"/>
                  </a:lnTo>
                  <a:lnTo>
                    <a:pt x="20627" y="179135"/>
                  </a:lnTo>
                  <a:lnTo>
                    <a:pt x="9890" y="186229"/>
                  </a:lnTo>
                  <a:lnTo>
                    <a:pt x="2653" y="196728"/>
                  </a:lnTo>
                  <a:lnTo>
                    <a:pt x="0" y="209550"/>
                  </a:lnTo>
                  <a:lnTo>
                    <a:pt x="2653" y="222371"/>
                  </a:lnTo>
                  <a:lnTo>
                    <a:pt x="9890" y="232870"/>
                  </a:lnTo>
                  <a:lnTo>
                    <a:pt x="20627" y="239964"/>
                  </a:lnTo>
                  <a:lnTo>
                    <a:pt x="33781" y="242570"/>
                  </a:lnTo>
                  <a:lnTo>
                    <a:pt x="394843" y="242570"/>
                  </a:lnTo>
                  <a:lnTo>
                    <a:pt x="407997" y="239964"/>
                  </a:lnTo>
                  <a:lnTo>
                    <a:pt x="418734" y="232870"/>
                  </a:lnTo>
                  <a:lnTo>
                    <a:pt x="425971" y="222371"/>
                  </a:lnTo>
                  <a:lnTo>
                    <a:pt x="428625" y="209550"/>
                  </a:lnTo>
                  <a:lnTo>
                    <a:pt x="425971" y="196728"/>
                  </a:lnTo>
                  <a:lnTo>
                    <a:pt x="418734" y="186229"/>
                  </a:lnTo>
                  <a:lnTo>
                    <a:pt x="407997" y="179135"/>
                  </a:lnTo>
                  <a:lnTo>
                    <a:pt x="394843" y="176529"/>
                  </a:lnTo>
                  <a:close/>
                </a:path>
                <a:path w="428625" h="419100">
                  <a:moveTo>
                    <a:pt x="206375" y="0"/>
                  </a:moveTo>
                  <a:lnTo>
                    <a:pt x="192234" y="2786"/>
                  </a:lnTo>
                  <a:lnTo>
                    <a:pt x="180689" y="10382"/>
                  </a:lnTo>
                  <a:lnTo>
                    <a:pt x="172906" y="21645"/>
                  </a:lnTo>
                  <a:lnTo>
                    <a:pt x="170052" y="35433"/>
                  </a:lnTo>
                  <a:lnTo>
                    <a:pt x="170052" y="176529"/>
                  </a:lnTo>
                  <a:lnTo>
                    <a:pt x="242697" y="176529"/>
                  </a:lnTo>
                  <a:lnTo>
                    <a:pt x="242697" y="35433"/>
                  </a:lnTo>
                  <a:lnTo>
                    <a:pt x="239843" y="21645"/>
                  </a:lnTo>
                  <a:lnTo>
                    <a:pt x="232060" y="10382"/>
                  </a:lnTo>
                  <a:lnTo>
                    <a:pt x="220515" y="2786"/>
                  </a:lnTo>
                  <a:lnTo>
                    <a:pt x="206375" y="0"/>
                  </a:lnTo>
                  <a:close/>
                </a:path>
              </a:pathLst>
            </a:custGeom>
            <a:solidFill>
              <a:srgbClr val="FC34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1672" y="6921587"/>
              <a:ext cx="427990" cy="292735"/>
            </a:xfrm>
            <a:custGeom>
              <a:avLst/>
              <a:gdLst/>
              <a:ahLst/>
              <a:cxnLst/>
              <a:rect l="l" t="t" r="r" b="b"/>
              <a:pathLst>
                <a:path w="427989" h="292734">
                  <a:moveTo>
                    <a:pt x="160094" y="0"/>
                  </a:moveTo>
                  <a:lnTo>
                    <a:pt x="117191" y="3445"/>
                  </a:lnTo>
                  <a:lnTo>
                    <a:pt x="75673" y="13701"/>
                  </a:lnTo>
                  <a:lnTo>
                    <a:pt x="36342" y="30497"/>
                  </a:lnTo>
                  <a:lnTo>
                    <a:pt x="0" y="53564"/>
                  </a:lnTo>
                  <a:lnTo>
                    <a:pt x="26175" y="79738"/>
                  </a:lnTo>
                  <a:lnTo>
                    <a:pt x="33917" y="74345"/>
                  </a:lnTo>
                  <a:lnTo>
                    <a:pt x="41883" y="69296"/>
                  </a:lnTo>
                  <a:lnTo>
                    <a:pt x="50060" y="64599"/>
                  </a:lnTo>
                  <a:lnTo>
                    <a:pt x="58437" y="60260"/>
                  </a:lnTo>
                  <a:lnTo>
                    <a:pt x="67568" y="82782"/>
                  </a:lnTo>
                  <a:lnTo>
                    <a:pt x="74873" y="79130"/>
                  </a:lnTo>
                  <a:lnTo>
                    <a:pt x="82177" y="76086"/>
                  </a:lnTo>
                  <a:lnTo>
                    <a:pt x="90091" y="73043"/>
                  </a:lnTo>
                  <a:lnTo>
                    <a:pt x="80960" y="51130"/>
                  </a:lnTo>
                  <a:lnTo>
                    <a:pt x="97250" y="45663"/>
                  </a:lnTo>
                  <a:lnTo>
                    <a:pt x="113892" y="41497"/>
                  </a:lnTo>
                  <a:lnTo>
                    <a:pt x="130808" y="38647"/>
                  </a:lnTo>
                  <a:lnTo>
                    <a:pt x="147920" y="37130"/>
                  </a:lnTo>
                  <a:lnTo>
                    <a:pt x="147920" y="61478"/>
                  </a:lnTo>
                  <a:lnTo>
                    <a:pt x="151962" y="60974"/>
                  </a:lnTo>
                  <a:lnTo>
                    <a:pt x="156028" y="60772"/>
                  </a:lnTo>
                  <a:lnTo>
                    <a:pt x="164355" y="60869"/>
                  </a:lnTo>
                  <a:lnTo>
                    <a:pt x="168008" y="61478"/>
                  </a:lnTo>
                  <a:lnTo>
                    <a:pt x="172269" y="61478"/>
                  </a:lnTo>
                  <a:lnTo>
                    <a:pt x="172269" y="37130"/>
                  </a:lnTo>
                  <a:lnTo>
                    <a:pt x="189367" y="38495"/>
                  </a:lnTo>
                  <a:lnTo>
                    <a:pt x="206278" y="41193"/>
                  </a:lnTo>
                  <a:lnTo>
                    <a:pt x="222924" y="45207"/>
                  </a:lnTo>
                  <a:lnTo>
                    <a:pt x="239228" y="50521"/>
                  </a:lnTo>
                  <a:lnTo>
                    <a:pt x="230097" y="73043"/>
                  </a:lnTo>
                  <a:lnTo>
                    <a:pt x="238011" y="76086"/>
                  </a:lnTo>
                  <a:lnTo>
                    <a:pt x="245316" y="79130"/>
                  </a:lnTo>
                  <a:lnTo>
                    <a:pt x="252620" y="82782"/>
                  </a:lnTo>
                  <a:lnTo>
                    <a:pt x="261751" y="60260"/>
                  </a:lnTo>
                  <a:lnTo>
                    <a:pt x="276760" y="68497"/>
                  </a:lnTo>
                  <a:lnTo>
                    <a:pt x="291131" y="77760"/>
                  </a:lnTo>
                  <a:lnTo>
                    <a:pt x="304813" y="88012"/>
                  </a:lnTo>
                  <a:lnTo>
                    <a:pt x="317754" y="99217"/>
                  </a:lnTo>
                  <a:lnTo>
                    <a:pt x="300710" y="116260"/>
                  </a:lnTo>
                  <a:lnTo>
                    <a:pt x="306699" y="121844"/>
                  </a:lnTo>
                  <a:lnTo>
                    <a:pt x="312389" y="127736"/>
                  </a:lnTo>
                  <a:lnTo>
                    <a:pt x="317754" y="133912"/>
                  </a:lnTo>
                  <a:lnTo>
                    <a:pt x="334798" y="116869"/>
                  </a:lnTo>
                  <a:lnTo>
                    <a:pt x="345543" y="129934"/>
                  </a:lnTo>
                  <a:lnTo>
                    <a:pt x="355239" y="143767"/>
                  </a:lnTo>
                  <a:lnTo>
                    <a:pt x="363846" y="158303"/>
                  </a:lnTo>
                  <a:lnTo>
                    <a:pt x="371322" y="173477"/>
                  </a:lnTo>
                  <a:lnTo>
                    <a:pt x="348799" y="182608"/>
                  </a:lnTo>
                  <a:lnTo>
                    <a:pt x="354886" y="197216"/>
                  </a:lnTo>
                  <a:lnTo>
                    <a:pt x="357321" y="205129"/>
                  </a:lnTo>
                  <a:lnTo>
                    <a:pt x="379844" y="195999"/>
                  </a:lnTo>
                  <a:lnTo>
                    <a:pt x="384841" y="213573"/>
                  </a:lnTo>
                  <a:lnTo>
                    <a:pt x="388442" y="231459"/>
                  </a:lnTo>
                  <a:lnTo>
                    <a:pt x="390635" y="249571"/>
                  </a:lnTo>
                  <a:lnTo>
                    <a:pt x="391410" y="267825"/>
                  </a:lnTo>
                  <a:lnTo>
                    <a:pt x="391410" y="292173"/>
                  </a:lnTo>
                  <a:lnTo>
                    <a:pt x="427933" y="292173"/>
                  </a:lnTo>
                  <a:lnTo>
                    <a:pt x="423618" y="219684"/>
                  </a:lnTo>
                  <a:lnTo>
                    <a:pt x="411177" y="174373"/>
                  </a:lnTo>
                  <a:lnTo>
                    <a:pt x="391366" y="132650"/>
                  </a:lnTo>
                  <a:lnTo>
                    <a:pt x="364942" y="95270"/>
                  </a:lnTo>
                  <a:lnTo>
                    <a:pt x="332661" y="62990"/>
                  </a:lnTo>
                  <a:lnTo>
                    <a:pt x="295280" y="36566"/>
                  </a:lnTo>
                  <a:lnTo>
                    <a:pt x="253554" y="16756"/>
                  </a:lnTo>
                  <a:lnTo>
                    <a:pt x="208240" y="4315"/>
                  </a:lnTo>
                  <a:lnTo>
                    <a:pt x="160094" y="0"/>
                  </a:lnTo>
                  <a:close/>
                </a:path>
              </a:pathLst>
            </a:custGeom>
            <a:solidFill>
              <a:srgbClr val="B0B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931" y="6988543"/>
              <a:ext cx="293640" cy="23337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2706" y="7046988"/>
              <a:ext cx="471170" cy="36523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01382" y="7369809"/>
            <a:ext cx="93662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05" algn="ctr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Measure</a:t>
            </a:r>
            <a:endParaRPr sz="1200">
              <a:latin typeface="Century Gothic"/>
              <a:cs typeface="Century Gothic"/>
            </a:endParaRPr>
          </a:p>
          <a:p>
            <a:pPr marR="5080" algn="ctr">
              <a:lnSpc>
                <a:spcPts val="1435"/>
              </a:lnSpc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holistic</a:t>
            </a:r>
            <a:r>
              <a:rPr sz="120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costs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09800" y="7532623"/>
            <a:ext cx="1245235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25755" marR="5080" indent="-326390">
              <a:lnSpc>
                <a:spcPts val="1430"/>
              </a:lnSpc>
              <a:spcBef>
                <a:spcPts val="155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Compare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across industry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30420" y="7059104"/>
            <a:ext cx="346075" cy="351155"/>
          </a:xfrm>
          <a:custGeom>
            <a:avLst/>
            <a:gdLst/>
            <a:ahLst/>
            <a:cxnLst/>
            <a:rect l="l" t="t" r="r" b="b"/>
            <a:pathLst>
              <a:path w="346075" h="351154">
                <a:moveTo>
                  <a:pt x="135191" y="190258"/>
                </a:moveTo>
                <a:lnTo>
                  <a:pt x="60083" y="190258"/>
                </a:lnTo>
                <a:lnTo>
                  <a:pt x="60083" y="290398"/>
                </a:lnTo>
                <a:lnTo>
                  <a:pt x="135191" y="290398"/>
                </a:lnTo>
                <a:lnTo>
                  <a:pt x="135191" y="190258"/>
                </a:lnTo>
                <a:close/>
              </a:path>
              <a:path w="346075" h="351154">
                <a:moveTo>
                  <a:pt x="220319" y="0"/>
                </a:moveTo>
                <a:lnTo>
                  <a:pt x="151523" y="0"/>
                </a:lnTo>
                <a:lnTo>
                  <a:pt x="178854" y="27330"/>
                </a:lnTo>
                <a:lnTo>
                  <a:pt x="58026" y="148158"/>
                </a:lnTo>
                <a:lnTo>
                  <a:pt x="72148" y="162280"/>
                </a:lnTo>
                <a:lnTo>
                  <a:pt x="192976" y="41503"/>
                </a:lnTo>
                <a:lnTo>
                  <a:pt x="220319" y="68795"/>
                </a:lnTo>
                <a:lnTo>
                  <a:pt x="220319" y="0"/>
                </a:lnTo>
                <a:close/>
              </a:path>
              <a:path w="346075" h="351154">
                <a:moveTo>
                  <a:pt x="240347" y="100139"/>
                </a:moveTo>
                <a:lnTo>
                  <a:pt x="165239" y="100139"/>
                </a:lnTo>
                <a:lnTo>
                  <a:pt x="165239" y="290398"/>
                </a:lnTo>
                <a:lnTo>
                  <a:pt x="240347" y="290398"/>
                </a:lnTo>
                <a:lnTo>
                  <a:pt x="240347" y="100139"/>
                </a:lnTo>
                <a:close/>
              </a:path>
              <a:path w="346075" h="351154">
                <a:moveTo>
                  <a:pt x="345503" y="320243"/>
                </a:moveTo>
                <a:lnTo>
                  <a:pt x="30048" y="320243"/>
                </a:lnTo>
                <a:lnTo>
                  <a:pt x="30048" y="203"/>
                </a:lnTo>
                <a:lnTo>
                  <a:pt x="0" y="203"/>
                </a:lnTo>
                <a:lnTo>
                  <a:pt x="0" y="320243"/>
                </a:lnTo>
                <a:lnTo>
                  <a:pt x="0" y="350723"/>
                </a:lnTo>
                <a:lnTo>
                  <a:pt x="345503" y="350723"/>
                </a:lnTo>
                <a:lnTo>
                  <a:pt x="345503" y="320243"/>
                </a:lnTo>
                <a:close/>
              </a:path>
              <a:path w="346075" h="351154">
                <a:moveTo>
                  <a:pt x="345503" y="0"/>
                </a:moveTo>
                <a:lnTo>
                  <a:pt x="270395" y="0"/>
                </a:lnTo>
                <a:lnTo>
                  <a:pt x="270395" y="290398"/>
                </a:lnTo>
                <a:lnTo>
                  <a:pt x="345503" y="290398"/>
                </a:lnTo>
                <a:lnTo>
                  <a:pt x="345503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018026" y="7532623"/>
            <a:ext cx="973455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18110" marR="5080" indent="-118745">
              <a:lnSpc>
                <a:spcPts val="1430"/>
              </a:lnSpc>
              <a:spcBef>
                <a:spcPts val="155"/>
              </a:spcBef>
            </a:pPr>
            <a:r>
              <a:rPr sz="1200" b="1" dirty="0">
                <a:solidFill>
                  <a:srgbClr val="00338D"/>
                </a:solidFill>
                <a:latin typeface="Century Gothic"/>
                <a:cs typeface="Century Gothic"/>
              </a:rPr>
              <a:t>Improve</a:t>
            </a:r>
            <a:r>
              <a:rPr sz="12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2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cost </a:t>
            </a:r>
            <a:r>
              <a:rPr sz="12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efficiency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717" y="4262437"/>
            <a:ext cx="417067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00338D"/>
                </a:solidFill>
                <a:latin typeface="Century Gothic"/>
                <a:cs typeface="Century Gothic"/>
              </a:rPr>
              <a:t>Implementation</a:t>
            </a:r>
            <a:r>
              <a:rPr sz="2700" b="1" spc="-8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7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Planning</a:t>
            </a:r>
            <a:endParaRPr sz="27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1637" y="4116451"/>
            <a:ext cx="5368925" cy="4797425"/>
            <a:chOff x="401637" y="4116451"/>
            <a:chExt cx="5368925" cy="4797425"/>
          </a:xfrm>
        </p:grpSpPr>
        <p:sp>
          <p:nvSpPr>
            <p:cNvPr id="24" name="object 24"/>
            <p:cNvSpPr/>
            <p:nvPr/>
          </p:nvSpPr>
          <p:spPr>
            <a:xfrm>
              <a:off x="414337" y="4129151"/>
              <a:ext cx="5343525" cy="4772025"/>
            </a:xfrm>
            <a:custGeom>
              <a:avLst/>
              <a:gdLst/>
              <a:ahLst/>
              <a:cxnLst/>
              <a:rect l="l" t="t" r="r" b="b"/>
              <a:pathLst>
                <a:path w="5343525" h="4772025">
                  <a:moveTo>
                    <a:pt x="5343525" y="0"/>
                  </a:moveTo>
                  <a:lnTo>
                    <a:pt x="0" y="0"/>
                  </a:lnTo>
                  <a:lnTo>
                    <a:pt x="0" y="4772025"/>
                  </a:lnTo>
                  <a:lnTo>
                    <a:pt x="5343525" y="4772025"/>
                  </a:lnTo>
                  <a:lnTo>
                    <a:pt x="5343525" y="0"/>
                  </a:lnTo>
                  <a:close/>
                </a:path>
              </a:pathLst>
            </a:custGeom>
            <a:solidFill>
              <a:srgbClr val="FF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4337" y="4129151"/>
              <a:ext cx="5343525" cy="4772025"/>
            </a:xfrm>
            <a:custGeom>
              <a:avLst/>
              <a:gdLst/>
              <a:ahLst/>
              <a:cxnLst/>
              <a:rect l="l" t="t" r="r" b="b"/>
              <a:pathLst>
                <a:path w="5343525" h="4772025">
                  <a:moveTo>
                    <a:pt x="0" y="4772025"/>
                  </a:moveTo>
                  <a:lnTo>
                    <a:pt x="5343525" y="4772025"/>
                  </a:lnTo>
                  <a:lnTo>
                    <a:pt x="5343525" y="0"/>
                  </a:lnTo>
                  <a:lnTo>
                    <a:pt x="0" y="0"/>
                  </a:lnTo>
                  <a:lnTo>
                    <a:pt x="0" y="4772025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98844" y="9169145"/>
            <a:ext cx="4282440" cy="969644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650" b="1" spc="-10" dirty="0">
                <a:solidFill>
                  <a:srgbClr val="52535B"/>
                </a:solidFill>
                <a:latin typeface="Century Gothic"/>
                <a:cs typeface="Century Gothic"/>
              </a:rPr>
              <a:t>Output:</a:t>
            </a:r>
            <a:endParaRPr sz="1650">
              <a:latin typeface="Century Gothic"/>
              <a:cs typeface="Century Gothic"/>
            </a:endParaRPr>
          </a:p>
          <a:p>
            <a:pPr marL="269875" indent="-25717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269875" algn="l"/>
              </a:tabLst>
            </a:pPr>
            <a:r>
              <a:rPr sz="1650" spc="-25" dirty="0">
                <a:solidFill>
                  <a:srgbClr val="52535B"/>
                </a:solidFill>
                <a:latin typeface="Century Gothic"/>
                <a:cs typeface="Century Gothic"/>
              </a:rPr>
              <a:t>Business</a:t>
            </a:r>
            <a:r>
              <a:rPr sz="1650" spc="-7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case</a:t>
            </a:r>
            <a:r>
              <a:rPr sz="165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20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r>
              <a:rPr sz="1650" spc="-9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25" dirty="0">
                <a:solidFill>
                  <a:srgbClr val="52535B"/>
                </a:solidFill>
                <a:latin typeface="Century Gothic"/>
                <a:cs typeface="Century Gothic"/>
              </a:rPr>
              <a:t>monitoring</a:t>
            </a:r>
            <a:r>
              <a:rPr sz="1650" spc="-8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framework</a:t>
            </a:r>
            <a:endParaRPr sz="1650">
              <a:latin typeface="Century Gothic"/>
              <a:cs typeface="Century Gothic"/>
            </a:endParaRPr>
          </a:p>
          <a:p>
            <a:pPr marL="269875" indent="-25717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269875" algn="l"/>
              </a:tabLst>
            </a:pPr>
            <a:r>
              <a:rPr sz="1650" spc="-30" dirty="0">
                <a:solidFill>
                  <a:srgbClr val="52535B"/>
                </a:solidFill>
                <a:latin typeface="Century Gothic"/>
                <a:cs typeface="Century Gothic"/>
              </a:rPr>
              <a:t>Implementation</a:t>
            </a:r>
            <a:r>
              <a:rPr sz="1650" spc="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650" spc="-10" dirty="0">
                <a:solidFill>
                  <a:srgbClr val="52535B"/>
                </a:solidFill>
                <a:latin typeface="Century Gothic"/>
                <a:cs typeface="Century Gothic"/>
              </a:rPr>
              <a:t>roadmap</a:t>
            </a:r>
            <a:endParaRPr sz="16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637" y="957833"/>
            <a:ext cx="13098780" cy="769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Technology</a:t>
            </a:r>
            <a:r>
              <a:rPr spc="85" dirty="0"/>
              <a:t> </a:t>
            </a:r>
            <a:r>
              <a:rPr dirty="0"/>
              <a:t>Cost</a:t>
            </a:r>
            <a:r>
              <a:rPr spc="110" dirty="0"/>
              <a:t> </a:t>
            </a:r>
            <a:r>
              <a:rPr dirty="0"/>
              <a:t>Optimisation</a:t>
            </a:r>
            <a:r>
              <a:rPr spc="125" dirty="0"/>
              <a:t> </a:t>
            </a:r>
            <a:r>
              <a:rPr spc="-10" dirty="0"/>
              <a:t>Accelerators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21159" y="186372"/>
            <a:ext cx="32486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Methodology</a:t>
            </a:r>
            <a:r>
              <a:rPr sz="1800" spc="-4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and</a:t>
            </a:r>
            <a:r>
              <a:rPr sz="1800" spc="-7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A9A8AD"/>
                </a:solidFill>
                <a:latin typeface="Century Gothic"/>
                <a:cs typeface="Century Gothic"/>
              </a:rPr>
              <a:t>Approach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017" y="1770062"/>
            <a:ext cx="17295495" cy="9944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70"/>
              </a:spcBef>
            </a:pPr>
            <a:r>
              <a:rPr lang="en-US" sz="2100" b="1" dirty="0">
                <a:solidFill>
                  <a:srgbClr val="00338D"/>
                </a:solidFill>
                <a:latin typeface="Century Gothic"/>
                <a:cs typeface="Century Gothic"/>
              </a:rPr>
              <a:t>Heirs Tech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’s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technology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optimisation</a:t>
            </a:r>
            <a:r>
              <a:rPr sz="210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methodology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includes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standard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set</a:t>
            </a:r>
            <a:r>
              <a:rPr sz="21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21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data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collection</a:t>
            </a:r>
            <a:r>
              <a:rPr sz="2100" b="1" spc="-10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analysis</a:t>
            </a:r>
            <a:r>
              <a:rPr sz="2100" b="1" spc="-8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tools,</a:t>
            </a:r>
            <a:r>
              <a:rPr sz="21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but</a:t>
            </a:r>
            <a:r>
              <a:rPr sz="21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we</a:t>
            </a:r>
            <a:r>
              <a:rPr sz="21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also</a:t>
            </a:r>
            <a:r>
              <a:rPr sz="21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leverage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tools</a:t>
            </a:r>
            <a:r>
              <a:rPr sz="21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from</a:t>
            </a:r>
            <a:r>
              <a:rPr sz="2100" b="1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other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practice</a:t>
            </a:r>
            <a:r>
              <a:rPr sz="21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areas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that</a:t>
            </a:r>
            <a:r>
              <a:rPr sz="21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allow</a:t>
            </a:r>
            <a:r>
              <a:rPr sz="2100" b="1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us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to</a:t>
            </a:r>
            <a:r>
              <a:rPr sz="21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quickly</a:t>
            </a:r>
            <a:r>
              <a:rPr sz="21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assess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support</a:t>
            </a:r>
            <a:r>
              <a:rPr sz="21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delivery</a:t>
            </a:r>
            <a:r>
              <a:rPr sz="210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210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large</a:t>
            </a:r>
            <a:r>
              <a:rPr sz="2100" b="1" spc="-9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scale,</a:t>
            </a:r>
            <a:r>
              <a:rPr sz="21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functionally</a:t>
            </a:r>
            <a:r>
              <a:rPr sz="21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21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dirty="0">
                <a:solidFill>
                  <a:srgbClr val="00338D"/>
                </a:solidFill>
                <a:latin typeface="Century Gothic"/>
                <a:cs typeface="Century Gothic"/>
              </a:rPr>
              <a:t>complex</a:t>
            </a:r>
            <a:r>
              <a:rPr sz="2100" b="1" spc="1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21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cost </a:t>
            </a:r>
            <a:r>
              <a:rPr sz="21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transformations.</a:t>
            </a:r>
            <a:endParaRPr sz="2100" dirty="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87151" y="3319398"/>
            <a:ext cx="3343275" cy="2962275"/>
          </a:xfrm>
          <a:prstGeom prst="rect">
            <a:avLst/>
          </a:prstGeom>
          <a:ln w="9525">
            <a:solidFill>
              <a:srgbClr val="473697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46355">
              <a:lnSpc>
                <a:spcPts val="1600"/>
              </a:lnSpc>
              <a:spcBef>
                <a:spcPts val="334"/>
              </a:spcBef>
            </a:pP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Transparency</a:t>
            </a:r>
            <a:r>
              <a:rPr sz="1350" b="1" spc="-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of</a:t>
            </a:r>
            <a:r>
              <a:rPr sz="135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costs</a:t>
            </a:r>
            <a:r>
              <a:rPr sz="135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&amp;</a:t>
            </a:r>
            <a:r>
              <a:rPr sz="135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benefits</a:t>
            </a:r>
            <a:endParaRPr sz="1350">
              <a:latin typeface="Century Gothic"/>
              <a:cs typeface="Century Gothic"/>
            </a:endParaRPr>
          </a:p>
          <a:p>
            <a:pPr marL="302895" indent="-256540">
              <a:lnSpc>
                <a:spcPts val="1600"/>
              </a:lnSpc>
              <a:buClr>
                <a:srgbClr val="7E7E7E"/>
              </a:buClr>
              <a:buFont typeface="Arial"/>
              <a:buChar char="—"/>
              <a:tabLst>
                <a:tab pos="302895" algn="l"/>
              </a:tabLst>
            </a:pPr>
            <a:r>
              <a:rPr sz="1350" dirty="0">
                <a:latin typeface="Century Gothic"/>
                <a:cs typeface="Century Gothic"/>
              </a:rPr>
              <a:t>Time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entry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-6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Financial</a:t>
            </a:r>
            <a:r>
              <a:rPr sz="1350" spc="-80" dirty="0">
                <a:latin typeface="Century Gothic"/>
                <a:cs typeface="Century Gothic"/>
              </a:rPr>
              <a:t> </a:t>
            </a:r>
            <a:r>
              <a:rPr sz="1350" spc="-20" dirty="0">
                <a:latin typeface="Century Gothic"/>
                <a:cs typeface="Century Gothic"/>
              </a:rPr>
              <a:t>Mgmt.</a:t>
            </a:r>
            <a:endParaRPr sz="1350">
              <a:latin typeface="Century Gothic"/>
              <a:cs typeface="Century Gothic"/>
            </a:endParaRPr>
          </a:p>
          <a:p>
            <a:pPr marL="303530">
              <a:lnSpc>
                <a:spcPct val="100000"/>
              </a:lnSpc>
              <a:spcBef>
                <a:spcPts val="30"/>
              </a:spcBef>
            </a:pPr>
            <a:r>
              <a:rPr sz="1350" dirty="0">
                <a:latin typeface="Century Gothic"/>
                <a:cs typeface="Century Gothic"/>
              </a:rPr>
              <a:t>Resource</a:t>
            </a:r>
            <a:r>
              <a:rPr sz="1350" spc="-5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cost</a:t>
            </a:r>
            <a:r>
              <a:rPr sz="1350" spc="-10" dirty="0">
                <a:latin typeface="Century Gothic"/>
                <a:cs typeface="Century Gothic"/>
              </a:rPr>
              <a:t> management</a:t>
            </a:r>
            <a:endParaRPr sz="1350">
              <a:latin typeface="Century Gothic"/>
              <a:cs typeface="Century Gothic"/>
            </a:endParaRPr>
          </a:p>
          <a:p>
            <a:pPr marL="302895" indent="-256540">
              <a:lnSpc>
                <a:spcPct val="100000"/>
              </a:lnSpc>
              <a:spcBef>
                <a:spcPts val="254"/>
              </a:spcBef>
              <a:buClr>
                <a:srgbClr val="7E7E7E"/>
              </a:buClr>
              <a:buFont typeface="Arial"/>
              <a:buChar char="—"/>
              <a:tabLst>
                <a:tab pos="302895" algn="l"/>
              </a:tabLst>
            </a:pPr>
            <a:r>
              <a:rPr sz="1350" dirty="0">
                <a:latin typeface="Century Gothic"/>
                <a:cs typeface="Century Gothic"/>
              </a:rPr>
              <a:t>Project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budget</a:t>
            </a:r>
            <a:r>
              <a:rPr sz="1350" spc="-3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management</a:t>
            </a:r>
            <a:endParaRPr sz="1350">
              <a:latin typeface="Century Gothic"/>
              <a:cs typeface="Century Gothic"/>
            </a:endParaRPr>
          </a:p>
          <a:p>
            <a:pPr marL="302895" indent="-256540">
              <a:lnSpc>
                <a:spcPct val="100000"/>
              </a:lnSpc>
              <a:spcBef>
                <a:spcPts val="334"/>
              </a:spcBef>
              <a:buClr>
                <a:srgbClr val="7E7E7E"/>
              </a:buClr>
              <a:buFont typeface="Arial"/>
              <a:buChar char="—"/>
              <a:tabLst>
                <a:tab pos="302895" algn="l"/>
              </a:tabLst>
            </a:pPr>
            <a:r>
              <a:rPr sz="1350" dirty="0">
                <a:latin typeface="Century Gothic"/>
                <a:cs typeface="Century Gothic"/>
              </a:rPr>
              <a:t>Benefits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realisation</a:t>
            </a:r>
            <a:r>
              <a:rPr sz="1350" spc="-6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tracking</a:t>
            </a:r>
            <a:endParaRPr sz="1350">
              <a:latin typeface="Century Gothic"/>
              <a:cs typeface="Century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1900" y="4676775"/>
            <a:ext cx="2524125" cy="141922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982388" y="2781363"/>
            <a:ext cx="3352800" cy="542290"/>
            <a:chOff x="10982388" y="2781363"/>
            <a:chExt cx="3352800" cy="542290"/>
          </a:xfrm>
        </p:grpSpPr>
        <p:sp>
          <p:nvSpPr>
            <p:cNvPr id="8" name="object 8"/>
            <p:cNvSpPr/>
            <p:nvPr/>
          </p:nvSpPr>
          <p:spPr>
            <a:xfrm>
              <a:off x="10987151" y="2786126"/>
              <a:ext cx="3343275" cy="532765"/>
            </a:xfrm>
            <a:custGeom>
              <a:avLst/>
              <a:gdLst/>
              <a:ahLst/>
              <a:cxnLst/>
              <a:rect l="l" t="t" r="r" b="b"/>
              <a:pathLst>
                <a:path w="3343275" h="532764">
                  <a:moveTo>
                    <a:pt x="3236468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43275" y="532510"/>
                  </a:lnTo>
                  <a:lnTo>
                    <a:pt x="3340481" y="68706"/>
                  </a:lnTo>
                  <a:lnTo>
                    <a:pt x="3291839" y="12826"/>
                  </a:lnTo>
                  <a:lnTo>
                    <a:pt x="3236468" y="0"/>
                  </a:lnTo>
                  <a:close/>
                </a:path>
              </a:pathLst>
            </a:custGeom>
            <a:solidFill>
              <a:srgbClr val="4736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87151" y="2786126"/>
              <a:ext cx="3343275" cy="532765"/>
            </a:xfrm>
            <a:custGeom>
              <a:avLst/>
              <a:gdLst/>
              <a:ahLst/>
              <a:cxnLst/>
              <a:rect l="l" t="t" r="r" b="b"/>
              <a:pathLst>
                <a:path w="3343275" h="532764">
                  <a:moveTo>
                    <a:pt x="3236468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43275" y="532510"/>
                  </a:lnTo>
                  <a:lnTo>
                    <a:pt x="3340481" y="68706"/>
                  </a:lnTo>
                  <a:lnTo>
                    <a:pt x="3291839" y="12826"/>
                  </a:lnTo>
                  <a:lnTo>
                    <a:pt x="3236468" y="0"/>
                  </a:lnTo>
                  <a:close/>
                </a:path>
              </a:pathLst>
            </a:custGeom>
            <a:ln w="9525">
              <a:solidFill>
                <a:srgbClr val="4736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888877" y="2934172"/>
            <a:ext cx="295275" cy="23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9"/>
              </a:lnSpc>
            </a:pPr>
            <a:r>
              <a:rPr sz="15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ent</a:t>
            </a:r>
            <a:endParaRPr sz="1500">
              <a:latin typeface="Century Gothic"/>
              <a:cs typeface="Century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896847" y="2857373"/>
            <a:ext cx="352425" cy="381635"/>
            <a:chOff x="13896847" y="2857373"/>
            <a:chExt cx="352425" cy="38163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63522" y="2857373"/>
              <a:ext cx="180594" cy="7594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896974" y="2938526"/>
              <a:ext cx="342265" cy="290830"/>
            </a:xfrm>
            <a:custGeom>
              <a:avLst/>
              <a:gdLst/>
              <a:ahLst/>
              <a:cxnLst/>
              <a:rect l="l" t="t" r="r" b="b"/>
              <a:pathLst>
                <a:path w="342265" h="290830">
                  <a:moveTo>
                    <a:pt x="124586" y="0"/>
                  </a:moveTo>
                  <a:lnTo>
                    <a:pt x="64388" y="45974"/>
                  </a:lnTo>
                  <a:lnTo>
                    <a:pt x="21844" y="94742"/>
                  </a:lnTo>
                  <a:lnTo>
                    <a:pt x="0" y="168528"/>
                  </a:lnTo>
                  <a:lnTo>
                    <a:pt x="1905" y="199008"/>
                  </a:lnTo>
                  <a:lnTo>
                    <a:pt x="50419" y="264287"/>
                  </a:lnTo>
                  <a:lnTo>
                    <a:pt x="115951" y="286512"/>
                  </a:lnTo>
                  <a:lnTo>
                    <a:pt x="169163" y="290449"/>
                  </a:lnTo>
                  <a:lnTo>
                    <a:pt x="197738" y="289432"/>
                  </a:lnTo>
                  <a:lnTo>
                    <a:pt x="266700" y="275463"/>
                  </a:lnTo>
                  <a:lnTo>
                    <a:pt x="330073" y="221615"/>
                  </a:lnTo>
                  <a:lnTo>
                    <a:pt x="342265" y="175387"/>
                  </a:lnTo>
                  <a:lnTo>
                    <a:pt x="341884" y="146684"/>
                  </a:lnTo>
                  <a:lnTo>
                    <a:pt x="300355" y="71374"/>
                  </a:lnTo>
                  <a:lnTo>
                    <a:pt x="159892" y="46863"/>
                  </a:lnTo>
                  <a:lnTo>
                    <a:pt x="139319" y="40513"/>
                  </a:lnTo>
                  <a:lnTo>
                    <a:pt x="128651" y="22098"/>
                  </a:lnTo>
                  <a:lnTo>
                    <a:pt x="1245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61236" y="2914650"/>
              <a:ext cx="211836" cy="7073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901800" y="2919476"/>
              <a:ext cx="342265" cy="314325"/>
            </a:xfrm>
            <a:custGeom>
              <a:avLst/>
              <a:gdLst/>
              <a:ahLst/>
              <a:cxnLst/>
              <a:rect l="l" t="t" r="r" b="b"/>
              <a:pathLst>
                <a:path w="342265" h="314325">
                  <a:moveTo>
                    <a:pt x="124586" y="23749"/>
                  </a:moveTo>
                  <a:lnTo>
                    <a:pt x="128650" y="45974"/>
                  </a:lnTo>
                  <a:lnTo>
                    <a:pt x="139191" y="64389"/>
                  </a:lnTo>
                  <a:lnTo>
                    <a:pt x="159765" y="70739"/>
                  </a:lnTo>
                  <a:lnTo>
                    <a:pt x="170560" y="68960"/>
                  </a:lnTo>
                  <a:lnTo>
                    <a:pt x="177037" y="62738"/>
                  </a:lnTo>
                  <a:lnTo>
                    <a:pt x="176529" y="51943"/>
                  </a:lnTo>
                  <a:lnTo>
                    <a:pt x="176021" y="38862"/>
                  </a:lnTo>
                  <a:lnTo>
                    <a:pt x="163575" y="34925"/>
                  </a:lnTo>
                  <a:lnTo>
                    <a:pt x="156717" y="31496"/>
                  </a:lnTo>
                  <a:lnTo>
                    <a:pt x="151764" y="28575"/>
                  </a:lnTo>
                  <a:lnTo>
                    <a:pt x="138429" y="19812"/>
                  </a:lnTo>
                  <a:lnTo>
                    <a:pt x="128015" y="19812"/>
                  </a:lnTo>
                  <a:lnTo>
                    <a:pt x="115315" y="24383"/>
                  </a:lnTo>
                  <a:lnTo>
                    <a:pt x="97535" y="32893"/>
                  </a:lnTo>
                  <a:lnTo>
                    <a:pt x="79501" y="38607"/>
                  </a:lnTo>
                  <a:lnTo>
                    <a:pt x="65912" y="35051"/>
                  </a:lnTo>
                  <a:lnTo>
                    <a:pt x="67944" y="10795"/>
                  </a:lnTo>
                  <a:lnTo>
                    <a:pt x="82168" y="0"/>
                  </a:lnTo>
                  <a:lnTo>
                    <a:pt x="107568" y="5842"/>
                  </a:lnTo>
                  <a:lnTo>
                    <a:pt x="124078" y="14731"/>
                  </a:lnTo>
                  <a:lnTo>
                    <a:pt x="145414" y="21590"/>
                  </a:lnTo>
                  <a:lnTo>
                    <a:pt x="166877" y="25780"/>
                  </a:lnTo>
                  <a:lnTo>
                    <a:pt x="193293" y="25907"/>
                  </a:lnTo>
                  <a:lnTo>
                    <a:pt x="211708" y="25146"/>
                  </a:lnTo>
                  <a:lnTo>
                    <a:pt x="232917" y="34290"/>
                  </a:lnTo>
                  <a:lnTo>
                    <a:pt x="284606" y="78740"/>
                  </a:lnTo>
                  <a:lnTo>
                    <a:pt x="326389" y="130937"/>
                  </a:lnTo>
                  <a:lnTo>
                    <a:pt x="342137" y="199263"/>
                  </a:lnTo>
                  <a:lnTo>
                    <a:pt x="338073" y="224154"/>
                  </a:lnTo>
                  <a:lnTo>
                    <a:pt x="286384" y="290068"/>
                  </a:lnTo>
                  <a:lnTo>
                    <a:pt x="221868" y="310642"/>
                  </a:lnTo>
                  <a:lnTo>
                    <a:pt x="169163" y="314198"/>
                  </a:lnTo>
                  <a:lnTo>
                    <a:pt x="141731" y="313308"/>
                  </a:lnTo>
                  <a:lnTo>
                    <a:pt x="69976" y="297815"/>
                  </a:lnTo>
                  <a:lnTo>
                    <a:pt x="8889" y="243331"/>
                  </a:lnTo>
                  <a:lnTo>
                    <a:pt x="0" y="192277"/>
                  </a:lnTo>
                  <a:lnTo>
                    <a:pt x="1269" y="169291"/>
                  </a:lnTo>
                  <a:lnTo>
                    <a:pt x="34416" y="101092"/>
                  </a:lnTo>
                  <a:lnTo>
                    <a:pt x="81025" y="55499"/>
                  </a:lnTo>
                  <a:lnTo>
                    <a:pt x="116204" y="29464"/>
                  </a:lnTo>
                  <a:lnTo>
                    <a:pt x="124586" y="23749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54124" y="2914523"/>
              <a:ext cx="113411" cy="6578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935074" y="3019412"/>
              <a:ext cx="256540" cy="132715"/>
            </a:xfrm>
            <a:custGeom>
              <a:avLst/>
              <a:gdLst/>
              <a:ahLst/>
              <a:cxnLst/>
              <a:rect l="l" t="t" r="r" b="b"/>
              <a:pathLst>
                <a:path w="256540" h="132714">
                  <a:moveTo>
                    <a:pt x="256324" y="0"/>
                  </a:moveTo>
                  <a:lnTo>
                    <a:pt x="0" y="0"/>
                  </a:lnTo>
                  <a:lnTo>
                    <a:pt x="0" y="132473"/>
                  </a:lnTo>
                  <a:lnTo>
                    <a:pt x="256324" y="132473"/>
                  </a:lnTo>
                  <a:lnTo>
                    <a:pt x="256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977365" y="3018155"/>
            <a:ext cx="213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01F5F"/>
                </a:solidFill>
                <a:latin typeface="Century Gothic"/>
                <a:cs typeface="Century Gothic"/>
              </a:rPr>
              <a:t>£££</a:t>
            </a:r>
            <a:endParaRPr sz="900">
              <a:latin typeface="Century Gothic"/>
              <a:cs typeface="Century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71950" y="4410075"/>
            <a:ext cx="2943225" cy="1638300"/>
            <a:chOff x="4171950" y="4410075"/>
            <a:chExt cx="2943225" cy="163830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1950" y="4410075"/>
              <a:ext cx="2466975" cy="13335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4825" y="4562475"/>
              <a:ext cx="2505075" cy="12858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29125" y="4791075"/>
              <a:ext cx="2686050" cy="12573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976751" y="3300476"/>
            <a:ext cx="3343275" cy="2961640"/>
          </a:xfrm>
          <a:prstGeom prst="rect">
            <a:avLst/>
          </a:prstGeom>
          <a:ln w="9525">
            <a:solidFill>
              <a:srgbClr val="009A44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41910">
              <a:lnSpc>
                <a:spcPts val="1600"/>
              </a:lnSpc>
              <a:spcBef>
                <a:spcPts val="320"/>
              </a:spcBef>
            </a:pP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Comparison</a:t>
            </a:r>
            <a:r>
              <a:rPr sz="135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Points</a:t>
            </a:r>
            <a:endParaRPr sz="1350">
              <a:latin typeface="Century Gothic"/>
              <a:cs typeface="Century Gothic"/>
            </a:endParaRPr>
          </a:p>
          <a:p>
            <a:pPr marL="41910">
              <a:lnSpc>
                <a:spcPts val="1600"/>
              </a:lnSpc>
            </a:pPr>
            <a:r>
              <a:rPr sz="1350" dirty="0">
                <a:solidFill>
                  <a:srgbClr val="7E7E7E"/>
                </a:solidFill>
                <a:latin typeface="Arial"/>
                <a:cs typeface="Arial"/>
              </a:rPr>
              <a:t>—</a:t>
            </a:r>
            <a:r>
              <a:rPr sz="1350" spc="2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350" dirty="0">
                <a:latin typeface="Century Gothic"/>
                <a:cs typeface="Century Gothic"/>
              </a:rPr>
              <a:t>Provides</a:t>
            </a:r>
            <a:r>
              <a:rPr sz="1350" spc="-2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industry</a:t>
            </a:r>
            <a:r>
              <a:rPr sz="1350" spc="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benchmarks</a:t>
            </a:r>
            <a:endParaRPr sz="1350">
              <a:latin typeface="Century Gothic"/>
              <a:cs typeface="Century Gothic"/>
            </a:endParaRPr>
          </a:p>
          <a:p>
            <a:pPr marL="299720" marR="106680">
              <a:lnSpc>
                <a:spcPts val="1580"/>
              </a:lnSpc>
              <a:spcBef>
                <a:spcPts val="120"/>
              </a:spcBef>
            </a:pPr>
            <a:r>
              <a:rPr sz="1350" dirty="0">
                <a:latin typeface="Century Gothic"/>
                <a:cs typeface="Century Gothic"/>
              </a:rPr>
              <a:t>across</a:t>
            </a:r>
            <a:r>
              <a:rPr sz="1350" spc="-3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IT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spend</a:t>
            </a:r>
            <a:r>
              <a:rPr sz="1350" spc="-5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by</a:t>
            </a:r>
            <a:r>
              <a:rPr sz="1350" spc="-7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category</a:t>
            </a:r>
            <a:r>
              <a:rPr sz="1350" spc="-1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as</a:t>
            </a:r>
            <a:r>
              <a:rPr sz="1350" spc="-30" dirty="0">
                <a:latin typeface="Century Gothic"/>
                <a:cs typeface="Century Gothic"/>
              </a:rPr>
              <a:t> </a:t>
            </a:r>
            <a:r>
              <a:rPr sz="1350" spc="-20" dirty="0">
                <a:latin typeface="Century Gothic"/>
                <a:cs typeface="Century Gothic"/>
              </a:rPr>
              <a:t>well </a:t>
            </a:r>
            <a:r>
              <a:rPr sz="1350" dirty="0">
                <a:latin typeface="Century Gothic"/>
                <a:cs typeface="Century Gothic"/>
              </a:rPr>
              <a:t>as</a:t>
            </a:r>
            <a:r>
              <a:rPr sz="1350" spc="-2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peer</a:t>
            </a:r>
            <a:r>
              <a:rPr sz="1350" spc="-5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group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macro </a:t>
            </a:r>
            <a:r>
              <a:rPr sz="1350" spc="-10" dirty="0">
                <a:latin typeface="Century Gothic"/>
                <a:cs typeface="Century Gothic"/>
              </a:rPr>
              <a:t>trends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71988" y="2752788"/>
            <a:ext cx="3352800" cy="542290"/>
            <a:chOff x="3971988" y="2752788"/>
            <a:chExt cx="3352800" cy="542290"/>
          </a:xfrm>
        </p:grpSpPr>
        <p:sp>
          <p:nvSpPr>
            <p:cNvPr id="25" name="object 25"/>
            <p:cNvSpPr/>
            <p:nvPr/>
          </p:nvSpPr>
          <p:spPr>
            <a:xfrm>
              <a:off x="3976751" y="2757551"/>
              <a:ext cx="3343275" cy="532765"/>
            </a:xfrm>
            <a:custGeom>
              <a:avLst/>
              <a:gdLst/>
              <a:ahLst/>
              <a:cxnLst/>
              <a:rect l="l" t="t" r="r" b="b"/>
              <a:pathLst>
                <a:path w="3343275" h="532764">
                  <a:moveTo>
                    <a:pt x="3236468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43148" y="532510"/>
                  </a:lnTo>
                  <a:lnTo>
                    <a:pt x="3340480" y="68706"/>
                  </a:lnTo>
                  <a:lnTo>
                    <a:pt x="3291840" y="12826"/>
                  </a:lnTo>
                  <a:lnTo>
                    <a:pt x="3236468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76751" y="2757551"/>
              <a:ext cx="3343275" cy="532765"/>
            </a:xfrm>
            <a:custGeom>
              <a:avLst/>
              <a:gdLst/>
              <a:ahLst/>
              <a:cxnLst/>
              <a:rect l="l" t="t" r="r" b="b"/>
              <a:pathLst>
                <a:path w="3343275" h="532764">
                  <a:moveTo>
                    <a:pt x="3236468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43148" y="532510"/>
                  </a:lnTo>
                  <a:lnTo>
                    <a:pt x="3340480" y="68706"/>
                  </a:lnTo>
                  <a:lnTo>
                    <a:pt x="3291840" y="12826"/>
                  </a:lnTo>
                  <a:lnTo>
                    <a:pt x="3236468" y="0"/>
                  </a:lnTo>
                  <a:close/>
                </a:path>
              </a:pathLst>
            </a:custGeom>
            <a:ln w="9525">
              <a:solidFill>
                <a:srgbClr val="009A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06469" y="2785109"/>
            <a:ext cx="25419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Benchmark</a:t>
            </a:r>
            <a:r>
              <a:rPr sz="1500" b="1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r>
              <a:rPr sz="15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&amp;</a:t>
            </a:r>
            <a:r>
              <a:rPr sz="1500" b="1" spc="-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Industry</a:t>
            </a:r>
            <a:endParaRPr sz="15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Best</a:t>
            </a:r>
            <a:r>
              <a:rPr sz="15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Practices</a:t>
            </a:r>
            <a:endParaRPr sz="1500">
              <a:latin typeface="Century Gothic"/>
              <a:cs typeface="Century Gothic"/>
            </a:endParaRPr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15150" y="2847975"/>
            <a:ext cx="304800" cy="37147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501001" y="3309873"/>
            <a:ext cx="3333750" cy="2952750"/>
          </a:xfrm>
          <a:prstGeom prst="rect">
            <a:avLst/>
          </a:prstGeom>
          <a:ln w="9525">
            <a:solidFill>
              <a:srgbClr val="409DAC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5560">
              <a:lnSpc>
                <a:spcPts val="1600"/>
              </a:lnSpc>
              <a:spcBef>
                <a:spcPts val="285"/>
              </a:spcBef>
            </a:pP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350" b="1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Takeout</a:t>
            </a:r>
            <a:r>
              <a:rPr sz="1350" b="1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Analysis</a:t>
            </a:r>
            <a:r>
              <a:rPr sz="135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Guide</a:t>
            </a:r>
            <a:endParaRPr sz="1350">
              <a:latin typeface="Century Gothic"/>
              <a:cs typeface="Century Gothic"/>
            </a:endParaRPr>
          </a:p>
          <a:p>
            <a:pPr marL="35560">
              <a:lnSpc>
                <a:spcPts val="1600"/>
              </a:lnSpc>
            </a:pPr>
            <a:r>
              <a:rPr sz="1350" dirty="0">
                <a:solidFill>
                  <a:srgbClr val="7E7E7E"/>
                </a:solidFill>
                <a:latin typeface="Arial"/>
                <a:cs typeface="Arial"/>
              </a:rPr>
              <a:t>—</a:t>
            </a:r>
            <a:r>
              <a:rPr sz="1350" spc="254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350" dirty="0">
                <a:latin typeface="Century Gothic"/>
                <a:cs typeface="Century Gothic"/>
              </a:rPr>
              <a:t>Provides</a:t>
            </a:r>
            <a:r>
              <a:rPr sz="1350" spc="-2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insight</a:t>
            </a:r>
            <a:r>
              <a:rPr sz="1350" spc="-3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to</a:t>
            </a:r>
            <a:r>
              <a:rPr sz="1350" spc="-1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potential </a:t>
            </a:r>
            <a:r>
              <a:rPr sz="1350" spc="-10" dirty="0">
                <a:latin typeface="Century Gothic"/>
                <a:cs typeface="Century Gothic"/>
              </a:rPr>
              <a:t>levers</a:t>
            </a:r>
            <a:endParaRPr sz="1350">
              <a:latin typeface="Century Gothic"/>
              <a:cs typeface="Century Gothic"/>
            </a:endParaRPr>
          </a:p>
          <a:p>
            <a:pPr marL="292735" marR="167640">
              <a:lnSpc>
                <a:spcPts val="1580"/>
              </a:lnSpc>
              <a:spcBef>
                <a:spcPts val="120"/>
              </a:spcBef>
            </a:pPr>
            <a:r>
              <a:rPr sz="1350" dirty="0">
                <a:latin typeface="Century Gothic"/>
                <a:cs typeface="Century Gothic"/>
              </a:rPr>
              <a:t>to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execute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based</a:t>
            </a:r>
            <a:r>
              <a:rPr sz="1350" spc="-5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on</a:t>
            </a:r>
            <a:r>
              <a:rPr sz="1350" spc="-3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client </a:t>
            </a:r>
            <a:r>
              <a:rPr sz="1350" dirty="0">
                <a:latin typeface="Century Gothic"/>
                <a:cs typeface="Century Gothic"/>
              </a:rPr>
              <a:t>financials</a:t>
            </a:r>
            <a:r>
              <a:rPr sz="1350" spc="-7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benchmark</a:t>
            </a:r>
            <a:r>
              <a:rPr sz="1350" spc="-6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analysis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496238" y="2762313"/>
            <a:ext cx="3343275" cy="542290"/>
            <a:chOff x="7496238" y="2762313"/>
            <a:chExt cx="3343275" cy="542290"/>
          </a:xfrm>
        </p:grpSpPr>
        <p:sp>
          <p:nvSpPr>
            <p:cNvPr id="31" name="object 31"/>
            <p:cNvSpPr/>
            <p:nvPr/>
          </p:nvSpPr>
          <p:spPr>
            <a:xfrm>
              <a:off x="7501001" y="2767076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4">
                  <a:moveTo>
                    <a:pt x="3227197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33750" y="532510"/>
                  </a:lnTo>
                  <a:lnTo>
                    <a:pt x="3330955" y="68706"/>
                  </a:lnTo>
                  <a:lnTo>
                    <a:pt x="3282442" y="12826"/>
                  </a:lnTo>
                  <a:lnTo>
                    <a:pt x="322719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01001" y="2767076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4">
                  <a:moveTo>
                    <a:pt x="3227197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33750" y="532510"/>
                  </a:lnTo>
                  <a:lnTo>
                    <a:pt x="3330955" y="68706"/>
                  </a:lnTo>
                  <a:lnTo>
                    <a:pt x="3282442" y="12826"/>
                  </a:lnTo>
                  <a:lnTo>
                    <a:pt x="3227197" y="0"/>
                  </a:lnTo>
                  <a:close/>
                </a:path>
              </a:pathLst>
            </a:custGeom>
            <a:ln w="9525">
              <a:solidFill>
                <a:srgbClr val="409D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524115" y="2904172"/>
            <a:ext cx="12706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r>
              <a:rPr sz="15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Analysis</a:t>
            </a:r>
            <a:endParaRPr sz="1500">
              <a:latin typeface="Century Gothic"/>
              <a:cs typeface="Century Gothic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975600" y="4537075"/>
            <a:ext cx="2327275" cy="1317625"/>
            <a:chOff x="7975600" y="4537075"/>
            <a:chExt cx="2327275" cy="1317625"/>
          </a:xfrm>
        </p:grpSpPr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81950" y="4543425"/>
              <a:ext cx="2314575" cy="130492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978775" y="4540250"/>
              <a:ext cx="2320925" cy="1311275"/>
            </a:xfrm>
            <a:custGeom>
              <a:avLst/>
              <a:gdLst/>
              <a:ahLst/>
              <a:cxnLst/>
              <a:rect l="l" t="t" r="r" b="b"/>
              <a:pathLst>
                <a:path w="2320925" h="1311275">
                  <a:moveTo>
                    <a:pt x="0" y="1311275"/>
                  </a:moveTo>
                  <a:lnTo>
                    <a:pt x="2320925" y="1311275"/>
                  </a:lnTo>
                  <a:lnTo>
                    <a:pt x="2320925" y="0"/>
                  </a:lnTo>
                  <a:lnTo>
                    <a:pt x="0" y="0"/>
                  </a:lnTo>
                  <a:lnTo>
                    <a:pt x="0" y="1311275"/>
                  </a:lnTo>
                  <a:close/>
                </a:path>
              </a:pathLst>
            </a:custGeom>
            <a:ln w="6350">
              <a:solidFill>
                <a:srgbClr val="A9A8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481951" y="6996138"/>
            <a:ext cx="3333750" cy="2961640"/>
          </a:xfrm>
          <a:prstGeom prst="rect">
            <a:avLst/>
          </a:prstGeom>
          <a:ln w="9525">
            <a:solidFill>
              <a:srgbClr val="0091DA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1595"/>
              </a:lnSpc>
              <a:spcBef>
                <a:spcPts val="355"/>
              </a:spcBef>
            </a:pP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Guidance</a:t>
            </a:r>
            <a:r>
              <a:rPr sz="135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for</a:t>
            </a:r>
            <a:r>
              <a:rPr sz="135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135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road</a:t>
            </a:r>
            <a:r>
              <a:rPr sz="135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ahead</a:t>
            </a:r>
            <a:endParaRPr sz="1350">
              <a:latin typeface="Century Gothic"/>
              <a:cs typeface="Century Gothic"/>
            </a:endParaRPr>
          </a:p>
          <a:p>
            <a:pPr marL="43815">
              <a:lnSpc>
                <a:spcPts val="1595"/>
              </a:lnSpc>
            </a:pPr>
            <a:r>
              <a:rPr sz="1350" dirty="0">
                <a:solidFill>
                  <a:srgbClr val="7E7E7E"/>
                </a:solidFill>
                <a:latin typeface="Arial"/>
                <a:cs typeface="Arial"/>
              </a:rPr>
              <a:t>—</a:t>
            </a:r>
            <a:r>
              <a:rPr sz="1350" spc="2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350" dirty="0">
                <a:latin typeface="Century Gothic"/>
                <a:cs typeface="Century Gothic"/>
              </a:rPr>
              <a:t>Based</a:t>
            </a:r>
            <a:r>
              <a:rPr sz="1350" spc="4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on</a:t>
            </a:r>
            <a:r>
              <a:rPr sz="1350" spc="-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leading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practice</a:t>
            </a:r>
            <a:r>
              <a:rPr sz="1350" spc="-6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-35" dirty="0">
                <a:latin typeface="Century Gothic"/>
                <a:cs typeface="Century Gothic"/>
              </a:rPr>
              <a:t> </a:t>
            </a:r>
            <a:r>
              <a:rPr sz="1350" spc="-25" dirty="0">
                <a:latin typeface="Century Gothic"/>
                <a:cs typeface="Century Gothic"/>
              </a:rPr>
              <a:t>the</a:t>
            </a:r>
            <a:endParaRPr sz="1350">
              <a:latin typeface="Century Gothic"/>
              <a:cs typeface="Century Gothic"/>
            </a:endParaRPr>
          </a:p>
          <a:p>
            <a:pPr marL="300990" marR="290830">
              <a:lnSpc>
                <a:spcPct val="100400"/>
              </a:lnSpc>
              <a:spcBef>
                <a:spcPts val="25"/>
              </a:spcBef>
            </a:pPr>
            <a:r>
              <a:rPr sz="1350" dirty="0">
                <a:latin typeface="Century Gothic"/>
                <a:cs typeface="Century Gothic"/>
              </a:rPr>
              <a:t>future</a:t>
            </a:r>
            <a:r>
              <a:rPr sz="1350" spc="-1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of</a:t>
            </a:r>
            <a:r>
              <a:rPr sz="1350" spc="-7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IT</a:t>
            </a:r>
            <a:r>
              <a:rPr sz="1350" spc="-1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framework.</a:t>
            </a:r>
            <a:r>
              <a:rPr sz="1350" spc="-3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Roadmap </a:t>
            </a:r>
            <a:r>
              <a:rPr sz="1350" dirty="0">
                <a:latin typeface="Century Gothic"/>
                <a:cs typeface="Century Gothic"/>
              </a:rPr>
              <a:t>template</a:t>
            </a:r>
            <a:r>
              <a:rPr sz="1350" spc="-5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provide</a:t>
            </a:r>
            <a:r>
              <a:rPr sz="1350" spc="-5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guidance </a:t>
            </a:r>
            <a:r>
              <a:rPr sz="1350" dirty="0">
                <a:latin typeface="Century Gothic"/>
                <a:cs typeface="Century Gothic"/>
              </a:rPr>
              <a:t>towards</a:t>
            </a:r>
            <a:r>
              <a:rPr sz="1350" spc="-5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achieving</a:t>
            </a:r>
            <a:r>
              <a:rPr sz="1350" spc="-5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target</a:t>
            </a:r>
            <a:r>
              <a:rPr sz="1350" spc="-55" dirty="0">
                <a:latin typeface="Century Gothic"/>
                <a:cs typeface="Century Gothic"/>
              </a:rPr>
              <a:t> </a:t>
            </a:r>
            <a:r>
              <a:rPr sz="1350" spc="-20" dirty="0">
                <a:latin typeface="Century Gothic"/>
                <a:cs typeface="Century Gothic"/>
              </a:rPr>
              <a:t>state </a:t>
            </a:r>
            <a:r>
              <a:rPr sz="1350" dirty="0">
                <a:latin typeface="Century Gothic"/>
                <a:cs typeface="Century Gothic"/>
              </a:rPr>
              <a:t>program</a:t>
            </a:r>
            <a:r>
              <a:rPr sz="1350" spc="-6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maturity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648575" y="8248650"/>
            <a:ext cx="3000375" cy="1400175"/>
            <a:chOff x="7648575" y="8248650"/>
            <a:chExt cx="3000375" cy="1400175"/>
          </a:xfrm>
        </p:grpSpPr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48575" y="8248650"/>
              <a:ext cx="1866900" cy="990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48625" y="8486775"/>
              <a:ext cx="1952625" cy="8953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62975" y="8772525"/>
              <a:ext cx="2085975" cy="876300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7477188" y="6448488"/>
            <a:ext cx="3343275" cy="551815"/>
            <a:chOff x="7477188" y="6448488"/>
            <a:chExt cx="3343275" cy="551815"/>
          </a:xfrm>
        </p:grpSpPr>
        <p:sp>
          <p:nvSpPr>
            <p:cNvPr id="43" name="object 43"/>
            <p:cNvSpPr/>
            <p:nvPr/>
          </p:nvSpPr>
          <p:spPr>
            <a:xfrm>
              <a:off x="7481951" y="6453251"/>
              <a:ext cx="3333750" cy="542290"/>
            </a:xfrm>
            <a:custGeom>
              <a:avLst/>
              <a:gdLst/>
              <a:ahLst/>
              <a:cxnLst/>
              <a:rect l="l" t="t" r="r" b="b"/>
              <a:pathLst>
                <a:path w="3333750" h="542290">
                  <a:moveTo>
                    <a:pt x="3226943" y="0"/>
                  </a:moveTo>
                  <a:lnTo>
                    <a:pt x="0" y="0"/>
                  </a:lnTo>
                  <a:lnTo>
                    <a:pt x="0" y="542036"/>
                  </a:lnTo>
                  <a:lnTo>
                    <a:pt x="3333369" y="542036"/>
                  </a:lnTo>
                  <a:lnTo>
                    <a:pt x="3330702" y="69976"/>
                  </a:lnTo>
                  <a:lnTo>
                    <a:pt x="3282188" y="13081"/>
                  </a:lnTo>
                  <a:lnTo>
                    <a:pt x="3226943" y="0"/>
                  </a:lnTo>
                  <a:close/>
                </a:path>
              </a:pathLst>
            </a:custGeom>
            <a:solidFill>
              <a:srgbClr val="009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81951" y="6453251"/>
              <a:ext cx="3333750" cy="542290"/>
            </a:xfrm>
            <a:custGeom>
              <a:avLst/>
              <a:gdLst/>
              <a:ahLst/>
              <a:cxnLst/>
              <a:rect l="l" t="t" r="r" b="b"/>
              <a:pathLst>
                <a:path w="3333750" h="542290">
                  <a:moveTo>
                    <a:pt x="3226943" y="0"/>
                  </a:moveTo>
                  <a:lnTo>
                    <a:pt x="0" y="0"/>
                  </a:lnTo>
                  <a:lnTo>
                    <a:pt x="0" y="542036"/>
                  </a:lnTo>
                  <a:lnTo>
                    <a:pt x="3333369" y="542036"/>
                  </a:lnTo>
                  <a:lnTo>
                    <a:pt x="3330702" y="69976"/>
                  </a:lnTo>
                  <a:lnTo>
                    <a:pt x="3282188" y="13081"/>
                  </a:lnTo>
                  <a:lnTo>
                    <a:pt x="3226943" y="0"/>
                  </a:lnTo>
                  <a:close/>
                </a:path>
              </a:pathLst>
            </a:custGeom>
            <a:ln w="9525">
              <a:solidFill>
                <a:srgbClr val="0091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513066" y="6599555"/>
            <a:ext cx="325945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Detailed</a:t>
            </a:r>
            <a:r>
              <a:rPr sz="1500" b="1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HAM</a:t>
            </a:r>
            <a:r>
              <a:rPr sz="15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Roadmap</a:t>
            </a:r>
            <a:r>
              <a:rPr sz="15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Templates</a:t>
            </a:r>
            <a:endParaRPr sz="1500">
              <a:latin typeface="Century Gothic"/>
              <a:cs typeface="Century Gothic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410825" y="6534150"/>
            <a:ext cx="304800" cy="381000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433387" y="7005663"/>
            <a:ext cx="3333750" cy="2961640"/>
          </a:xfrm>
          <a:prstGeom prst="rect">
            <a:avLst/>
          </a:prstGeom>
          <a:ln w="9525">
            <a:solidFill>
              <a:srgbClr val="80808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40005">
              <a:lnSpc>
                <a:spcPts val="1600"/>
              </a:lnSpc>
              <a:spcBef>
                <a:spcPts val="370"/>
              </a:spcBef>
            </a:pPr>
            <a:r>
              <a:rPr sz="135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Toolkit</a:t>
            </a:r>
            <a:endParaRPr sz="1350">
              <a:latin typeface="Century Gothic"/>
              <a:cs typeface="Century Gothic"/>
            </a:endParaRPr>
          </a:p>
          <a:p>
            <a:pPr marL="40005">
              <a:lnSpc>
                <a:spcPts val="1600"/>
              </a:lnSpc>
            </a:pPr>
            <a:r>
              <a:rPr sz="1350" dirty="0">
                <a:solidFill>
                  <a:srgbClr val="7E7E7E"/>
                </a:solidFill>
                <a:latin typeface="Arial"/>
                <a:cs typeface="Arial"/>
              </a:rPr>
              <a:t>—</a:t>
            </a:r>
            <a:r>
              <a:rPr sz="1350" spc="3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350" dirty="0">
                <a:latin typeface="Century Gothic"/>
                <a:cs typeface="Century Gothic"/>
              </a:rPr>
              <a:t>The</a:t>
            </a:r>
            <a:r>
              <a:rPr sz="1350" spc="-3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platform</a:t>
            </a:r>
            <a:r>
              <a:rPr sz="1350" spc="-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modernisation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toolkit</a:t>
            </a:r>
            <a:endParaRPr sz="1350">
              <a:latin typeface="Century Gothic"/>
              <a:cs typeface="Century Gothic"/>
            </a:endParaRPr>
          </a:p>
          <a:p>
            <a:pPr marL="297815" marR="150495">
              <a:lnSpc>
                <a:spcPct val="100400"/>
              </a:lnSpc>
              <a:spcBef>
                <a:spcPts val="20"/>
              </a:spcBef>
            </a:pPr>
            <a:r>
              <a:rPr sz="1350" dirty="0">
                <a:latin typeface="Century Gothic"/>
                <a:cs typeface="Century Gothic"/>
              </a:rPr>
              <a:t>contains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set</a:t>
            </a:r>
            <a:r>
              <a:rPr sz="1350" spc="-2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of</a:t>
            </a:r>
            <a:r>
              <a:rPr sz="1350" spc="-6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tools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that</a:t>
            </a:r>
            <a:r>
              <a:rPr sz="1350" spc="4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can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spc="-25" dirty="0">
                <a:latin typeface="Century Gothic"/>
                <a:cs typeface="Century Gothic"/>
              </a:rPr>
              <a:t>be </a:t>
            </a:r>
            <a:r>
              <a:rPr sz="1350" dirty="0">
                <a:latin typeface="Century Gothic"/>
                <a:cs typeface="Century Gothic"/>
              </a:rPr>
              <a:t>used</a:t>
            </a:r>
            <a:r>
              <a:rPr sz="1350" spc="-6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to</a:t>
            </a:r>
            <a:r>
              <a:rPr sz="1350" spc="-2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modernize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migrate </a:t>
            </a:r>
            <a:r>
              <a:rPr sz="1350" dirty="0">
                <a:latin typeface="Century Gothic"/>
                <a:cs typeface="Century Gothic"/>
              </a:rPr>
              <a:t>legacy</a:t>
            </a:r>
            <a:r>
              <a:rPr sz="1350" spc="-5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systems, </a:t>
            </a:r>
            <a:r>
              <a:rPr sz="1350" spc="-10" dirty="0">
                <a:latin typeface="Century Gothic"/>
                <a:cs typeface="Century Gothic"/>
              </a:rPr>
              <a:t>architectures,</a:t>
            </a:r>
            <a:r>
              <a:rPr sz="1350" dirty="0">
                <a:latin typeface="Century Gothic"/>
                <a:cs typeface="Century Gothic"/>
              </a:rPr>
              <a:t> </a:t>
            </a:r>
            <a:r>
              <a:rPr sz="1350" spc="-25" dirty="0">
                <a:latin typeface="Century Gothic"/>
                <a:cs typeface="Century Gothic"/>
              </a:rPr>
              <a:t>and </a:t>
            </a:r>
            <a:r>
              <a:rPr sz="1350" spc="-10" dirty="0">
                <a:latin typeface="Century Gothic"/>
                <a:cs typeface="Century Gothic"/>
              </a:rPr>
              <a:t>processes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28625" y="6467538"/>
            <a:ext cx="3343275" cy="542290"/>
            <a:chOff x="428625" y="6467538"/>
            <a:chExt cx="3343275" cy="542290"/>
          </a:xfrm>
        </p:grpSpPr>
        <p:sp>
          <p:nvSpPr>
            <p:cNvPr id="49" name="object 49"/>
            <p:cNvSpPr/>
            <p:nvPr/>
          </p:nvSpPr>
          <p:spPr>
            <a:xfrm>
              <a:off x="433387" y="6472301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5">
                  <a:moveTo>
                    <a:pt x="3227006" y="0"/>
                  </a:moveTo>
                  <a:lnTo>
                    <a:pt x="0" y="0"/>
                  </a:lnTo>
                  <a:lnTo>
                    <a:pt x="0" y="532511"/>
                  </a:lnTo>
                  <a:lnTo>
                    <a:pt x="3333432" y="532511"/>
                  </a:lnTo>
                  <a:lnTo>
                    <a:pt x="3330765" y="68707"/>
                  </a:lnTo>
                  <a:lnTo>
                    <a:pt x="3282251" y="12826"/>
                  </a:lnTo>
                  <a:lnTo>
                    <a:pt x="3227006" y="0"/>
                  </a:lnTo>
                  <a:close/>
                </a:path>
              </a:pathLst>
            </a:custGeom>
            <a:solidFill>
              <a:srgbClr val="00A2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3387" y="6472301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5">
                  <a:moveTo>
                    <a:pt x="3227006" y="0"/>
                  </a:moveTo>
                  <a:lnTo>
                    <a:pt x="0" y="0"/>
                  </a:lnTo>
                  <a:lnTo>
                    <a:pt x="0" y="532511"/>
                  </a:lnTo>
                  <a:lnTo>
                    <a:pt x="3333432" y="532511"/>
                  </a:lnTo>
                  <a:lnTo>
                    <a:pt x="3330765" y="68707"/>
                  </a:lnTo>
                  <a:lnTo>
                    <a:pt x="3282251" y="12826"/>
                  </a:lnTo>
                  <a:lnTo>
                    <a:pt x="3227006" y="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61009" y="6610984"/>
            <a:ext cx="27774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Platform</a:t>
            </a:r>
            <a:r>
              <a:rPr sz="15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Modernisation</a:t>
            </a:r>
            <a:r>
              <a:rPr sz="1500" b="1" spc="-9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Toolkit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276600" y="6524625"/>
            <a:ext cx="386715" cy="419100"/>
          </a:xfrm>
          <a:custGeom>
            <a:avLst/>
            <a:gdLst/>
            <a:ahLst/>
            <a:cxnLst/>
            <a:rect l="l" t="t" r="r" b="b"/>
            <a:pathLst>
              <a:path w="386714" h="419100">
                <a:moveTo>
                  <a:pt x="386511" y="36195"/>
                </a:moveTo>
                <a:lnTo>
                  <a:pt x="385000" y="25768"/>
                </a:lnTo>
                <a:lnTo>
                  <a:pt x="384937" y="25273"/>
                </a:lnTo>
                <a:lnTo>
                  <a:pt x="383032" y="17526"/>
                </a:lnTo>
                <a:lnTo>
                  <a:pt x="373761" y="9779"/>
                </a:lnTo>
                <a:lnTo>
                  <a:pt x="366268" y="9779"/>
                </a:lnTo>
                <a:lnTo>
                  <a:pt x="357428" y="11176"/>
                </a:lnTo>
                <a:lnTo>
                  <a:pt x="348767" y="15113"/>
                </a:lnTo>
                <a:lnTo>
                  <a:pt x="341871" y="21247"/>
                </a:lnTo>
                <a:lnTo>
                  <a:pt x="338328" y="29210"/>
                </a:lnTo>
                <a:lnTo>
                  <a:pt x="338328" y="35052"/>
                </a:lnTo>
                <a:lnTo>
                  <a:pt x="340106" y="40894"/>
                </a:lnTo>
                <a:lnTo>
                  <a:pt x="340106" y="44831"/>
                </a:lnTo>
                <a:lnTo>
                  <a:pt x="338328" y="46736"/>
                </a:lnTo>
                <a:lnTo>
                  <a:pt x="330835" y="54483"/>
                </a:lnTo>
                <a:lnTo>
                  <a:pt x="327152" y="56515"/>
                </a:lnTo>
                <a:lnTo>
                  <a:pt x="325247" y="58420"/>
                </a:lnTo>
                <a:lnTo>
                  <a:pt x="314071" y="58420"/>
                </a:lnTo>
                <a:lnTo>
                  <a:pt x="314071" y="56515"/>
                </a:lnTo>
                <a:lnTo>
                  <a:pt x="310388" y="54483"/>
                </a:lnTo>
                <a:lnTo>
                  <a:pt x="256286" y="1905"/>
                </a:lnTo>
                <a:lnTo>
                  <a:pt x="252476" y="0"/>
                </a:lnTo>
                <a:lnTo>
                  <a:pt x="250698" y="3937"/>
                </a:lnTo>
                <a:lnTo>
                  <a:pt x="239699" y="20891"/>
                </a:lnTo>
                <a:lnTo>
                  <a:pt x="223139" y="38950"/>
                </a:lnTo>
                <a:lnTo>
                  <a:pt x="204470" y="52641"/>
                </a:lnTo>
                <a:lnTo>
                  <a:pt x="187198" y="56515"/>
                </a:lnTo>
                <a:lnTo>
                  <a:pt x="185420" y="54483"/>
                </a:lnTo>
                <a:lnTo>
                  <a:pt x="181610" y="50673"/>
                </a:lnTo>
                <a:lnTo>
                  <a:pt x="181610" y="196596"/>
                </a:lnTo>
                <a:lnTo>
                  <a:pt x="179971" y="205600"/>
                </a:lnTo>
                <a:lnTo>
                  <a:pt x="180238" y="200406"/>
                </a:lnTo>
                <a:lnTo>
                  <a:pt x="180327" y="194589"/>
                </a:lnTo>
                <a:lnTo>
                  <a:pt x="181610" y="196596"/>
                </a:lnTo>
                <a:lnTo>
                  <a:pt x="181610" y="50673"/>
                </a:lnTo>
                <a:lnTo>
                  <a:pt x="180492" y="43878"/>
                </a:lnTo>
                <a:lnTo>
                  <a:pt x="179374" y="36195"/>
                </a:lnTo>
                <a:lnTo>
                  <a:pt x="156070" y="10985"/>
                </a:lnTo>
                <a:lnTo>
                  <a:pt x="148082" y="13589"/>
                </a:lnTo>
                <a:lnTo>
                  <a:pt x="139344" y="18948"/>
                </a:lnTo>
                <a:lnTo>
                  <a:pt x="132880" y="25768"/>
                </a:lnTo>
                <a:lnTo>
                  <a:pt x="128879" y="33324"/>
                </a:lnTo>
                <a:lnTo>
                  <a:pt x="127508" y="40894"/>
                </a:lnTo>
                <a:lnTo>
                  <a:pt x="127508" y="46736"/>
                </a:lnTo>
                <a:lnTo>
                  <a:pt x="133096" y="56515"/>
                </a:lnTo>
                <a:lnTo>
                  <a:pt x="136906" y="58420"/>
                </a:lnTo>
                <a:lnTo>
                  <a:pt x="147447" y="62458"/>
                </a:lnTo>
                <a:lnTo>
                  <a:pt x="158330" y="64503"/>
                </a:lnTo>
                <a:lnTo>
                  <a:pt x="167830" y="66903"/>
                </a:lnTo>
                <a:lnTo>
                  <a:pt x="174244" y="72009"/>
                </a:lnTo>
                <a:lnTo>
                  <a:pt x="175348" y="78968"/>
                </a:lnTo>
                <a:lnTo>
                  <a:pt x="173494" y="85178"/>
                </a:lnTo>
                <a:lnTo>
                  <a:pt x="169189" y="90639"/>
                </a:lnTo>
                <a:lnTo>
                  <a:pt x="162941" y="95377"/>
                </a:lnTo>
                <a:lnTo>
                  <a:pt x="151117" y="103149"/>
                </a:lnTo>
                <a:lnTo>
                  <a:pt x="142240" y="110731"/>
                </a:lnTo>
                <a:lnTo>
                  <a:pt x="134391" y="120865"/>
                </a:lnTo>
                <a:lnTo>
                  <a:pt x="125730" y="136271"/>
                </a:lnTo>
                <a:lnTo>
                  <a:pt x="125730" y="138176"/>
                </a:lnTo>
                <a:lnTo>
                  <a:pt x="123825" y="140208"/>
                </a:lnTo>
                <a:lnTo>
                  <a:pt x="123825" y="144018"/>
                </a:lnTo>
                <a:lnTo>
                  <a:pt x="127508" y="146050"/>
                </a:lnTo>
                <a:lnTo>
                  <a:pt x="174244" y="184912"/>
                </a:lnTo>
                <a:lnTo>
                  <a:pt x="177927" y="188849"/>
                </a:lnTo>
                <a:lnTo>
                  <a:pt x="177927" y="190754"/>
                </a:lnTo>
                <a:lnTo>
                  <a:pt x="180301" y="194538"/>
                </a:lnTo>
                <a:lnTo>
                  <a:pt x="176530" y="190754"/>
                </a:lnTo>
                <a:lnTo>
                  <a:pt x="168516" y="184619"/>
                </a:lnTo>
                <a:lnTo>
                  <a:pt x="168516" y="216039"/>
                </a:lnTo>
                <a:lnTo>
                  <a:pt x="161328" y="219506"/>
                </a:lnTo>
                <a:lnTo>
                  <a:pt x="154241" y="221830"/>
                </a:lnTo>
                <a:lnTo>
                  <a:pt x="158940" y="219202"/>
                </a:lnTo>
                <a:lnTo>
                  <a:pt x="168516" y="216039"/>
                </a:lnTo>
                <a:lnTo>
                  <a:pt x="168516" y="184619"/>
                </a:lnTo>
                <a:lnTo>
                  <a:pt x="139077" y="162064"/>
                </a:lnTo>
                <a:lnTo>
                  <a:pt x="139077" y="240233"/>
                </a:lnTo>
                <a:lnTo>
                  <a:pt x="139039" y="240893"/>
                </a:lnTo>
                <a:lnTo>
                  <a:pt x="138938" y="240665"/>
                </a:lnTo>
                <a:lnTo>
                  <a:pt x="139077" y="240233"/>
                </a:lnTo>
                <a:lnTo>
                  <a:pt x="139077" y="162064"/>
                </a:lnTo>
                <a:lnTo>
                  <a:pt x="131445" y="156210"/>
                </a:lnTo>
                <a:lnTo>
                  <a:pt x="127762" y="152400"/>
                </a:lnTo>
                <a:lnTo>
                  <a:pt x="125857" y="156210"/>
                </a:lnTo>
                <a:lnTo>
                  <a:pt x="115100" y="173456"/>
                </a:lnTo>
                <a:lnTo>
                  <a:pt x="99060" y="191985"/>
                </a:lnTo>
                <a:lnTo>
                  <a:pt x="80911" y="205092"/>
                </a:lnTo>
                <a:lnTo>
                  <a:pt x="63881" y="206121"/>
                </a:lnTo>
                <a:lnTo>
                  <a:pt x="58166" y="204216"/>
                </a:lnTo>
                <a:lnTo>
                  <a:pt x="56388" y="198501"/>
                </a:lnTo>
                <a:lnTo>
                  <a:pt x="54483" y="190754"/>
                </a:lnTo>
                <a:lnTo>
                  <a:pt x="54597" y="181673"/>
                </a:lnTo>
                <a:lnTo>
                  <a:pt x="54013" y="174218"/>
                </a:lnTo>
                <a:lnTo>
                  <a:pt x="51320" y="167868"/>
                </a:lnTo>
                <a:lnTo>
                  <a:pt x="45085" y="162052"/>
                </a:lnTo>
                <a:lnTo>
                  <a:pt x="35788" y="158623"/>
                </a:lnTo>
                <a:lnTo>
                  <a:pt x="25806" y="159346"/>
                </a:lnTo>
                <a:lnTo>
                  <a:pt x="16535" y="163322"/>
                </a:lnTo>
                <a:lnTo>
                  <a:pt x="9398" y="169672"/>
                </a:lnTo>
                <a:lnTo>
                  <a:pt x="4343" y="178536"/>
                </a:lnTo>
                <a:lnTo>
                  <a:pt x="2819" y="185762"/>
                </a:lnTo>
                <a:lnTo>
                  <a:pt x="3987" y="191985"/>
                </a:lnTo>
                <a:lnTo>
                  <a:pt x="4102" y="192633"/>
                </a:lnTo>
                <a:lnTo>
                  <a:pt x="7480" y="200406"/>
                </a:lnTo>
                <a:lnTo>
                  <a:pt x="9398" y="208026"/>
                </a:lnTo>
                <a:lnTo>
                  <a:pt x="13208" y="211836"/>
                </a:lnTo>
                <a:lnTo>
                  <a:pt x="22466" y="213741"/>
                </a:lnTo>
                <a:lnTo>
                  <a:pt x="31330" y="213741"/>
                </a:lnTo>
                <a:lnTo>
                  <a:pt x="41186" y="214998"/>
                </a:lnTo>
                <a:lnTo>
                  <a:pt x="40894" y="214998"/>
                </a:lnTo>
                <a:lnTo>
                  <a:pt x="48387" y="219430"/>
                </a:lnTo>
                <a:lnTo>
                  <a:pt x="50673" y="229108"/>
                </a:lnTo>
                <a:lnTo>
                  <a:pt x="50596" y="231165"/>
                </a:lnTo>
                <a:lnTo>
                  <a:pt x="48895" y="234950"/>
                </a:lnTo>
                <a:lnTo>
                  <a:pt x="3810" y="288671"/>
                </a:lnTo>
                <a:lnTo>
                  <a:pt x="0" y="292481"/>
                </a:lnTo>
                <a:lnTo>
                  <a:pt x="3810" y="296291"/>
                </a:lnTo>
                <a:lnTo>
                  <a:pt x="56388" y="346202"/>
                </a:lnTo>
                <a:lnTo>
                  <a:pt x="60071" y="350012"/>
                </a:lnTo>
                <a:lnTo>
                  <a:pt x="61976" y="350012"/>
                </a:lnTo>
                <a:lnTo>
                  <a:pt x="67564" y="351917"/>
                </a:lnTo>
                <a:lnTo>
                  <a:pt x="73279" y="350012"/>
                </a:lnTo>
                <a:lnTo>
                  <a:pt x="75184" y="346202"/>
                </a:lnTo>
                <a:lnTo>
                  <a:pt x="78867" y="344297"/>
                </a:lnTo>
                <a:lnTo>
                  <a:pt x="82677" y="340487"/>
                </a:lnTo>
                <a:lnTo>
                  <a:pt x="82677" y="334645"/>
                </a:lnTo>
                <a:lnTo>
                  <a:pt x="80772" y="328930"/>
                </a:lnTo>
                <a:lnTo>
                  <a:pt x="80772" y="323227"/>
                </a:lnTo>
                <a:lnTo>
                  <a:pt x="84086" y="315620"/>
                </a:lnTo>
                <a:lnTo>
                  <a:pt x="90385" y="310007"/>
                </a:lnTo>
                <a:lnTo>
                  <a:pt x="98450" y="306222"/>
                </a:lnTo>
                <a:lnTo>
                  <a:pt x="107061" y="304038"/>
                </a:lnTo>
                <a:lnTo>
                  <a:pt x="119913" y="305066"/>
                </a:lnTo>
                <a:lnTo>
                  <a:pt x="129578" y="312585"/>
                </a:lnTo>
                <a:lnTo>
                  <a:pt x="135039" y="324434"/>
                </a:lnTo>
                <a:lnTo>
                  <a:pt x="135140" y="338696"/>
                </a:lnTo>
                <a:lnTo>
                  <a:pt x="133350" y="342392"/>
                </a:lnTo>
                <a:lnTo>
                  <a:pt x="129540" y="348107"/>
                </a:lnTo>
                <a:lnTo>
                  <a:pt x="125857" y="351917"/>
                </a:lnTo>
                <a:lnTo>
                  <a:pt x="113614" y="356374"/>
                </a:lnTo>
                <a:lnTo>
                  <a:pt x="100012" y="359905"/>
                </a:lnTo>
                <a:lnTo>
                  <a:pt x="89916" y="365226"/>
                </a:lnTo>
                <a:lnTo>
                  <a:pt x="118097" y="408686"/>
                </a:lnTo>
                <a:lnTo>
                  <a:pt x="133350" y="419100"/>
                </a:lnTo>
                <a:lnTo>
                  <a:pt x="137160" y="415290"/>
                </a:lnTo>
                <a:lnTo>
                  <a:pt x="149910" y="396582"/>
                </a:lnTo>
                <a:lnTo>
                  <a:pt x="163182" y="379526"/>
                </a:lnTo>
                <a:lnTo>
                  <a:pt x="177520" y="366445"/>
                </a:lnTo>
                <a:lnTo>
                  <a:pt x="193421" y="359664"/>
                </a:lnTo>
                <a:lnTo>
                  <a:pt x="200914" y="357759"/>
                </a:lnTo>
                <a:lnTo>
                  <a:pt x="210312" y="357759"/>
                </a:lnTo>
                <a:lnTo>
                  <a:pt x="212217" y="367284"/>
                </a:lnTo>
                <a:lnTo>
                  <a:pt x="214122" y="371094"/>
                </a:lnTo>
                <a:lnTo>
                  <a:pt x="212217" y="376936"/>
                </a:lnTo>
                <a:lnTo>
                  <a:pt x="214122" y="380746"/>
                </a:lnTo>
                <a:lnTo>
                  <a:pt x="220751" y="392582"/>
                </a:lnTo>
                <a:lnTo>
                  <a:pt x="230771" y="399199"/>
                </a:lnTo>
                <a:lnTo>
                  <a:pt x="241846" y="400431"/>
                </a:lnTo>
                <a:lnTo>
                  <a:pt x="251714" y="396113"/>
                </a:lnTo>
                <a:lnTo>
                  <a:pt x="258737" y="389648"/>
                </a:lnTo>
                <a:lnTo>
                  <a:pt x="263156" y="381939"/>
                </a:lnTo>
                <a:lnTo>
                  <a:pt x="265125" y="373164"/>
                </a:lnTo>
                <a:lnTo>
                  <a:pt x="264922" y="367284"/>
                </a:lnTo>
                <a:lnTo>
                  <a:pt x="264845" y="365226"/>
                </a:lnTo>
                <a:lnTo>
                  <a:pt x="264795" y="359664"/>
                </a:lnTo>
                <a:lnTo>
                  <a:pt x="263004" y="357759"/>
                </a:lnTo>
                <a:lnTo>
                  <a:pt x="261112" y="355727"/>
                </a:lnTo>
                <a:lnTo>
                  <a:pt x="257302" y="353822"/>
                </a:lnTo>
                <a:lnTo>
                  <a:pt x="250469" y="351536"/>
                </a:lnTo>
                <a:lnTo>
                  <a:pt x="242074" y="349783"/>
                </a:lnTo>
                <a:lnTo>
                  <a:pt x="233311" y="347662"/>
                </a:lnTo>
                <a:lnTo>
                  <a:pt x="225425" y="344297"/>
                </a:lnTo>
                <a:lnTo>
                  <a:pt x="218351" y="338696"/>
                </a:lnTo>
                <a:lnTo>
                  <a:pt x="214096" y="331317"/>
                </a:lnTo>
                <a:lnTo>
                  <a:pt x="212686" y="323227"/>
                </a:lnTo>
                <a:lnTo>
                  <a:pt x="214083" y="315620"/>
                </a:lnTo>
                <a:lnTo>
                  <a:pt x="214122" y="315468"/>
                </a:lnTo>
                <a:lnTo>
                  <a:pt x="220281" y="309765"/>
                </a:lnTo>
                <a:lnTo>
                  <a:pt x="226644" y="304038"/>
                </a:lnTo>
                <a:lnTo>
                  <a:pt x="231228" y="299910"/>
                </a:lnTo>
                <a:lnTo>
                  <a:pt x="243941" y="288251"/>
                </a:lnTo>
                <a:lnTo>
                  <a:pt x="255397" y="277114"/>
                </a:lnTo>
                <a:lnTo>
                  <a:pt x="259207" y="273304"/>
                </a:lnTo>
                <a:lnTo>
                  <a:pt x="257302" y="269494"/>
                </a:lnTo>
                <a:lnTo>
                  <a:pt x="256578" y="268516"/>
                </a:lnTo>
                <a:lnTo>
                  <a:pt x="248564" y="257505"/>
                </a:lnTo>
                <a:lnTo>
                  <a:pt x="235242" y="244259"/>
                </a:lnTo>
                <a:lnTo>
                  <a:pt x="219811" y="233527"/>
                </a:lnTo>
                <a:lnTo>
                  <a:pt x="204724" y="229108"/>
                </a:lnTo>
                <a:lnTo>
                  <a:pt x="199136" y="231165"/>
                </a:lnTo>
                <a:lnTo>
                  <a:pt x="195326" y="236816"/>
                </a:lnTo>
                <a:lnTo>
                  <a:pt x="191503" y="245351"/>
                </a:lnTo>
                <a:lnTo>
                  <a:pt x="185928" y="256032"/>
                </a:lnTo>
                <a:lnTo>
                  <a:pt x="179324" y="264261"/>
                </a:lnTo>
                <a:lnTo>
                  <a:pt x="171132" y="268516"/>
                </a:lnTo>
                <a:lnTo>
                  <a:pt x="162052" y="268516"/>
                </a:lnTo>
                <a:lnTo>
                  <a:pt x="152146" y="263652"/>
                </a:lnTo>
                <a:lnTo>
                  <a:pt x="144653" y="259842"/>
                </a:lnTo>
                <a:lnTo>
                  <a:pt x="140843" y="252222"/>
                </a:lnTo>
                <a:lnTo>
                  <a:pt x="140779" y="248081"/>
                </a:lnTo>
                <a:lnTo>
                  <a:pt x="141643" y="251079"/>
                </a:lnTo>
                <a:lnTo>
                  <a:pt x="141706" y="251307"/>
                </a:lnTo>
                <a:lnTo>
                  <a:pt x="148082" y="258953"/>
                </a:lnTo>
                <a:lnTo>
                  <a:pt x="156400" y="262636"/>
                </a:lnTo>
                <a:lnTo>
                  <a:pt x="164376" y="262305"/>
                </a:lnTo>
                <a:lnTo>
                  <a:pt x="171665" y="258330"/>
                </a:lnTo>
                <a:lnTo>
                  <a:pt x="177927" y="251079"/>
                </a:lnTo>
                <a:lnTo>
                  <a:pt x="183210" y="241071"/>
                </a:lnTo>
                <a:lnTo>
                  <a:pt x="186766" y="232143"/>
                </a:lnTo>
                <a:lnTo>
                  <a:pt x="190906" y="225552"/>
                </a:lnTo>
                <a:lnTo>
                  <a:pt x="191008" y="225386"/>
                </a:lnTo>
                <a:lnTo>
                  <a:pt x="198374" y="221869"/>
                </a:lnTo>
                <a:lnTo>
                  <a:pt x="212915" y="225552"/>
                </a:lnTo>
                <a:lnTo>
                  <a:pt x="228993" y="236512"/>
                </a:lnTo>
                <a:lnTo>
                  <a:pt x="243281" y="250380"/>
                </a:lnTo>
                <a:lnTo>
                  <a:pt x="248564" y="257505"/>
                </a:lnTo>
                <a:lnTo>
                  <a:pt x="252374" y="262636"/>
                </a:lnTo>
                <a:lnTo>
                  <a:pt x="252476" y="262763"/>
                </a:lnTo>
                <a:lnTo>
                  <a:pt x="256286" y="266700"/>
                </a:lnTo>
                <a:lnTo>
                  <a:pt x="259969" y="264795"/>
                </a:lnTo>
                <a:lnTo>
                  <a:pt x="287909" y="231648"/>
                </a:lnTo>
                <a:lnTo>
                  <a:pt x="289814" y="229743"/>
                </a:lnTo>
                <a:lnTo>
                  <a:pt x="289814" y="227711"/>
                </a:lnTo>
                <a:lnTo>
                  <a:pt x="291719" y="227711"/>
                </a:lnTo>
                <a:lnTo>
                  <a:pt x="295402" y="221869"/>
                </a:lnTo>
                <a:lnTo>
                  <a:pt x="295402" y="204343"/>
                </a:lnTo>
                <a:lnTo>
                  <a:pt x="293497" y="200533"/>
                </a:lnTo>
                <a:lnTo>
                  <a:pt x="287909" y="190754"/>
                </a:lnTo>
                <a:lnTo>
                  <a:pt x="282321" y="188849"/>
                </a:lnTo>
                <a:lnTo>
                  <a:pt x="278638" y="186944"/>
                </a:lnTo>
                <a:lnTo>
                  <a:pt x="271145" y="190754"/>
                </a:lnTo>
                <a:lnTo>
                  <a:pt x="265557" y="188849"/>
                </a:lnTo>
                <a:lnTo>
                  <a:pt x="256400" y="184912"/>
                </a:lnTo>
                <a:lnTo>
                  <a:pt x="250609" y="179095"/>
                </a:lnTo>
                <a:lnTo>
                  <a:pt x="248754" y="177203"/>
                </a:lnTo>
                <a:lnTo>
                  <a:pt x="244043" y="168071"/>
                </a:lnTo>
                <a:lnTo>
                  <a:pt x="243205" y="159639"/>
                </a:lnTo>
                <a:lnTo>
                  <a:pt x="246075" y="148437"/>
                </a:lnTo>
                <a:lnTo>
                  <a:pt x="253682" y="137020"/>
                </a:lnTo>
                <a:lnTo>
                  <a:pt x="264414" y="128155"/>
                </a:lnTo>
                <a:lnTo>
                  <a:pt x="276733" y="124587"/>
                </a:lnTo>
                <a:lnTo>
                  <a:pt x="284505" y="126568"/>
                </a:lnTo>
                <a:lnTo>
                  <a:pt x="292620" y="131660"/>
                </a:lnTo>
                <a:lnTo>
                  <a:pt x="299313" y="138582"/>
                </a:lnTo>
                <a:lnTo>
                  <a:pt x="302895" y="146050"/>
                </a:lnTo>
                <a:lnTo>
                  <a:pt x="304673" y="149860"/>
                </a:lnTo>
                <a:lnTo>
                  <a:pt x="302895" y="155702"/>
                </a:lnTo>
                <a:lnTo>
                  <a:pt x="304673" y="159639"/>
                </a:lnTo>
                <a:lnTo>
                  <a:pt x="308241" y="169595"/>
                </a:lnTo>
                <a:lnTo>
                  <a:pt x="308317" y="169799"/>
                </a:lnTo>
                <a:lnTo>
                  <a:pt x="315442" y="176453"/>
                </a:lnTo>
                <a:lnTo>
                  <a:pt x="324650" y="179095"/>
                </a:lnTo>
                <a:lnTo>
                  <a:pt x="334352" y="177203"/>
                </a:lnTo>
                <a:lnTo>
                  <a:pt x="372833" y="143510"/>
                </a:lnTo>
                <a:lnTo>
                  <a:pt x="384898" y="126568"/>
                </a:lnTo>
                <a:lnTo>
                  <a:pt x="385076" y="126568"/>
                </a:lnTo>
                <a:lnTo>
                  <a:pt x="381254" y="124587"/>
                </a:lnTo>
                <a:lnTo>
                  <a:pt x="375361" y="119075"/>
                </a:lnTo>
                <a:lnTo>
                  <a:pt x="369290" y="113906"/>
                </a:lnTo>
                <a:lnTo>
                  <a:pt x="363588" y="108712"/>
                </a:lnTo>
                <a:lnTo>
                  <a:pt x="358787" y="103149"/>
                </a:lnTo>
                <a:lnTo>
                  <a:pt x="356997" y="101219"/>
                </a:lnTo>
                <a:lnTo>
                  <a:pt x="353187" y="99314"/>
                </a:lnTo>
                <a:lnTo>
                  <a:pt x="351409" y="95377"/>
                </a:lnTo>
                <a:lnTo>
                  <a:pt x="345719" y="88366"/>
                </a:lnTo>
                <a:lnTo>
                  <a:pt x="341083" y="81724"/>
                </a:lnTo>
                <a:lnTo>
                  <a:pt x="339255" y="75095"/>
                </a:lnTo>
                <a:lnTo>
                  <a:pt x="342011" y="68072"/>
                </a:lnTo>
                <a:lnTo>
                  <a:pt x="368173" y="56515"/>
                </a:lnTo>
                <a:lnTo>
                  <a:pt x="377088" y="52171"/>
                </a:lnTo>
                <a:lnTo>
                  <a:pt x="383552" y="45275"/>
                </a:lnTo>
                <a:lnTo>
                  <a:pt x="386511" y="361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4825" y="8544458"/>
            <a:ext cx="3181732" cy="1227124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3976751" y="6996112"/>
            <a:ext cx="3333750" cy="2962275"/>
          </a:xfrm>
          <a:prstGeom prst="rect">
            <a:avLst/>
          </a:prstGeom>
          <a:ln w="9525">
            <a:solidFill>
              <a:srgbClr val="F68D2D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38100">
              <a:lnSpc>
                <a:spcPts val="1600"/>
              </a:lnSpc>
              <a:spcBef>
                <a:spcPts val="360"/>
              </a:spcBef>
            </a:pP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Data</a:t>
            </a:r>
            <a:r>
              <a:rPr sz="135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 mapping</a:t>
            </a:r>
            <a:endParaRPr sz="1350">
              <a:latin typeface="Century Gothic"/>
              <a:cs typeface="Century Gothic"/>
            </a:endParaRPr>
          </a:p>
          <a:p>
            <a:pPr marL="294640" indent="-256540">
              <a:lnSpc>
                <a:spcPts val="1600"/>
              </a:lnSpc>
              <a:buClr>
                <a:srgbClr val="7E7E7E"/>
              </a:buClr>
              <a:buFont typeface="Arial"/>
              <a:buChar char="—"/>
              <a:tabLst>
                <a:tab pos="294640" algn="l"/>
              </a:tabLst>
            </a:pPr>
            <a:r>
              <a:rPr sz="1350" dirty="0">
                <a:latin typeface="Century Gothic"/>
                <a:cs typeface="Century Gothic"/>
              </a:rPr>
              <a:t>Systematically</a:t>
            </a:r>
            <a:r>
              <a:rPr sz="1350" spc="-5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collect</a:t>
            </a:r>
            <a:r>
              <a:rPr sz="1350" spc="-7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available</a:t>
            </a:r>
            <a:endParaRPr sz="1350">
              <a:latin typeface="Century Gothic"/>
              <a:cs typeface="Century Gothic"/>
            </a:endParaRPr>
          </a:p>
          <a:p>
            <a:pPr marL="295275">
              <a:lnSpc>
                <a:spcPts val="1600"/>
              </a:lnSpc>
              <a:spcBef>
                <a:spcPts val="30"/>
              </a:spcBef>
            </a:pPr>
            <a:r>
              <a:rPr sz="1350" dirty="0">
                <a:latin typeface="Century Gothic"/>
                <a:cs typeface="Century Gothic"/>
              </a:rPr>
              <a:t>data</a:t>
            </a:r>
            <a:r>
              <a:rPr sz="1350" spc="-3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-3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map</a:t>
            </a:r>
            <a:r>
              <a:rPr sz="1350" spc="-3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into</a:t>
            </a:r>
            <a:r>
              <a:rPr sz="1350" spc="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our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spc="-20" dirty="0">
                <a:latin typeface="Century Gothic"/>
                <a:cs typeface="Century Gothic"/>
              </a:rPr>
              <a:t>data</a:t>
            </a:r>
            <a:endParaRPr sz="1350">
              <a:latin typeface="Century Gothic"/>
              <a:cs typeface="Century Gothic"/>
            </a:endParaRPr>
          </a:p>
          <a:p>
            <a:pPr marL="295275">
              <a:lnSpc>
                <a:spcPts val="1600"/>
              </a:lnSpc>
            </a:pPr>
            <a:r>
              <a:rPr sz="1350" dirty="0">
                <a:latin typeface="Century Gothic"/>
                <a:cs typeface="Century Gothic"/>
              </a:rPr>
              <a:t>assessment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framework</a:t>
            </a:r>
            <a:endParaRPr sz="1350">
              <a:latin typeface="Century Gothic"/>
              <a:cs typeface="Century Gothic"/>
            </a:endParaRPr>
          </a:p>
          <a:p>
            <a:pPr marL="294640" indent="-256540">
              <a:lnSpc>
                <a:spcPct val="100000"/>
              </a:lnSpc>
              <a:spcBef>
                <a:spcPts val="334"/>
              </a:spcBef>
              <a:buClr>
                <a:srgbClr val="7E7E7E"/>
              </a:buClr>
              <a:buFont typeface="Arial"/>
              <a:buChar char="—"/>
              <a:tabLst>
                <a:tab pos="294640" algn="l"/>
              </a:tabLst>
            </a:pPr>
            <a:r>
              <a:rPr sz="1350" dirty="0">
                <a:latin typeface="Century Gothic"/>
                <a:cs typeface="Century Gothic"/>
              </a:rPr>
              <a:t>Identify</a:t>
            </a:r>
            <a:r>
              <a:rPr sz="1350" spc="-7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quick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wins</a:t>
            </a:r>
            <a:r>
              <a:rPr sz="1350" spc="-2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form</a:t>
            </a:r>
            <a:r>
              <a:rPr sz="1350" spc="-1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inform</a:t>
            </a:r>
            <a:endParaRPr sz="1350">
              <a:latin typeface="Century Gothic"/>
              <a:cs typeface="Century Gothic"/>
            </a:endParaRPr>
          </a:p>
          <a:p>
            <a:pPr marL="295275">
              <a:lnSpc>
                <a:spcPct val="100000"/>
              </a:lnSpc>
              <a:spcBef>
                <a:spcPts val="25"/>
              </a:spcBef>
            </a:pPr>
            <a:r>
              <a:rPr sz="1350" dirty="0">
                <a:latin typeface="Century Gothic"/>
                <a:cs typeface="Century Gothic"/>
              </a:rPr>
              <a:t>the</a:t>
            </a:r>
            <a:r>
              <a:rPr sz="1350" spc="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roadmap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71988" y="6458013"/>
            <a:ext cx="3343275" cy="542290"/>
            <a:chOff x="3971988" y="6458013"/>
            <a:chExt cx="3343275" cy="542290"/>
          </a:xfrm>
        </p:grpSpPr>
        <p:sp>
          <p:nvSpPr>
            <p:cNvPr id="56" name="object 56"/>
            <p:cNvSpPr/>
            <p:nvPr/>
          </p:nvSpPr>
          <p:spPr>
            <a:xfrm>
              <a:off x="3976751" y="6462776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5">
                  <a:moveTo>
                    <a:pt x="3227197" y="0"/>
                  </a:moveTo>
                  <a:lnTo>
                    <a:pt x="0" y="0"/>
                  </a:lnTo>
                  <a:lnTo>
                    <a:pt x="0" y="532511"/>
                  </a:lnTo>
                  <a:lnTo>
                    <a:pt x="3333750" y="532511"/>
                  </a:lnTo>
                  <a:lnTo>
                    <a:pt x="3330955" y="68707"/>
                  </a:lnTo>
                  <a:lnTo>
                    <a:pt x="3282442" y="12826"/>
                  </a:lnTo>
                  <a:lnTo>
                    <a:pt x="3227197" y="0"/>
                  </a:lnTo>
                  <a:close/>
                </a:path>
              </a:pathLst>
            </a:custGeom>
            <a:solidFill>
              <a:srgbClr val="F68D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76751" y="6462776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5">
                  <a:moveTo>
                    <a:pt x="3227197" y="0"/>
                  </a:moveTo>
                  <a:lnTo>
                    <a:pt x="0" y="0"/>
                  </a:lnTo>
                  <a:lnTo>
                    <a:pt x="0" y="532511"/>
                  </a:lnTo>
                  <a:lnTo>
                    <a:pt x="3333750" y="532511"/>
                  </a:lnTo>
                  <a:lnTo>
                    <a:pt x="3330955" y="68707"/>
                  </a:lnTo>
                  <a:lnTo>
                    <a:pt x="3282442" y="12826"/>
                  </a:lnTo>
                  <a:lnTo>
                    <a:pt x="3227197" y="0"/>
                  </a:lnTo>
                  <a:close/>
                </a:path>
              </a:pathLst>
            </a:custGeom>
            <a:ln w="9525">
              <a:solidFill>
                <a:srgbClr val="F68D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002151" y="6485572"/>
            <a:ext cx="231013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App</a:t>
            </a:r>
            <a:r>
              <a:rPr sz="1500" b="1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Rationalisation</a:t>
            </a:r>
            <a:r>
              <a:rPr sz="1500" b="1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endParaRPr sz="15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Assessment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867525" y="6515100"/>
            <a:ext cx="352425" cy="428625"/>
          </a:xfrm>
          <a:custGeom>
            <a:avLst/>
            <a:gdLst/>
            <a:ahLst/>
            <a:cxnLst/>
            <a:rect l="l" t="t" r="r" b="b"/>
            <a:pathLst>
              <a:path w="352425" h="428625">
                <a:moveTo>
                  <a:pt x="304800" y="104140"/>
                </a:moveTo>
                <a:lnTo>
                  <a:pt x="298577" y="96520"/>
                </a:lnTo>
                <a:lnTo>
                  <a:pt x="297053" y="96520"/>
                </a:lnTo>
                <a:lnTo>
                  <a:pt x="295021" y="95250"/>
                </a:lnTo>
                <a:lnTo>
                  <a:pt x="284861" y="95250"/>
                </a:lnTo>
                <a:lnTo>
                  <a:pt x="284861" y="116840"/>
                </a:lnTo>
                <a:lnTo>
                  <a:pt x="284861" y="166370"/>
                </a:lnTo>
                <a:lnTo>
                  <a:pt x="256540" y="166370"/>
                </a:lnTo>
                <a:lnTo>
                  <a:pt x="256540" y="186690"/>
                </a:lnTo>
                <a:lnTo>
                  <a:pt x="255651" y="187960"/>
                </a:lnTo>
                <a:lnTo>
                  <a:pt x="235966" y="214630"/>
                </a:lnTo>
                <a:lnTo>
                  <a:pt x="234442" y="215900"/>
                </a:lnTo>
                <a:lnTo>
                  <a:pt x="234188" y="217170"/>
                </a:lnTo>
                <a:lnTo>
                  <a:pt x="234188" y="219710"/>
                </a:lnTo>
                <a:lnTo>
                  <a:pt x="234442" y="220980"/>
                </a:lnTo>
                <a:lnTo>
                  <a:pt x="235331" y="223520"/>
                </a:lnTo>
                <a:lnTo>
                  <a:pt x="236601" y="224790"/>
                </a:lnTo>
                <a:lnTo>
                  <a:pt x="238379" y="226060"/>
                </a:lnTo>
                <a:lnTo>
                  <a:pt x="253492" y="226060"/>
                </a:lnTo>
                <a:lnTo>
                  <a:pt x="253492" y="270510"/>
                </a:lnTo>
                <a:lnTo>
                  <a:pt x="249936" y="271780"/>
                </a:lnTo>
                <a:lnTo>
                  <a:pt x="246634" y="273050"/>
                </a:lnTo>
                <a:lnTo>
                  <a:pt x="243459" y="274320"/>
                </a:lnTo>
                <a:lnTo>
                  <a:pt x="239776" y="275590"/>
                </a:lnTo>
                <a:lnTo>
                  <a:pt x="237109" y="276860"/>
                </a:lnTo>
                <a:lnTo>
                  <a:pt x="234188" y="279400"/>
                </a:lnTo>
                <a:lnTo>
                  <a:pt x="231140" y="281940"/>
                </a:lnTo>
                <a:lnTo>
                  <a:pt x="228854" y="284480"/>
                </a:lnTo>
                <a:lnTo>
                  <a:pt x="226441" y="287020"/>
                </a:lnTo>
                <a:lnTo>
                  <a:pt x="223774" y="289560"/>
                </a:lnTo>
                <a:lnTo>
                  <a:pt x="221615" y="293370"/>
                </a:lnTo>
                <a:lnTo>
                  <a:pt x="220218" y="297180"/>
                </a:lnTo>
                <a:lnTo>
                  <a:pt x="218313" y="300990"/>
                </a:lnTo>
                <a:lnTo>
                  <a:pt x="217170" y="304800"/>
                </a:lnTo>
                <a:lnTo>
                  <a:pt x="216281" y="308610"/>
                </a:lnTo>
                <a:lnTo>
                  <a:pt x="216192" y="309880"/>
                </a:lnTo>
                <a:lnTo>
                  <a:pt x="216103" y="311150"/>
                </a:lnTo>
                <a:lnTo>
                  <a:pt x="216027" y="312420"/>
                </a:lnTo>
                <a:lnTo>
                  <a:pt x="212788" y="309880"/>
                </a:lnTo>
                <a:lnTo>
                  <a:pt x="190119" y="292100"/>
                </a:lnTo>
                <a:lnTo>
                  <a:pt x="188214" y="290830"/>
                </a:lnTo>
                <a:lnTo>
                  <a:pt x="186817" y="289560"/>
                </a:lnTo>
                <a:lnTo>
                  <a:pt x="184658" y="289560"/>
                </a:lnTo>
                <a:lnTo>
                  <a:pt x="182880" y="290830"/>
                </a:lnTo>
                <a:lnTo>
                  <a:pt x="181737" y="290830"/>
                </a:lnTo>
                <a:lnTo>
                  <a:pt x="180467" y="292100"/>
                </a:lnTo>
                <a:lnTo>
                  <a:pt x="179578" y="294640"/>
                </a:lnTo>
                <a:lnTo>
                  <a:pt x="179451" y="295910"/>
                </a:lnTo>
                <a:lnTo>
                  <a:pt x="179324" y="309880"/>
                </a:lnTo>
                <a:lnTo>
                  <a:pt x="145923" y="309880"/>
                </a:lnTo>
                <a:lnTo>
                  <a:pt x="144145" y="302260"/>
                </a:lnTo>
                <a:lnTo>
                  <a:pt x="143002" y="299720"/>
                </a:lnTo>
                <a:lnTo>
                  <a:pt x="141224" y="295910"/>
                </a:lnTo>
                <a:lnTo>
                  <a:pt x="139700" y="292100"/>
                </a:lnTo>
                <a:lnTo>
                  <a:pt x="138684" y="290830"/>
                </a:lnTo>
                <a:lnTo>
                  <a:pt x="137668" y="289560"/>
                </a:lnTo>
                <a:lnTo>
                  <a:pt x="135509" y="287020"/>
                </a:lnTo>
                <a:lnTo>
                  <a:pt x="133096" y="284480"/>
                </a:lnTo>
                <a:lnTo>
                  <a:pt x="130429" y="281940"/>
                </a:lnTo>
                <a:lnTo>
                  <a:pt x="128016" y="279400"/>
                </a:lnTo>
                <a:lnTo>
                  <a:pt x="126238" y="278638"/>
                </a:lnTo>
                <a:lnTo>
                  <a:pt x="126238" y="318770"/>
                </a:lnTo>
                <a:lnTo>
                  <a:pt x="125984" y="321310"/>
                </a:lnTo>
                <a:lnTo>
                  <a:pt x="122428" y="331470"/>
                </a:lnTo>
                <a:lnTo>
                  <a:pt x="118872" y="335280"/>
                </a:lnTo>
                <a:lnTo>
                  <a:pt x="115570" y="337820"/>
                </a:lnTo>
                <a:lnTo>
                  <a:pt x="111125" y="340360"/>
                </a:lnTo>
                <a:lnTo>
                  <a:pt x="108966" y="341630"/>
                </a:lnTo>
                <a:lnTo>
                  <a:pt x="106680" y="341630"/>
                </a:lnTo>
                <a:lnTo>
                  <a:pt x="104267" y="342900"/>
                </a:lnTo>
                <a:lnTo>
                  <a:pt x="99187" y="342900"/>
                </a:lnTo>
                <a:lnTo>
                  <a:pt x="96774" y="341630"/>
                </a:lnTo>
                <a:lnTo>
                  <a:pt x="94107" y="341630"/>
                </a:lnTo>
                <a:lnTo>
                  <a:pt x="91694" y="340360"/>
                </a:lnTo>
                <a:lnTo>
                  <a:pt x="77470" y="321310"/>
                </a:lnTo>
                <a:lnTo>
                  <a:pt x="76835" y="318770"/>
                </a:lnTo>
                <a:lnTo>
                  <a:pt x="76835" y="313690"/>
                </a:lnTo>
                <a:lnTo>
                  <a:pt x="77470" y="311150"/>
                </a:lnTo>
                <a:lnTo>
                  <a:pt x="78613" y="306070"/>
                </a:lnTo>
                <a:lnTo>
                  <a:pt x="96774" y="290830"/>
                </a:lnTo>
                <a:lnTo>
                  <a:pt x="106680" y="290830"/>
                </a:lnTo>
                <a:lnTo>
                  <a:pt x="108966" y="292100"/>
                </a:lnTo>
                <a:lnTo>
                  <a:pt x="111125" y="293370"/>
                </a:lnTo>
                <a:lnTo>
                  <a:pt x="115570" y="295910"/>
                </a:lnTo>
                <a:lnTo>
                  <a:pt x="126238" y="318770"/>
                </a:lnTo>
                <a:lnTo>
                  <a:pt x="126238" y="278638"/>
                </a:lnTo>
                <a:lnTo>
                  <a:pt x="125095" y="278130"/>
                </a:lnTo>
                <a:lnTo>
                  <a:pt x="122428" y="275590"/>
                </a:lnTo>
                <a:lnTo>
                  <a:pt x="119380" y="274320"/>
                </a:lnTo>
                <a:lnTo>
                  <a:pt x="116205" y="273050"/>
                </a:lnTo>
                <a:lnTo>
                  <a:pt x="112903" y="271780"/>
                </a:lnTo>
                <a:lnTo>
                  <a:pt x="109601" y="271780"/>
                </a:lnTo>
                <a:lnTo>
                  <a:pt x="129540" y="254000"/>
                </a:lnTo>
                <a:lnTo>
                  <a:pt x="131064" y="252730"/>
                </a:lnTo>
                <a:lnTo>
                  <a:pt x="131699" y="251460"/>
                </a:lnTo>
                <a:lnTo>
                  <a:pt x="132588" y="248920"/>
                </a:lnTo>
                <a:lnTo>
                  <a:pt x="132588" y="247650"/>
                </a:lnTo>
                <a:lnTo>
                  <a:pt x="132207" y="245110"/>
                </a:lnTo>
                <a:lnTo>
                  <a:pt x="131064" y="243840"/>
                </a:lnTo>
                <a:lnTo>
                  <a:pt x="129540" y="242570"/>
                </a:lnTo>
                <a:lnTo>
                  <a:pt x="127127" y="242570"/>
                </a:lnTo>
                <a:lnTo>
                  <a:pt x="113538" y="238760"/>
                </a:lnTo>
                <a:lnTo>
                  <a:pt x="128016" y="199390"/>
                </a:lnTo>
                <a:lnTo>
                  <a:pt x="136779" y="186690"/>
                </a:lnTo>
                <a:lnTo>
                  <a:pt x="141224" y="180340"/>
                </a:lnTo>
                <a:lnTo>
                  <a:pt x="157226" y="165100"/>
                </a:lnTo>
                <a:lnTo>
                  <a:pt x="163576" y="161290"/>
                </a:lnTo>
                <a:lnTo>
                  <a:pt x="169545" y="157480"/>
                </a:lnTo>
                <a:lnTo>
                  <a:pt x="176022" y="154940"/>
                </a:lnTo>
                <a:lnTo>
                  <a:pt x="182626" y="151130"/>
                </a:lnTo>
                <a:lnTo>
                  <a:pt x="189230" y="149860"/>
                </a:lnTo>
                <a:lnTo>
                  <a:pt x="189230" y="179070"/>
                </a:lnTo>
                <a:lnTo>
                  <a:pt x="190119" y="181610"/>
                </a:lnTo>
                <a:lnTo>
                  <a:pt x="191008" y="182880"/>
                </a:lnTo>
                <a:lnTo>
                  <a:pt x="193294" y="185420"/>
                </a:lnTo>
                <a:lnTo>
                  <a:pt x="195453" y="186690"/>
                </a:lnTo>
                <a:lnTo>
                  <a:pt x="256540" y="186690"/>
                </a:lnTo>
                <a:lnTo>
                  <a:pt x="256540" y="166370"/>
                </a:lnTo>
                <a:lnTo>
                  <a:pt x="209169" y="166370"/>
                </a:lnTo>
                <a:lnTo>
                  <a:pt x="209169" y="149860"/>
                </a:lnTo>
                <a:lnTo>
                  <a:pt x="209169" y="116840"/>
                </a:lnTo>
                <a:lnTo>
                  <a:pt x="284861" y="116840"/>
                </a:lnTo>
                <a:lnTo>
                  <a:pt x="284861" y="95250"/>
                </a:lnTo>
                <a:lnTo>
                  <a:pt x="199898" y="95250"/>
                </a:lnTo>
                <a:lnTo>
                  <a:pt x="197866" y="96520"/>
                </a:lnTo>
                <a:lnTo>
                  <a:pt x="195707" y="96520"/>
                </a:lnTo>
                <a:lnTo>
                  <a:pt x="194183" y="97790"/>
                </a:lnTo>
                <a:lnTo>
                  <a:pt x="192405" y="99060"/>
                </a:lnTo>
                <a:lnTo>
                  <a:pt x="190119" y="101600"/>
                </a:lnTo>
                <a:lnTo>
                  <a:pt x="189484" y="104140"/>
                </a:lnTo>
                <a:lnTo>
                  <a:pt x="189230" y="106680"/>
                </a:lnTo>
                <a:lnTo>
                  <a:pt x="189230" y="135890"/>
                </a:lnTo>
                <a:lnTo>
                  <a:pt x="180848" y="138430"/>
                </a:lnTo>
                <a:lnTo>
                  <a:pt x="173101" y="140970"/>
                </a:lnTo>
                <a:lnTo>
                  <a:pt x="158115" y="148590"/>
                </a:lnTo>
                <a:lnTo>
                  <a:pt x="151384" y="153670"/>
                </a:lnTo>
                <a:lnTo>
                  <a:pt x="144145" y="158750"/>
                </a:lnTo>
                <a:lnTo>
                  <a:pt x="117094" y="193040"/>
                </a:lnTo>
                <a:lnTo>
                  <a:pt x="100965" y="234950"/>
                </a:lnTo>
                <a:lnTo>
                  <a:pt x="89662" y="233680"/>
                </a:lnTo>
                <a:lnTo>
                  <a:pt x="87249" y="232410"/>
                </a:lnTo>
                <a:lnTo>
                  <a:pt x="85217" y="233680"/>
                </a:lnTo>
                <a:lnTo>
                  <a:pt x="83439" y="234950"/>
                </a:lnTo>
                <a:lnTo>
                  <a:pt x="82169" y="234950"/>
                </a:lnTo>
                <a:lnTo>
                  <a:pt x="81280" y="237490"/>
                </a:lnTo>
                <a:lnTo>
                  <a:pt x="81026" y="238760"/>
                </a:lnTo>
                <a:lnTo>
                  <a:pt x="81280" y="241300"/>
                </a:lnTo>
                <a:lnTo>
                  <a:pt x="82169" y="242570"/>
                </a:lnTo>
                <a:lnTo>
                  <a:pt x="94742" y="270510"/>
                </a:lnTo>
                <a:lnTo>
                  <a:pt x="91440" y="271780"/>
                </a:lnTo>
                <a:lnTo>
                  <a:pt x="87503" y="273050"/>
                </a:lnTo>
                <a:lnTo>
                  <a:pt x="84328" y="274320"/>
                </a:lnTo>
                <a:lnTo>
                  <a:pt x="81280" y="275590"/>
                </a:lnTo>
                <a:lnTo>
                  <a:pt x="77978" y="276860"/>
                </a:lnTo>
                <a:lnTo>
                  <a:pt x="72644" y="281940"/>
                </a:lnTo>
                <a:lnTo>
                  <a:pt x="70231" y="284480"/>
                </a:lnTo>
                <a:lnTo>
                  <a:pt x="67310" y="287020"/>
                </a:lnTo>
                <a:lnTo>
                  <a:pt x="64643" y="290830"/>
                </a:lnTo>
                <a:lnTo>
                  <a:pt x="62484" y="294640"/>
                </a:lnTo>
                <a:lnTo>
                  <a:pt x="60452" y="298450"/>
                </a:lnTo>
                <a:lnTo>
                  <a:pt x="59182" y="303530"/>
                </a:lnTo>
                <a:lnTo>
                  <a:pt x="57785" y="307340"/>
                </a:lnTo>
                <a:lnTo>
                  <a:pt x="57683" y="308610"/>
                </a:lnTo>
                <a:lnTo>
                  <a:pt x="57594" y="309880"/>
                </a:lnTo>
                <a:lnTo>
                  <a:pt x="57492" y="311150"/>
                </a:lnTo>
                <a:lnTo>
                  <a:pt x="57404" y="321310"/>
                </a:lnTo>
                <a:lnTo>
                  <a:pt x="57594" y="323850"/>
                </a:lnTo>
                <a:lnTo>
                  <a:pt x="57683" y="325120"/>
                </a:lnTo>
                <a:lnTo>
                  <a:pt x="57785" y="326390"/>
                </a:lnTo>
                <a:lnTo>
                  <a:pt x="59182" y="330200"/>
                </a:lnTo>
                <a:lnTo>
                  <a:pt x="60452" y="334010"/>
                </a:lnTo>
                <a:lnTo>
                  <a:pt x="62484" y="339090"/>
                </a:lnTo>
                <a:lnTo>
                  <a:pt x="64643" y="342900"/>
                </a:lnTo>
                <a:lnTo>
                  <a:pt x="67310" y="345440"/>
                </a:lnTo>
                <a:lnTo>
                  <a:pt x="70231" y="349250"/>
                </a:lnTo>
                <a:lnTo>
                  <a:pt x="73279" y="351790"/>
                </a:lnTo>
                <a:lnTo>
                  <a:pt x="76835" y="354330"/>
                </a:lnTo>
                <a:lnTo>
                  <a:pt x="80137" y="356870"/>
                </a:lnTo>
                <a:lnTo>
                  <a:pt x="84328" y="359410"/>
                </a:lnTo>
                <a:lnTo>
                  <a:pt x="92583" y="361950"/>
                </a:lnTo>
                <a:lnTo>
                  <a:pt x="110744" y="361950"/>
                </a:lnTo>
                <a:lnTo>
                  <a:pt x="129540" y="351790"/>
                </a:lnTo>
                <a:lnTo>
                  <a:pt x="133096" y="349250"/>
                </a:lnTo>
                <a:lnTo>
                  <a:pt x="135509" y="346710"/>
                </a:lnTo>
                <a:lnTo>
                  <a:pt x="137668" y="344170"/>
                </a:lnTo>
                <a:lnTo>
                  <a:pt x="138341" y="342900"/>
                </a:lnTo>
                <a:lnTo>
                  <a:pt x="139700" y="340360"/>
                </a:lnTo>
                <a:lnTo>
                  <a:pt x="141224" y="337820"/>
                </a:lnTo>
                <a:lnTo>
                  <a:pt x="142367" y="334010"/>
                </a:lnTo>
                <a:lnTo>
                  <a:pt x="143891" y="331470"/>
                </a:lnTo>
                <a:lnTo>
                  <a:pt x="145034" y="327660"/>
                </a:lnTo>
                <a:lnTo>
                  <a:pt x="145288" y="325120"/>
                </a:lnTo>
                <a:lnTo>
                  <a:pt x="145415" y="323850"/>
                </a:lnTo>
                <a:lnTo>
                  <a:pt x="179324" y="323850"/>
                </a:lnTo>
                <a:lnTo>
                  <a:pt x="179451" y="337820"/>
                </a:lnTo>
                <a:lnTo>
                  <a:pt x="179578" y="339090"/>
                </a:lnTo>
                <a:lnTo>
                  <a:pt x="180467" y="341630"/>
                </a:lnTo>
                <a:lnTo>
                  <a:pt x="181737" y="342900"/>
                </a:lnTo>
                <a:lnTo>
                  <a:pt x="183515" y="344170"/>
                </a:lnTo>
                <a:lnTo>
                  <a:pt x="187071" y="344170"/>
                </a:lnTo>
                <a:lnTo>
                  <a:pt x="188849" y="342900"/>
                </a:lnTo>
                <a:lnTo>
                  <a:pt x="190119" y="341630"/>
                </a:lnTo>
                <a:lnTo>
                  <a:pt x="212788" y="323850"/>
                </a:lnTo>
                <a:lnTo>
                  <a:pt x="216027" y="321310"/>
                </a:lnTo>
                <a:lnTo>
                  <a:pt x="216192" y="323850"/>
                </a:lnTo>
                <a:lnTo>
                  <a:pt x="216281" y="325120"/>
                </a:lnTo>
                <a:lnTo>
                  <a:pt x="217805" y="328930"/>
                </a:lnTo>
                <a:lnTo>
                  <a:pt x="218313" y="332740"/>
                </a:lnTo>
                <a:lnTo>
                  <a:pt x="220218" y="336550"/>
                </a:lnTo>
                <a:lnTo>
                  <a:pt x="221615" y="340360"/>
                </a:lnTo>
                <a:lnTo>
                  <a:pt x="223774" y="342900"/>
                </a:lnTo>
                <a:lnTo>
                  <a:pt x="226441" y="346710"/>
                </a:lnTo>
                <a:lnTo>
                  <a:pt x="228854" y="349250"/>
                </a:lnTo>
                <a:lnTo>
                  <a:pt x="235331" y="354330"/>
                </a:lnTo>
                <a:lnTo>
                  <a:pt x="239268" y="356870"/>
                </a:lnTo>
                <a:lnTo>
                  <a:pt x="242824" y="359410"/>
                </a:lnTo>
                <a:lnTo>
                  <a:pt x="251206" y="361950"/>
                </a:lnTo>
                <a:lnTo>
                  <a:pt x="269367" y="361950"/>
                </a:lnTo>
                <a:lnTo>
                  <a:pt x="294386" y="345440"/>
                </a:lnTo>
                <a:lnTo>
                  <a:pt x="297307" y="342900"/>
                </a:lnTo>
                <a:lnTo>
                  <a:pt x="304673" y="318770"/>
                </a:lnTo>
                <a:lnTo>
                  <a:pt x="304800" y="316230"/>
                </a:lnTo>
                <a:lnTo>
                  <a:pt x="304622" y="313690"/>
                </a:lnTo>
                <a:lnTo>
                  <a:pt x="304546" y="312420"/>
                </a:lnTo>
                <a:lnTo>
                  <a:pt x="303911" y="307340"/>
                </a:lnTo>
                <a:lnTo>
                  <a:pt x="302768" y="303530"/>
                </a:lnTo>
                <a:lnTo>
                  <a:pt x="301498" y="298450"/>
                </a:lnTo>
                <a:lnTo>
                  <a:pt x="299466" y="294640"/>
                </a:lnTo>
                <a:lnTo>
                  <a:pt x="297307" y="290830"/>
                </a:lnTo>
                <a:lnTo>
                  <a:pt x="294386" y="287020"/>
                </a:lnTo>
                <a:lnTo>
                  <a:pt x="289052" y="281940"/>
                </a:lnTo>
                <a:lnTo>
                  <a:pt x="286639" y="279400"/>
                </a:lnTo>
                <a:lnTo>
                  <a:pt x="284861" y="278041"/>
                </a:lnTo>
                <a:lnTo>
                  <a:pt x="284861" y="313690"/>
                </a:lnTo>
                <a:lnTo>
                  <a:pt x="284861" y="318770"/>
                </a:lnTo>
                <a:lnTo>
                  <a:pt x="274066" y="337820"/>
                </a:lnTo>
                <a:lnTo>
                  <a:pt x="270256" y="340360"/>
                </a:lnTo>
                <a:lnTo>
                  <a:pt x="267589" y="341630"/>
                </a:lnTo>
                <a:lnTo>
                  <a:pt x="265176" y="341630"/>
                </a:lnTo>
                <a:lnTo>
                  <a:pt x="262763" y="342900"/>
                </a:lnTo>
                <a:lnTo>
                  <a:pt x="257683" y="342900"/>
                </a:lnTo>
                <a:lnTo>
                  <a:pt x="255270" y="341630"/>
                </a:lnTo>
                <a:lnTo>
                  <a:pt x="252603" y="341630"/>
                </a:lnTo>
                <a:lnTo>
                  <a:pt x="250571" y="340360"/>
                </a:lnTo>
                <a:lnTo>
                  <a:pt x="246126" y="337820"/>
                </a:lnTo>
                <a:lnTo>
                  <a:pt x="242824" y="335280"/>
                </a:lnTo>
                <a:lnTo>
                  <a:pt x="239522" y="331470"/>
                </a:lnTo>
                <a:lnTo>
                  <a:pt x="237490" y="326390"/>
                </a:lnTo>
                <a:lnTo>
                  <a:pt x="235966" y="321310"/>
                </a:lnTo>
                <a:lnTo>
                  <a:pt x="235331" y="318770"/>
                </a:lnTo>
                <a:lnTo>
                  <a:pt x="235331" y="313690"/>
                </a:lnTo>
                <a:lnTo>
                  <a:pt x="235648" y="312420"/>
                </a:lnTo>
                <a:lnTo>
                  <a:pt x="235966" y="311150"/>
                </a:lnTo>
                <a:lnTo>
                  <a:pt x="250571" y="293370"/>
                </a:lnTo>
                <a:lnTo>
                  <a:pt x="252603" y="292100"/>
                </a:lnTo>
                <a:lnTo>
                  <a:pt x="255270" y="290830"/>
                </a:lnTo>
                <a:lnTo>
                  <a:pt x="265176" y="290830"/>
                </a:lnTo>
                <a:lnTo>
                  <a:pt x="267589" y="292100"/>
                </a:lnTo>
                <a:lnTo>
                  <a:pt x="270256" y="293370"/>
                </a:lnTo>
                <a:lnTo>
                  <a:pt x="274066" y="295910"/>
                </a:lnTo>
                <a:lnTo>
                  <a:pt x="278003" y="298450"/>
                </a:lnTo>
                <a:lnTo>
                  <a:pt x="280924" y="302260"/>
                </a:lnTo>
                <a:lnTo>
                  <a:pt x="283337" y="306070"/>
                </a:lnTo>
                <a:lnTo>
                  <a:pt x="284480" y="311150"/>
                </a:lnTo>
                <a:lnTo>
                  <a:pt x="284861" y="313690"/>
                </a:lnTo>
                <a:lnTo>
                  <a:pt x="284861" y="278041"/>
                </a:lnTo>
                <a:lnTo>
                  <a:pt x="283337" y="276860"/>
                </a:lnTo>
                <a:lnTo>
                  <a:pt x="280416" y="275590"/>
                </a:lnTo>
                <a:lnTo>
                  <a:pt x="270510" y="271780"/>
                </a:lnTo>
                <a:lnTo>
                  <a:pt x="266954" y="270510"/>
                </a:lnTo>
                <a:lnTo>
                  <a:pt x="266954" y="226060"/>
                </a:lnTo>
                <a:lnTo>
                  <a:pt x="281559" y="226060"/>
                </a:lnTo>
                <a:lnTo>
                  <a:pt x="283591" y="224790"/>
                </a:lnTo>
                <a:lnTo>
                  <a:pt x="285369" y="222250"/>
                </a:lnTo>
                <a:lnTo>
                  <a:pt x="286385" y="220980"/>
                </a:lnTo>
                <a:lnTo>
                  <a:pt x="286639" y="219710"/>
                </a:lnTo>
                <a:lnTo>
                  <a:pt x="286385" y="217170"/>
                </a:lnTo>
                <a:lnTo>
                  <a:pt x="285750" y="215900"/>
                </a:lnTo>
                <a:lnTo>
                  <a:pt x="284480" y="214630"/>
                </a:lnTo>
                <a:lnTo>
                  <a:pt x="264922" y="187960"/>
                </a:lnTo>
                <a:lnTo>
                  <a:pt x="263398" y="186690"/>
                </a:lnTo>
                <a:lnTo>
                  <a:pt x="298577" y="186690"/>
                </a:lnTo>
                <a:lnTo>
                  <a:pt x="300609" y="185420"/>
                </a:lnTo>
                <a:lnTo>
                  <a:pt x="301879" y="184150"/>
                </a:lnTo>
                <a:lnTo>
                  <a:pt x="303022" y="182880"/>
                </a:lnTo>
                <a:lnTo>
                  <a:pt x="303911" y="180340"/>
                </a:lnTo>
                <a:lnTo>
                  <a:pt x="304800" y="179070"/>
                </a:lnTo>
                <a:lnTo>
                  <a:pt x="304800" y="166370"/>
                </a:lnTo>
                <a:lnTo>
                  <a:pt x="304800" y="116840"/>
                </a:lnTo>
                <a:lnTo>
                  <a:pt x="304800" y="104140"/>
                </a:lnTo>
                <a:close/>
              </a:path>
              <a:path w="352425" h="428625">
                <a:moveTo>
                  <a:pt x="352425" y="25654"/>
                </a:moveTo>
                <a:lnTo>
                  <a:pt x="352171" y="22606"/>
                </a:lnTo>
                <a:lnTo>
                  <a:pt x="351155" y="20193"/>
                </a:lnTo>
                <a:lnTo>
                  <a:pt x="350266" y="17526"/>
                </a:lnTo>
                <a:lnTo>
                  <a:pt x="349123" y="15113"/>
                </a:lnTo>
                <a:lnTo>
                  <a:pt x="347599" y="12700"/>
                </a:lnTo>
                <a:lnTo>
                  <a:pt x="345821" y="10541"/>
                </a:lnTo>
                <a:lnTo>
                  <a:pt x="344297" y="8509"/>
                </a:lnTo>
                <a:lnTo>
                  <a:pt x="327025" y="0"/>
                </a:lnTo>
                <a:lnTo>
                  <a:pt x="322453" y="0"/>
                </a:lnTo>
                <a:lnTo>
                  <a:pt x="322453" y="30226"/>
                </a:lnTo>
                <a:lnTo>
                  <a:pt x="322453" y="398399"/>
                </a:lnTo>
                <a:lnTo>
                  <a:pt x="30226" y="398399"/>
                </a:lnTo>
                <a:lnTo>
                  <a:pt x="30226" y="120523"/>
                </a:lnTo>
                <a:lnTo>
                  <a:pt x="102362" y="120523"/>
                </a:lnTo>
                <a:lnTo>
                  <a:pt x="107188" y="120269"/>
                </a:lnTo>
                <a:lnTo>
                  <a:pt x="125730" y="100584"/>
                </a:lnTo>
                <a:lnTo>
                  <a:pt x="125857" y="99060"/>
                </a:lnTo>
                <a:lnTo>
                  <a:pt x="125984" y="38100"/>
                </a:lnTo>
                <a:lnTo>
                  <a:pt x="125984" y="30226"/>
                </a:lnTo>
                <a:lnTo>
                  <a:pt x="322453" y="30226"/>
                </a:lnTo>
                <a:lnTo>
                  <a:pt x="322453" y="0"/>
                </a:lnTo>
                <a:lnTo>
                  <a:pt x="109855" y="0"/>
                </a:lnTo>
                <a:lnTo>
                  <a:pt x="107442" y="254"/>
                </a:lnTo>
                <a:lnTo>
                  <a:pt x="105918" y="762"/>
                </a:lnTo>
                <a:lnTo>
                  <a:pt x="105918" y="38100"/>
                </a:lnTo>
                <a:lnTo>
                  <a:pt x="105918" y="97536"/>
                </a:lnTo>
                <a:lnTo>
                  <a:pt x="105410" y="98806"/>
                </a:lnTo>
                <a:lnTo>
                  <a:pt x="105029" y="99695"/>
                </a:lnTo>
                <a:lnTo>
                  <a:pt x="103886" y="100584"/>
                </a:lnTo>
                <a:lnTo>
                  <a:pt x="43561" y="100584"/>
                </a:lnTo>
                <a:lnTo>
                  <a:pt x="105918" y="38100"/>
                </a:lnTo>
                <a:lnTo>
                  <a:pt x="105918" y="762"/>
                </a:lnTo>
                <a:lnTo>
                  <a:pt x="8509" y="92456"/>
                </a:lnTo>
                <a:lnTo>
                  <a:pt x="6350" y="94488"/>
                </a:lnTo>
                <a:lnTo>
                  <a:pt x="4826" y="96901"/>
                </a:lnTo>
                <a:lnTo>
                  <a:pt x="3302" y="99060"/>
                </a:lnTo>
                <a:lnTo>
                  <a:pt x="2159" y="101854"/>
                </a:lnTo>
                <a:lnTo>
                  <a:pt x="1524" y="104267"/>
                </a:lnTo>
                <a:lnTo>
                  <a:pt x="635" y="107188"/>
                </a:lnTo>
                <a:lnTo>
                  <a:pt x="0" y="109982"/>
                </a:lnTo>
                <a:lnTo>
                  <a:pt x="0" y="402971"/>
                </a:lnTo>
                <a:lnTo>
                  <a:pt x="635" y="406019"/>
                </a:lnTo>
                <a:lnTo>
                  <a:pt x="1524" y="408432"/>
                </a:lnTo>
                <a:lnTo>
                  <a:pt x="2159" y="411099"/>
                </a:lnTo>
                <a:lnTo>
                  <a:pt x="3302" y="413512"/>
                </a:lnTo>
                <a:lnTo>
                  <a:pt x="5207" y="415925"/>
                </a:lnTo>
                <a:lnTo>
                  <a:pt x="6985" y="418084"/>
                </a:lnTo>
                <a:lnTo>
                  <a:pt x="8509" y="420116"/>
                </a:lnTo>
                <a:lnTo>
                  <a:pt x="10541" y="422021"/>
                </a:lnTo>
                <a:lnTo>
                  <a:pt x="12700" y="423545"/>
                </a:lnTo>
                <a:lnTo>
                  <a:pt x="15113" y="425323"/>
                </a:lnTo>
                <a:lnTo>
                  <a:pt x="17907" y="426466"/>
                </a:lnTo>
                <a:lnTo>
                  <a:pt x="20320" y="427355"/>
                </a:lnTo>
                <a:lnTo>
                  <a:pt x="22733" y="427990"/>
                </a:lnTo>
                <a:lnTo>
                  <a:pt x="25781" y="428625"/>
                </a:lnTo>
                <a:lnTo>
                  <a:pt x="327025" y="428625"/>
                </a:lnTo>
                <a:lnTo>
                  <a:pt x="329692" y="427990"/>
                </a:lnTo>
                <a:lnTo>
                  <a:pt x="332486" y="427355"/>
                </a:lnTo>
                <a:lnTo>
                  <a:pt x="345821" y="418084"/>
                </a:lnTo>
                <a:lnTo>
                  <a:pt x="347599" y="415925"/>
                </a:lnTo>
                <a:lnTo>
                  <a:pt x="349123" y="413512"/>
                </a:lnTo>
                <a:lnTo>
                  <a:pt x="350266" y="411099"/>
                </a:lnTo>
                <a:lnTo>
                  <a:pt x="351155" y="408432"/>
                </a:lnTo>
                <a:lnTo>
                  <a:pt x="352171" y="406019"/>
                </a:lnTo>
                <a:lnTo>
                  <a:pt x="352425" y="402971"/>
                </a:lnTo>
                <a:lnTo>
                  <a:pt x="352425" y="398399"/>
                </a:lnTo>
                <a:lnTo>
                  <a:pt x="352425" y="30226"/>
                </a:lnTo>
                <a:lnTo>
                  <a:pt x="352425" y="256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71975" y="8258175"/>
            <a:ext cx="2533650" cy="1524000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10949051" y="7005675"/>
            <a:ext cx="3333750" cy="2952115"/>
          </a:xfrm>
          <a:prstGeom prst="rect">
            <a:avLst/>
          </a:prstGeom>
          <a:ln w="9525">
            <a:solidFill>
              <a:srgbClr val="460968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42545">
              <a:lnSpc>
                <a:spcPts val="1595"/>
              </a:lnSpc>
              <a:spcBef>
                <a:spcPts val="315"/>
              </a:spcBef>
            </a:pP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Scalable</a:t>
            </a:r>
            <a:r>
              <a:rPr sz="135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governance</a:t>
            </a:r>
            <a:r>
              <a:rPr sz="135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structure</a:t>
            </a:r>
            <a:endParaRPr sz="1350">
              <a:latin typeface="Century Gothic"/>
              <a:cs typeface="Century Gothic"/>
            </a:endParaRPr>
          </a:p>
          <a:p>
            <a:pPr marL="42545">
              <a:lnSpc>
                <a:spcPts val="1595"/>
              </a:lnSpc>
            </a:pPr>
            <a:r>
              <a:rPr sz="1350" dirty="0">
                <a:solidFill>
                  <a:srgbClr val="7E7E7E"/>
                </a:solidFill>
                <a:latin typeface="Arial"/>
                <a:cs typeface="Arial"/>
              </a:rPr>
              <a:t>—</a:t>
            </a:r>
            <a:r>
              <a:rPr sz="1350" spc="2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350" dirty="0">
                <a:latin typeface="Century Gothic"/>
                <a:cs typeface="Century Gothic"/>
              </a:rPr>
              <a:t>A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governance</a:t>
            </a:r>
            <a:r>
              <a:rPr sz="1350" spc="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structure</a:t>
            </a:r>
            <a:r>
              <a:rPr sz="1350" spc="-7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that</a:t>
            </a:r>
            <a:r>
              <a:rPr sz="1350" spc="-25" dirty="0">
                <a:latin typeface="Century Gothic"/>
                <a:cs typeface="Century Gothic"/>
              </a:rPr>
              <a:t> is</a:t>
            </a:r>
            <a:endParaRPr sz="1350">
              <a:latin typeface="Century Gothic"/>
              <a:cs typeface="Century Gothic"/>
            </a:endParaRPr>
          </a:p>
          <a:p>
            <a:pPr marL="299720">
              <a:lnSpc>
                <a:spcPts val="1595"/>
              </a:lnSpc>
              <a:spcBef>
                <a:spcPts val="35"/>
              </a:spcBef>
            </a:pPr>
            <a:r>
              <a:rPr sz="1350" dirty="0">
                <a:latin typeface="Century Gothic"/>
                <a:cs typeface="Century Gothic"/>
              </a:rPr>
              <a:t>scalable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-7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appropriate</a:t>
            </a:r>
            <a:r>
              <a:rPr sz="1350" spc="-3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to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spc="-25" dirty="0">
                <a:latin typeface="Century Gothic"/>
                <a:cs typeface="Century Gothic"/>
              </a:rPr>
              <a:t>the</a:t>
            </a:r>
            <a:endParaRPr sz="1350">
              <a:latin typeface="Century Gothic"/>
              <a:cs typeface="Century Gothic"/>
            </a:endParaRPr>
          </a:p>
          <a:p>
            <a:pPr marL="299720">
              <a:lnSpc>
                <a:spcPts val="1595"/>
              </a:lnSpc>
            </a:pPr>
            <a:r>
              <a:rPr sz="1350" dirty="0">
                <a:latin typeface="Century Gothic"/>
                <a:cs typeface="Century Gothic"/>
              </a:rPr>
              <a:t>program</a:t>
            </a:r>
            <a:r>
              <a:rPr sz="1350" spc="-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size</a:t>
            </a:r>
            <a:r>
              <a:rPr sz="1350" spc="-6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complexity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0944288" y="6458013"/>
            <a:ext cx="3343275" cy="542290"/>
            <a:chOff x="10944288" y="6458013"/>
            <a:chExt cx="3343275" cy="542290"/>
          </a:xfrm>
        </p:grpSpPr>
        <p:sp>
          <p:nvSpPr>
            <p:cNvPr id="63" name="object 63"/>
            <p:cNvSpPr/>
            <p:nvPr/>
          </p:nvSpPr>
          <p:spPr>
            <a:xfrm>
              <a:off x="10949051" y="6462776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5">
                  <a:moveTo>
                    <a:pt x="3226943" y="0"/>
                  </a:moveTo>
                  <a:lnTo>
                    <a:pt x="0" y="0"/>
                  </a:lnTo>
                  <a:lnTo>
                    <a:pt x="0" y="532511"/>
                  </a:lnTo>
                  <a:lnTo>
                    <a:pt x="3333368" y="532511"/>
                  </a:lnTo>
                  <a:lnTo>
                    <a:pt x="3330702" y="68707"/>
                  </a:lnTo>
                  <a:lnTo>
                    <a:pt x="3282187" y="12826"/>
                  </a:lnTo>
                  <a:lnTo>
                    <a:pt x="3226943" y="0"/>
                  </a:lnTo>
                  <a:close/>
                </a:path>
              </a:pathLst>
            </a:custGeom>
            <a:solidFill>
              <a:srgbClr val="460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949051" y="6462776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5">
                  <a:moveTo>
                    <a:pt x="3226943" y="0"/>
                  </a:moveTo>
                  <a:lnTo>
                    <a:pt x="0" y="0"/>
                  </a:lnTo>
                  <a:lnTo>
                    <a:pt x="0" y="532511"/>
                  </a:lnTo>
                  <a:lnTo>
                    <a:pt x="3333368" y="532511"/>
                  </a:lnTo>
                  <a:lnTo>
                    <a:pt x="3330702" y="68707"/>
                  </a:lnTo>
                  <a:lnTo>
                    <a:pt x="3282187" y="12826"/>
                  </a:lnTo>
                  <a:lnTo>
                    <a:pt x="3226943" y="0"/>
                  </a:lnTo>
                  <a:close/>
                </a:path>
              </a:pathLst>
            </a:custGeom>
            <a:ln w="9525">
              <a:solidFill>
                <a:srgbClr val="4609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0979404" y="6603682"/>
            <a:ext cx="119507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Governance</a:t>
            </a:r>
            <a:endParaRPr sz="1500">
              <a:latin typeface="Century Gothic"/>
              <a:cs typeface="Century Gothic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1104617" y="8275790"/>
            <a:ext cx="3013075" cy="1603375"/>
            <a:chOff x="11104617" y="8275790"/>
            <a:chExt cx="3013075" cy="1603375"/>
          </a:xfrm>
        </p:grpSpPr>
        <p:pic>
          <p:nvPicPr>
            <p:cNvPr id="67" name="object 6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104617" y="8275790"/>
              <a:ext cx="3012965" cy="160306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153775" y="8315324"/>
              <a:ext cx="2819400" cy="141922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1149076" y="8320100"/>
              <a:ext cx="2838450" cy="1428750"/>
            </a:xfrm>
            <a:custGeom>
              <a:avLst/>
              <a:gdLst/>
              <a:ahLst/>
              <a:cxnLst/>
              <a:rect l="l" t="t" r="r" b="b"/>
              <a:pathLst>
                <a:path w="2838450" h="1428750">
                  <a:moveTo>
                    <a:pt x="0" y="1428496"/>
                  </a:moveTo>
                  <a:lnTo>
                    <a:pt x="2838195" y="1428496"/>
                  </a:lnTo>
                  <a:lnTo>
                    <a:pt x="2838195" y="0"/>
                  </a:lnTo>
                  <a:lnTo>
                    <a:pt x="0" y="0"/>
                  </a:lnTo>
                  <a:lnTo>
                    <a:pt x="0" y="1428496"/>
                  </a:lnTo>
                  <a:close/>
                </a:path>
              </a:pathLst>
            </a:custGeom>
            <a:ln w="60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13849350" y="6553200"/>
            <a:ext cx="351790" cy="363855"/>
            <a:chOff x="13849350" y="6553200"/>
            <a:chExt cx="351790" cy="363855"/>
          </a:xfrm>
        </p:grpSpPr>
        <p:sp>
          <p:nvSpPr>
            <p:cNvPr id="71" name="object 71"/>
            <p:cNvSpPr/>
            <p:nvPr/>
          </p:nvSpPr>
          <p:spPr>
            <a:xfrm>
              <a:off x="13849350" y="6553199"/>
              <a:ext cx="351790" cy="285115"/>
            </a:xfrm>
            <a:custGeom>
              <a:avLst/>
              <a:gdLst/>
              <a:ahLst/>
              <a:cxnLst/>
              <a:rect l="l" t="t" r="r" b="b"/>
              <a:pathLst>
                <a:path w="351790" h="285115">
                  <a:moveTo>
                    <a:pt x="85217" y="115570"/>
                  </a:moveTo>
                  <a:lnTo>
                    <a:pt x="77343" y="104775"/>
                  </a:lnTo>
                  <a:lnTo>
                    <a:pt x="34925" y="104775"/>
                  </a:lnTo>
                  <a:lnTo>
                    <a:pt x="28575" y="115570"/>
                  </a:lnTo>
                  <a:lnTo>
                    <a:pt x="28575" y="275463"/>
                  </a:lnTo>
                  <a:lnTo>
                    <a:pt x="34925" y="284861"/>
                  </a:lnTo>
                  <a:lnTo>
                    <a:pt x="77343" y="284861"/>
                  </a:lnTo>
                  <a:lnTo>
                    <a:pt x="85217" y="275463"/>
                  </a:lnTo>
                  <a:lnTo>
                    <a:pt x="85217" y="115570"/>
                  </a:lnTo>
                  <a:close/>
                </a:path>
                <a:path w="351790" h="285115">
                  <a:moveTo>
                    <a:pt x="199644" y="115570"/>
                  </a:moveTo>
                  <a:lnTo>
                    <a:pt x="194310" y="104775"/>
                  </a:lnTo>
                  <a:lnTo>
                    <a:pt x="159004" y="104775"/>
                  </a:lnTo>
                  <a:lnTo>
                    <a:pt x="152400" y="115570"/>
                  </a:lnTo>
                  <a:lnTo>
                    <a:pt x="152400" y="275463"/>
                  </a:lnTo>
                  <a:lnTo>
                    <a:pt x="159004" y="284861"/>
                  </a:lnTo>
                  <a:lnTo>
                    <a:pt x="194310" y="284861"/>
                  </a:lnTo>
                  <a:lnTo>
                    <a:pt x="199644" y="275463"/>
                  </a:lnTo>
                  <a:lnTo>
                    <a:pt x="199644" y="115570"/>
                  </a:lnTo>
                  <a:close/>
                </a:path>
                <a:path w="351790" h="285115">
                  <a:moveTo>
                    <a:pt x="313944" y="115570"/>
                  </a:moveTo>
                  <a:lnTo>
                    <a:pt x="308610" y="104775"/>
                  </a:lnTo>
                  <a:lnTo>
                    <a:pt x="273304" y="104775"/>
                  </a:lnTo>
                  <a:lnTo>
                    <a:pt x="266700" y="115570"/>
                  </a:lnTo>
                  <a:lnTo>
                    <a:pt x="266700" y="275463"/>
                  </a:lnTo>
                  <a:lnTo>
                    <a:pt x="273304" y="284861"/>
                  </a:lnTo>
                  <a:lnTo>
                    <a:pt x="308610" y="284861"/>
                  </a:lnTo>
                  <a:lnTo>
                    <a:pt x="313944" y="275463"/>
                  </a:lnTo>
                  <a:lnTo>
                    <a:pt x="313944" y="115570"/>
                  </a:lnTo>
                  <a:close/>
                </a:path>
                <a:path w="351790" h="285115">
                  <a:moveTo>
                    <a:pt x="351536" y="85344"/>
                  </a:moveTo>
                  <a:lnTo>
                    <a:pt x="176911" y="0"/>
                  </a:lnTo>
                  <a:lnTo>
                    <a:pt x="0" y="85344"/>
                  </a:lnTo>
                  <a:lnTo>
                    <a:pt x="351536" y="85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3863700" y="6910324"/>
              <a:ext cx="333375" cy="0"/>
            </a:xfrm>
            <a:custGeom>
              <a:avLst/>
              <a:gdLst/>
              <a:ahLst/>
              <a:cxnLst/>
              <a:rect l="l" t="t" r="r" b="b"/>
              <a:pathLst>
                <a:path w="33337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ln w="1341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3863700" y="6891274"/>
              <a:ext cx="94615" cy="0"/>
            </a:xfrm>
            <a:custGeom>
              <a:avLst/>
              <a:gdLst/>
              <a:ahLst/>
              <a:cxnLst/>
              <a:rect l="l" t="t" r="r" b="b"/>
              <a:pathLst>
                <a:path w="94615">
                  <a:moveTo>
                    <a:pt x="0" y="0"/>
                  </a:moveTo>
                  <a:lnTo>
                    <a:pt x="94487" y="0"/>
                  </a:lnTo>
                </a:path>
              </a:pathLst>
            </a:custGeom>
            <a:ln w="88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3863700" y="6881749"/>
              <a:ext cx="333375" cy="0"/>
            </a:xfrm>
            <a:custGeom>
              <a:avLst/>
              <a:gdLst/>
              <a:ahLst/>
              <a:cxnLst/>
              <a:rect l="l" t="t" r="r" b="b"/>
              <a:pathLst>
                <a:path w="33337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ln w="76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4101825" y="6891274"/>
              <a:ext cx="94615" cy="0"/>
            </a:xfrm>
            <a:custGeom>
              <a:avLst/>
              <a:gdLst/>
              <a:ahLst/>
              <a:cxnLst/>
              <a:rect l="l" t="t" r="r" b="b"/>
              <a:pathLst>
                <a:path w="94615">
                  <a:moveTo>
                    <a:pt x="0" y="0"/>
                  </a:moveTo>
                  <a:lnTo>
                    <a:pt x="94487" y="0"/>
                  </a:lnTo>
                </a:path>
              </a:pathLst>
            </a:custGeom>
            <a:ln w="90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14492351" y="3319526"/>
            <a:ext cx="3333750" cy="2961640"/>
          </a:xfrm>
          <a:prstGeom prst="rect">
            <a:avLst/>
          </a:prstGeom>
          <a:ln w="9525">
            <a:solidFill>
              <a:srgbClr val="005EB8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9370">
              <a:lnSpc>
                <a:spcPts val="1600"/>
              </a:lnSpc>
              <a:spcBef>
                <a:spcPts val="330"/>
              </a:spcBef>
            </a:pPr>
            <a:r>
              <a:rPr sz="135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Identifying</a:t>
            </a:r>
            <a:r>
              <a:rPr sz="135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the</a:t>
            </a:r>
            <a:r>
              <a:rPr sz="135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best</a:t>
            </a:r>
            <a:r>
              <a:rPr sz="1350" b="1" spc="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options</a:t>
            </a:r>
            <a:endParaRPr sz="1350">
              <a:latin typeface="Century Gothic"/>
              <a:cs typeface="Century Gothic"/>
            </a:endParaRPr>
          </a:p>
          <a:p>
            <a:pPr marL="39370">
              <a:lnSpc>
                <a:spcPts val="1600"/>
              </a:lnSpc>
            </a:pPr>
            <a:r>
              <a:rPr sz="1350" dirty="0">
                <a:solidFill>
                  <a:srgbClr val="7E7E7E"/>
                </a:solidFill>
                <a:latin typeface="Arial"/>
                <a:cs typeface="Arial"/>
              </a:rPr>
              <a:t>—</a:t>
            </a:r>
            <a:r>
              <a:rPr sz="1350" spc="27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350" dirty="0">
                <a:latin typeface="Century Gothic"/>
                <a:cs typeface="Century Gothic"/>
              </a:rPr>
              <a:t>Blueprint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for</a:t>
            </a:r>
            <a:r>
              <a:rPr sz="1350" spc="-4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how</a:t>
            </a:r>
            <a:r>
              <a:rPr sz="1350" spc="-10" dirty="0">
                <a:latin typeface="Century Gothic"/>
                <a:cs typeface="Century Gothic"/>
              </a:rPr>
              <a:t> assessing</a:t>
            </a:r>
            <a:endParaRPr sz="1350">
              <a:latin typeface="Century Gothic"/>
              <a:cs typeface="Century Gothic"/>
            </a:endParaRPr>
          </a:p>
          <a:p>
            <a:pPr marL="296545">
              <a:lnSpc>
                <a:spcPts val="1600"/>
              </a:lnSpc>
              <a:spcBef>
                <a:spcPts val="35"/>
              </a:spcBef>
            </a:pPr>
            <a:r>
              <a:rPr sz="1350" spc="-10" dirty="0">
                <a:latin typeface="Century Gothic"/>
                <a:cs typeface="Century Gothic"/>
              </a:rPr>
              <a:t>workloads</a:t>
            </a:r>
            <a:r>
              <a:rPr sz="1350" spc="-3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-5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applications</a:t>
            </a:r>
            <a:r>
              <a:rPr sz="1350" spc="-25" dirty="0">
                <a:latin typeface="Century Gothic"/>
                <a:cs typeface="Century Gothic"/>
              </a:rPr>
              <a:t> to</a:t>
            </a:r>
            <a:endParaRPr sz="1350">
              <a:latin typeface="Century Gothic"/>
              <a:cs typeface="Century Gothic"/>
            </a:endParaRPr>
          </a:p>
          <a:p>
            <a:pPr marL="296545">
              <a:lnSpc>
                <a:spcPts val="1595"/>
              </a:lnSpc>
            </a:pPr>
            <a:r>
              <a:rPr sz="1350" dirty="0">
                <a:latin typeface="Century Gothic"/>
                <a:cs typeface="Century Gothic"/>
              </a:rPr>
              <a:t>determine</a:t>
            </a:r>
            <a:r>
              <a:rPr sz="1350" spc="-8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value</a:t>
            </a:r>
            <a:r>
              <a:rPr sz="1350" spc="-1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of cloud</a:t>
            </a:r>
            <a:r>
              <a:rPr sz="1350" spc="-5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migration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4487588" y="2781363"/>
            <a:ext cx="3343275" cy="542290"/>
            <a:chOff x="14487588" y="2781363"/>
            <a:chExt cx="3343275" cy="542290"/>
          </a:xfrm>
        </p:grpSpPr>
        <p:sp>
          <p:nvSpPr>
            <p:cNvPr id="78" name="object 78"/>
            <p:cNvSpPr/>
            <p:nvPr/>
          </p:nvSpPr>
          <p:spPr>
            <a:xfrm>
              <a:off x="14492351" y="2786126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4">
                  <a:moveTo>
                    <a:pt x="3227196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33622" y="532510"/>
                  </a:lnTo>
                  <a:lnTo>
                    <a:pt x="3330955" y="68706"/>
                  </a:lnTo>
                  <a:lnTo>
                    <a:pt x="3282441" y="12826"/>
                  </a:lnTo>
                  <a:lnTo>
                    <a:pt x="3227196" y="0"/>
                  </a:lnTo>
                  <a:close/>
                </a:path>
              </a:pathLst>
            </a:custGeom>
            <a:solidFill>
              <a:srgbClr val="005E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4492351" y="2786126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4">
                  <a:moveTo>
                    <a:pt x="3227196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33622" y="532510"/>
                  </a:lnTo>
                  <a:lnTo>
                    <a:pt x="3330955" y="68706"/>
                  </a:lnTo>
                  <a:lnTo>
                    <a:pt x="3282441" y="12826"/>
                  </a:lnTo>
                  <a:lnTo>
                    <a:pt x="3227196" y="0"/>
                  </a:lnTo>
                  <a:close/>
                </a:path>
              </a:pathLst>
            </a:custGeom>
            <a:ln w="9525">
              <a:solidFill>
                <a:srgbClr val="005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1021059" y="2919983"/>
            <a:ext cx="56451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0279" algn="l"/>
              </a:tabLst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Benefit</a:t>
            </a:r>
            <a:r>
              <a:rPr sz="1500" b="1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500" b="1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Finance</a:t>
            </a:r>
            <a:r>
              <a:rPr sz="15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Managem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	Cloud</a:t>
            </a:r>
            <a:r>
              <a:rPr sz="1500" b="1" spc="-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Suitability</a:t>
            </a:r>
            <a:r>
              <a:rPr sz="15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Toolkit</a:t>
            </a:r>
            <a:endParaRPr sz="1500">
              <a:latin typeface="Century Gothic"/>
              <a:cs typeface="Century Gothic"/>
            </a:endParaRPr>
          </a:p>
        </p:txBody>
      </p:sp>
      <p:pic>
        <p:nvPicPr>
          <p:cNvPr id="81" name="object 8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820900" y="4629150"/>
            <a:ext cx="2657475" cy="1438275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14473301" y="7015200"/>
            <a:ext cx="3333750" cy="2952115"/>
          </a:xfrm>
          <a:prstGeom prst="rect">
            <a:avLst/>
          </a:prstGeom>
          <a:ln w="9525">
            <a:solidFill>
              <a:srgbClr val="6C1F77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40640">
              <a:lnSpc>
                <a:spcPts val="1600"/>
              </a:lnSpc>
              <a:spcBef>
                <a:spcPts val="320"/>
              </a:spcBef>
            </a:pP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Leading</a:t>
            </a:r>
            <a:r>
              <a:rPr sz="135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practices</a:t>
            </a:r>
            <a:endParaRPr sz="1350">
              <a:latin typeface="Century Gothic"/>
              <a:cs typeface="Century Gothic"/>
            </a:endParaRPr>
          </a:p>
          <a:p>
            <a:pPr marL="40640">
              <a:lnSpc>
                <a:spcPts val="1600"/>
              </a:lnSpc>
            </a:pPr>
            <a:r>
              <a:rPr sz="1350" dirty="0">
                <a:solidFill>
                  <a:srgbClr val="7E7E7E"/>
                </a:solidFill>
                <a:latin typeface="Arial"/>
                <a:cs typeface="Arial"/>
              </a:rPr>
              <a:t>—</a:t>
            </a:r>
            <a:r>
              <a:rPr sz="1350" spc="2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350" dirty="0">
                <a:latin typeface="Century Gothic"/>
                <a:cs typeface="Century Gothic"/>
              </a:rPr>
              <a:t>Leading</a:t>
            </a:r>
            <a:r>
              <a:rPr sz="1350" spc="5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practice</a:t>
            </a:r>
            <a:r>
              <a:rPr sz="1350" spc="-6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asset</a:t>
            </a:r>
            <a:r>
              <a:rPr sz="1350" spc="5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lifecycle</a:t>
            </a:r>
            <a:endParaRPr sz="1350">
              <a:latin typeface="Century Gothic"/>
              <a:cs typeface="Century Gothic"/>
            </a:endParaRPr>
          </a:p>
          <a:p>
            <a:pPr marL="297815" marR="367030">
              <a:lnSpc>
                <a:spcPct val="100400"/>
              </a:lnSpc>
              <a:spcBef>
                <a:spcPts val="20"/>
              </a:spcBef>
            </a:pPr>
            <a:r>
              <a:rPr sz="1350" dirty="0">
                <a:latin typeface="Century Gothic"/>
                <a:cs typeface="Century Gothic"/>
              </a:rPr>
              <a:t>process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pack.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Provides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ability</a:t>
            </a:r>
            <a:r>
              <a:rPr sz="1350" spc="-65" dirty="0">
                <a:latin typeface="Century Gothic"/>
                <a:cs typeface="Century Gothic"/>
              </a:rPr>
              <a:t> </a:t>
            </a:r>
            <a:r>
              <a:rPr sz="1350" spc="-25" dirty="0">
                <a:latin typeface="Century Gothic"/>
                <a:cs typeface="Century Gothic"/>
              </a:rPr>
              <a:t>to </a:t>
            </a:r>
            <a:r>
              <a:rPr sz="1350" dirty="0">
                <a:latin typeface="Century Gothic"/>
                <a:cs typeface="Century Gothic"/>
              </a:rPr>
              <a:t>fine tune</a:t>
            </a:r>
            <a:r>
              <a:rPr sz="1350" spc="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or</a:t>
            </a:r>
            <a:r>
              <a:rPr sz="1350" spc="-5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revamp</a:t>
            </a:r>
            <a:r>
              <a:rPr sz="1350" spc="35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hardware </a:t>
            </a:r>
            <a:r>
              <a:rPr sz="1350" dirty="0">
                <a:latin typeface="Century Gothic"/>
                <a:cs typeface="Century Gothic"/>
              </a:rPr>
              <a:t>lifecycle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process</a:t>
            </a:r>
            <a:r>
              <a:rPr sz="1350" spc="-2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from</a:t>
            </a:r>
            <a:r>
              <a:rPr sz="1350" spc="-3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request </a:t>
            </a:r>
            <a:r>
              <a:rPr sz="1350" dirty="0">
                <a:latin typeface="Century Gothic"/>
                <a:cs typeface="Century Gothic"/>
              </a:rPr>
              <a:t>through </a:t>
            </a:r>
            <a:r>
              <a:rPr sz="1350" spc="-10" dirty="0">
                <a:latin typeface="Century Gothic"/>
                <a:cs typeface="Century Gothic"/>
              </a:rPr>
              <a:t>disposal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4709775" y="8394700"/>
            <a:ext cx="2841625" cy="1317625"/>
            <a:chOff x="14709775" y="8394700"/>
            <a:chExt cx="2841625" cy="1317625"/>
          </a:xfrm>
        </p:grpSpPr>
        <p:pic>
          <p:nvPicPr>
            <p:cNvPr id="84" name="object 8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525750" y="8763000"/>
              <a:ext cx="2019300" cy="942975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5522575" y="8759825"/>
              <a:ext cx="2025650" cy="949325"/>
            </a:xfrm>
            <a:custGeom>
              <a:avLst/>
              <a:gdLst/>
              <a:ahLst/>
              <a:cxnLst/>
              <a:rect l="l" t="t" r="r" b="b"/>
              <a:pathLst>
                <a:path w="2025650" h="949325">
                  <a:moveTo>
                    <a:pt x="0" y="949325"/>
                  </a:moveTo>
                  <a:lnTo>
                    <a:pt x="2025650" y="949325"/>
                  </a:lnTo>
                  <a:lnTo>
                    <a:pt x="2025650" y="0"/>
                  </a:lnTo>
                  <a:lnTo>
                    <a:pt x="0" y="0"/>
                  </a:lnTo>
                  <a:lnTo>
                    <a:pt x="0" y="949325"/>
                  </a:lnTo>
                  <a:close/>
                </a:path>
              </a:pathLst>
            </a:custGeom>
            <a:ln w="6350">
              <a:solidFill>
                <a:srgbClr val="A9A8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173325" y="8591550"/>
              <a:ext cx="2028825" cy="942975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15170150" y="8588375"/>
              <a:ext cx="2035175" cy="949325"/>
            </a:xfrm>
            <a:custGeom>
              <a:avLst/>
              <a:gdLst/>
              <a:ahLst/>
              <a:cxnLst/>
              <a:rect l="l" t="t" r="r" b="b"/>
              <a:pathLst>
                <a:path w="2035175" h="949325">
                  <a:moveTo>
                    <a:pt x="0" y="949325"/>
                  </a:moveTo>
                  <a:lnTo>
                    <a:pt x="2035175" y="949325"/>
                  </a:lnTo>
                  <a:lnTo>
                    <a:pt x="2035175" y="0"/>
                  </a:lnTo>
                  <a:lnTo>
                    <a:pt x="0" y="0"/>
                  </a:lnTo>
                  <a:lnTo>
                    <a:pt x="0" y="949325"/>
                  </a:lnTo>
                  <a:close/>
                </a:path>
              </a:pathLst>
            </a:custGeom>
            <a:ln w="6350">
              <a:solidFill>
                <a:srgbClr val="A9A8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716125" y="8401050"/>
              <a:ext cx="2019300" cy="942975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14712950" y="8397875"/>
              <a:ext cx="2025650" cy="949325"/>
            </a:xfrm>
            <a:custGeom>
              <a:avLst/>
              <a:gdLst/>
              <a:ahLst/>
              <a:cxnLst/>
              <a:rect l="l" t="t" r="r" b="b"/>
              <a:pathLst>
                <a:path w="2025650" h="949325">
                  <a:moveTo>
                    <a:pt x="0" y="949325"/>
                  </a:moveTo>
                  <a:lnTo>
                    <a:pt x="2025650" y="949325"/>
                  </a:lnTo>
                  <a:lnTo>
                    <a:pt x="2025650" y="0"/>
                  </a:lnTo>
                  <a:lnTo>
                    <a:pt x="0" y="0"/>
                  </a:lnTo>
                  <a:lnTo>
                    <a:pt x="0" y="949325"/>
                  </a:lnTo>
                  <a:close/>
                </a:path>
              </a:pathLst>
            </a:custGeom>
            <a:ln w="6350">
              <a:solidFill>
                <a:srgbClr val="A9A8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14468538" y="6467538"/>
            <a:ext cx="3343275" cy="542290"/>
            <a:chOff x="14468538" y="6467538"/>
            <a:chExt cx="3343275" cy="542290"/>
          </a:xfrm>
        </p:grpSpPr>
        <p:sp>
          <p:nvSpPr>
            <p:cNvPr id="91" name="object 91"/>
            <p:cNvSpPr/>
            <p:nvPr/>
          </p:nvSpPr>
          <p:spPr>
            <a:xfrm>
              <a:off x="14473301" y="6472301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5">
                  <a:moveTo>
                    <a:pt x="3226942" y="0"/>
                  </a:moveTo>
                  <a:lnTo>
                    <a:pt x="0" y="0"/>
                  </a:lnTo>
                  <a:lnTo>
                    <a:pt x="0" y="532511"/>
                  </a:lnTo>
                  <a:lnTo>
                    <a:pt x="3333368" y="532511"/>
                  </a:lnTo>
                  <a:lnTo>
                    <a:pt x="3330702" y="68707"/>
                  </a:lnTo>
                  <a:lnTo>
                    <a:pt x="3282187" y="12826"/>
                  </a:lnTo>
                  <a:lnTo>
                    <a:pt x="3226942" y="0"/>
                  </a:lnTo>
                  <a:close/>
                </a:path>
              </a:pathLst>
            </a:custGeom>
            <a:solidFill>
              <a:srgbClr val="6C1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4473301" y="6472301"/>
              <a:ext cx="3333750" cy="532765"/>
            </a:xfrm>
            <a:custGeom>
              <a:avLst/>
              <a:gdLst/>
              <a:ahLst/>
              <a:cxnLst/>
              <a:rect l="l" t="t" r="r" b="b"/>
              <a:pathLst>
                <a:path w="3333750" h="532765">
                  <a:moveTo>
                    <a:pt x="3226942" y="0"/>
                  </a:moveTo>
                  <a:lnTo>
                    <a:pt x="0" y="0"/>
                  </a:lnTo>
                  <a:lnTo>
                    <a:pt x="0" y="532511"/>
                  </a:lnTo>
                  <a:lnTo>
                    <a:pt x="3333368" y="532511"/>
                  </a:lnTo>
                  <a:lnTo>
                    <a:pt x="3330702" y="68707"/>
                  </a:lnTo>
                  <a:lnTo>
                    <a:pt x="3282187" y="12826"/>
                  </a:lnTo>
                  <a:lnTo>
                    <a:pt x="3226942" y="0"/>
                  </a:lnTo>
                  <a:close/>
                </a:path>
              </a:pathLst>
            </a:custGeom>
            <a:ln w="9525">
              <a:solidFill>
                <a:srgbClr val="6C1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14501494" y="6499288"/>
            <a:ext cx="21240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Asset</a:t>
            </a:r>
            <a:r>
              <a:rPr sz="1500" b="1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Management</a:t>
            </a:r>
            <a:endParaRPr sz="15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Lifecycle</a:t>
            </a:r>
            <a:r>
              <a:rPr sz="1500" b="1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Process</a:t>
            </a:r>
            <a:r>
              <a:rPr sz="1500" b="1" spc="-10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Pack</a:t>
            </a:r>
            <a:endParaRPr sz="1500">
              <a:latin typeface="Century Gothic"/>
              <a:cs typeface="Century Gothic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17297400" y="6515100"/>
            <a:ext cx="419100" cy="428625"/>
            <a:chOff x="17297400" y="6515100"/>
            <a:chExt cx="419100" cy="428625"/>
          </a:xfrm>
        </p:grpSpPr>
        <p:sp>
          <p:nvSpPr>
            <p:cNvPr id="95" name="object 95"/>
            <p:cNvSpPr/>
            <p:nvPr/>
          </p:nvSpPr>
          <p:spPr>
            <a:xfrm>
              <a:off x="17297400" y="6515100"/>
              <a:ext cx="323850" cy="428625"/>
            </a:xfrm>
            <a:custGeom>
              <a:avLst/>
              <a:gdLst/>
              <a:ahLst/>
              <a:cxnLst/>
              <a:rect l="l" t="t" r="r" b="b"/>
              <a:pathLst>
                <a:path w="323850" h="428625">
                  <a:moveTo>
                    <a:pt x="161798" y="0"/>
                  </a:moveTo>
                  <a:lnTo>
                    <a:pt x="144772" y="3186"/>
                  </a:lnTo>
                  <a:lnTo>
                    <a:pt x="130841" y="11874"/>
                  </a:lnTo>
                  <a:lnTo>
                    <a:pt x="121435" y="24753"/>
                  </a:lnTo>
                  <a:lnTo>
                    <a:pt x="117982" y="40512"/>
                  </a:lnTo>
                  <a:lnTo>
                    <a:pt x="30988" y="40512"/>
                  </a:lnTo>
                  <a:lnTo>
                    <a:pt x="18966" y="42763"/>
                  </a:lnTo>
                  <a:lnTo>
                    <a:pt x="9112" y="48895"/>
                  </a:lnTo>
                  <a:lnTo>
                    <a:pt x="2448" y="57979"/>
                  </a:lnTo>
                  <a:lnTo>
                    <a:pt x="0" y="69087"/>
                  </a:lnTo>
                  <a:lnTo>
                    <a:pt x="0" y="400176"/>
                  </a:lnTo>
                  <a:lnTo>
                    <a:pt x="2448" y="411212"/>
                  </a:lnTo>
                  <a:lnTo>
                    <a:pt x="9112" y="420258"/>
                  </a:lnTo>
                  <a:lnTo>
                    <a:pt x="18966" y="426376"/>
                  </a:lnTo>
                  <a:lnTo>
                    <a:pt x="30988" y="428625"/>
                  </a:lnTo>
                  <a:lnTo>
                    <a:pt x="292861" y="428625"/>
                  </a:lnTo>
                  <a:lnTo>
                    <a:pt x="304883" y="426376"/>
                  </a:lnTo>
                  <a:lnTo>
                    <a:pt x="314737" y="420258"/>
                  </a:lnTo>
                  <a:lnTo>
                    <a:pt x="321401" y="411212"/>
                  </a:lnTo>
                  <a:lnTo>
                    <a:pt x="323850" y="400176"/>
                  </a:lnTo>
                  <a:lnTo>
                    <a:pt x="323850" y="385825"/>
                  </a:lnTo>
                  <a:lnTo>
                    <a:pt x="46482" y="385825"/>
                  </a:lnTo>
                  <a:lnTo>
                    <a:pt x="46482" y="83312"/>
                  </a:lnTo>
                  <a:lnTo>
                    <a:pt x="323850" y="83312"/>
                  </a:lnTo>
                  <a:lnTo>
                    <a:pt x="323850" y="69087"/>
                  </a:lnTo>
                  <a:lnTo>
                    <a:pt x="321554" y="58674"/>
                  </a:lnTo>
                  <a:lnTo>
                    <a:pt x="161798" y="58674"/>
                  </a:lnTo>
                  <a:lnTo>
                    <a:pt x="154168" y="57229"/>
                  </a:lnTo>
                  <a:lnTo>
                    <a:pt x="147907" y="53308"/>
                  </a:lnTo>
                  <a:lnTo>
                    <a:pt x="143670" y="47529"/>
                  </a:lnTo>
                  <a:lnTo>
                    <a:pt x="142113" y="40512"/>
                  </a:lnTo>
                  <a:lnTo>
                    <a:pt x="143670" y="33462"/>
                  </a:lnTo>
                  <a:lnTo>
                    <a:pt x="147907" y="27733"/>
                  </a:lnTo>
                  <a:lnTo>
                    <a:pt x="154168" y="23885"/>
                  </a:lnTo>
                  <a:lnTo>
                    <a:pt x="161798" y="22478"/>
                  </a:lnTo>
                  <a:lnTo>
                    <a:pt x="200744" y="22478"/>
                  </a:lnTo>
                  <a:lnTo>
                    <a:pt x="192976" y="11874"/>
                  </a:lnTo>
                  <a:lnTo>
                    <a:pt x="178970" y="3186"/>
                  </a:lnTo>
                  <a:lnTo>
                    <a:pt x="161798" y="0"/>
                  </a:lnTo>
                  <a:close/>
                </a:path>
                <a:path w="323850" h="428625">
                  <a:moveTo>
                    <a:pt x="323850" y="83312"/>
                  </a:moveTo>
                  <a:lnTo>
                    <a:pt x="277367" y="83312"/>
                  </a:lnTo>
                  <a:lnTo>
                    <a:pt x="277367" y="116204"/>
                  </a:lnTo>
                  <a:lnTo>
                    <a:pt x="279175" y="124501"/>
                  </a:lnTo>
                  <a:lnTo>
                    <a:pt x="284114" y="131238"/>
                  </a:lnTo>
                  <a:lnTo>
                    <a:pt x="291459" y="135761"/>
                  </a:lnTo>
                  <a:lnTo>
                    <a:pt x="300482" y="137413"/>
                  </a:lnTo>
                  <a:lnTo>
                    <a:pt x="309544" y="135761"/>
                  </a:lnTo>
                  <a:lnTo>
                    <a:pt x="316976" y="131238"/>
                  </a:lnTo>
                  <a:lnTo>
                    <a:pt x="322002" y="124501"/>
                  </a:lnTo>
                  <a:lnTo>
                    <a:pt x="323850" y="116204"/>
                  </a:lnTo>
                  <a:lnTo>
                    <a:pt x="323850" y="83312"/>
                  </a:lnTo>
                  <a:close/>
                </a:path>
                <a:path w="323850" h="428625">
                  <a:moveTo>
                    <a:pt x="242696" y="83312"/>
                  </a:moveTo>
                  <a:lnTo>
                    <a:pt x="87248" y="83312"/>
                  </a:lnTo>
                  <a:lnTo>
                    <a:pt x="90939" y="92588"/>
                  </a:lnTo>
                  <a:lnTo>
                    <a:pt x="97726" y="99996"/>
                  </a:lnTo>
                  <a:lnTo>
                    <a:pt x="106894" y="104903"/>
                  </a:lnTo>
                  <a:lnTo>
                    <a:pt x="117728" y="106679"/>
                  </a:lnTo>
                  <a:lnTo>
                    <a:pt x="212217" y="106679"/>
                  </a:lnTo>
                  <a:lnTo>
                    <a:pt x="223033" y="104903"/>
                  </a:lnTo>
                  <a:lnTo>
                    <a:pt x="232171" y="99996"/>
                  </a:lnTo>
                  <a:lnTo>
                    <a:pt x="238952" y="92588"/>
                  </a:lnTo>
                  <a:lnTo>
                    <a:pt x="242696" y="83312"/>
                  </a:lnTo>
                  <a:close/>
                </a:path>
                <a:path w="323850" h="428625">
                  <a:moveTo>
                    <a:pt x="200744" y="22478"/>
                  </a:moveTo>
                  <a:lnTo>
                    <a:pt x="161798" y="22478"/>
                  </a:lnTo>
                  <a:lnTo>
                    <a:pt x="169574" y="23885"/>
                  </a:lnTo>
                  <a:lnTo>
                    <a:pt x="175910" y="27733"/>
                  </a:lnTo>
                  <a:lnTo>
                    <a:pt x="180175" y="33462"/>
                  </a:lnTo>
                  <a:lnTo>
                    <a:pt x="181736" y="40512"/>
                  </a:lnTo>
                  <a:lnTo>
                    <a:pt x="180175" y="47529"/>
                  </a:lnTo>
                  <a:lnTo>
                    <a:pt x="175910" y="53308"/>
                  </a:lnTo>
                  <a:lnTo>
                    <a:pt x="169574" y="57229"/>
                  </a:lnTo>
                  <a:lnTo>
                    <a:pt x="161798" y="58674"/>
                  </a:lnTo>
                  <a:lnTo>
                    <a:pt x="321554" y="58674"/>
                  </a:lnTo>
                  <a:lnTo>
                    <a:pt x="321401" y="57979"/>
                  </a:lnTo>
                  <a:lnTo>
                    <a:pt x="314737" y="48895"/>
                  </a:lnTo>
                  <a:lnTo>
                    <a:pt x="304883" y="42763"/>
                  </a:lnTo>
                  <a:lnTo>
                    <a:pt x="292861" y="40512"/>
                  </a:lnTo>
                  <a:lnTo>
                    <a:pt x="205867" y="40512"/>
                  </a:lnTo>
                  <a:lnTo>
                    <a:pt x="202410" y="24753"/>
                  </a:lnTo>
                  <a:lnTo>
                    <a:pt x="200744" y="22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487900" y="6667500"/>
              <a:ext cx="228600" cy="20955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17383125" y="6677024"/>
              <a:ext cx="57150" cy="190500"/>
            </a:xfrm>
            <a:custGeom>
              <a:avLst/>
              <a:gdLst/>
              <a:ahLst/>
              <a:cxnLst/>
              <a:rect l="l" t="t" r="r" b="b"/>
              <a:pathLst>
                <a:path w="57150" h="190500">
                  <a:moveTo>
                    <a:pt x="57150" y="142875"/>
                  </a:moveTo>
                  <a:lnTo>
                    <a:pt x="41275" y="142875"/>
                  </a:lnTo>
                  <a:lnTo>
                    <a:pt x="41275" y="155956"/>
                  </a:lnTo>
                  <a:lnTo>
                    <a:pt x="41275" y="177419"/>
                  </a:lnTo>
                  <a:lnTo>
                    <a:pt x="15875" y="177419"/>
                  </a:lnTo>
                  <a:lnTo>
                    <a:pt x="15875" y="155956"/>
                  </a:lnTo>
                  <a:lnTo>
                    <a:pt x="41275" y="155956"/>
                  </a:lnTo>
                  <a:lnTo>
                    <a:pt x="41275" y="142875"/>
                  </a:lnTo>
                  <a:lnTo>
                    <a:pt x="0" y="142875"/>
                  </a:lnTo>
                  <a:lnTo>
                    <a:pt x="0" y="190500"/>
                  </a:lnTo>
                  <a:lnTo>
                    <a:pt x="57150" y="190500"/>
                  </a:lnTo>
                  <a:lnTo>
                    <a:pt x="57150" y="177419"/>
                  </a:lnTo>
                  <a:lnTo>
                    <a:pt x="57150" y="155956"/>
                  </a:lnTo>
                  <a:lnTo>
                    <a:pt x="57150" y="142875"/>
                  </a:lnTo>
                  <a:close/>
                </a:path>
                <a:path w="57150" h="190500">
                  <a:moveTo>
                    <a:pt x="57150" y="66675"/>
                  </a:moveTo>
                  <a:lnTo>
                    <a:pt x="41275" y="66675"/>
                  </a:lnTo>
                  <a:lnTo>
                    <a:pt x="41275" y="82550"/>
                  </a:lnTo>
                  <a:lnTo>
                    <a:pt x="41275" y="107950"/>
                  </a:lnTo>
                  <a:lnTo>
                    <a:pt x="15875" y="107950"/>
                  </a:lnTo>
                  <a:lnTo>
                    <a:pt x="15875" y="82550"/>
                  </a:lnTo>
                  <a:lnTo>
                    <a:pt x="41275" y="82550"/>
                  </a:lnTo>
                  <a:lnTo>
                    <a:pt x="41275" y="66675"/>
                  </a:lnTo>
                  <a:lnTo>
                    <a:pt x="0" y="66675"/>
                  </a:lnTo>
                  <a:lnTo>
                    <a:pt x="0" y="123825"/>
                  </a:lnTo>
                  <a:lnTo>
                    <a:pt x="57150" y="123825"/>
                  </a:lnTo>
                  <a:lnTo>
                    <a:pt x="57150" y="107950"/>
                  </a:lnTo>
                  <a:lnTo>
                    <a:pt x="57150" y="82550"/>
                  </a:lnTo>
                  <a:lnTo>
                    <a:pt x="57150" y="66675"/>
                  </a:lnTo>
                  <a:close/>
                </a:path>
                <a:path w="57150" h="190500">
                  <a:moveTo>
                    <a:pt x="57150" y="0"/>
                  </a:moveTo>
                  <a:lnTo>
                    <a:pt x="41275" y="0"/>
                  </a:lnTo>
                  <a:lnTo>
                    <a:pt x="41275" y="13208"/>
                  </a:lnTo>
                  <a:lnTo>
                    <a:pt x="41275" y="34417"/>
                  </a:lnTo>
                  <a:lnTo>
                    <a:pt x="15875" y="34417"/>
                  </a:lnTo>
                  <a:lnTo>
                    <a:pt x="15875" y="13208"/>
                  </a:lnTo>
                  <a:lnTo>
                    <a:pt x="41275" y="13208"/>
                  </a:lnTo>
                  <a:lnTo>
                    <a:pt x="41275" y="0"/>
                  </a:lnTo>
                  <a:lnTo>
                    <a:pt x="0" y="0"/>
                  </a:lnTo>
                  <a:lnTo>
                    <a:pt x="0" y="47625"/>
                  </a:lnTo>
                  <a:lnTo>
                    <a:pt x="57150" y="47625"/>
                  </a:lnTo>
                  <a:lnTo>
                    <a:pt x="57150" y="34417"/>
                  </a:lnTo>
                  <a:lnTo>
                    <a:pt x="57150" y="13208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461962" y="3300348"/>
            <a:ext cx="3333750" cy="2962275"/>
          </a:xfrm>
          <a:prstGeom prst="rect">
            <a:avLst/>
          </a:prstGeom>
          <a:ln w="9525">
            <a:solidFill>
              <a:srgbClr val="00338D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37465">
              <a:lnSpc>
                <a:spcPts val="1600"/>
              </a:lnSpc>
              <a:spcBef>
                <a:spcPts val="320"/>
              </a:spcBef>
            </a:pP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Data</a:t>
            </a:r>
            <a:r>
              <a:rPr sz="135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338D"/>
                </a:solidFill>
                <a:latin typeface="Century Gothic"/>
                <a:cs typeface="Century Gothic"/>
              </a:rPr>
              <a:t>Collection</a:t>
            </a:r>
            <a:r>
              <a:rPr sz="135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35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Template</a:t>
            </a:r>
            <a:endParaRPr sz="1350">
              <a:latin typeface="Century Gothic"/>
              <a:cs typeface="Century Gothic"/>
            </a:endParaRPr>
          </a:p>
          <a:p>
            <a:pPr marL="294640" indent="-257175">
              <a:lnSpc>
                <a:spcPts val="1600"/>
              </a:lnSpc>
            </a:pPr>
            <a:r>
              <a:rPr sz="1350" dirty="0">
                <a:solidFill>
                  <a:srgbClr val="7E7E7E"/>
                </a:solidFill>
                <a:latin typeface="Arial"/>
                <a:cs typeface="Arial"/>
              </a:rPr>
              <a:t>—</a:t>
            </a:r>
            <a:r>
              <a:rPr sz="1350" spc="2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350" dirty="0">
                <a:latin typeface="Century Gothic"/>
                <a:cs typeface="Century Gothic"/>
              </a:rPr>
              <a:t>Template</a:t>
            </a:r>
            <a:r>
              <a:rPr sz="1350" spc="-6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designed</a:t>
            </a:r>
            <a:r>
              <a:rPr sz="1350" spc="-4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to capture</a:t>
            </a:r>
            <a:r>
              <a:rPr sz="1350" spc="5" dirty="0">
                <a:latin typeface="Century Gothic"/>
                <a:cs typeface="Century Gothic"/>
              </a:rPr>
              <a:t> </a:t>
            </a:r>
            <a:r>
              <a:rPr sz="1350" spc="-25" dirty="0">
                <a:latin typeface="Century Gothic"/>
                <a:cs typeface="Century Gothic"/>
              </a:rPr>
              <a:t>key</a:t>
            </a:r>
            <a:endParaRPr sz="1350">
              <a:latin typeface="Century Gothic"/>
              <a:cs typeface="Century Gothic"/>
            </a:endParaRPr>
          </a:p>
          <a:p>
            <a:pPr marL="294640" marR="167640">
              <a:lnSpc>
                <a:spcPct val="99600"/>
              </a:lnSpc>
              <a:spcBef>
                <a:spcPts val="40"/>
              </a:spcBef>
            </a:pPr>
            <a:r>
              <a:rPr sz="1350" dirty="0">
                <a:latin typeface="Century Gothic"/>
                <a:cs typeface="Century Gothic"/>
              </a:rPr>
              <a:t>IT</a:t>
            </a:r>
            <a:r>
              <a:rPr sz="1350" spc="-2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financial</a:t>
            </a:r>
            <a:r>
              <a:rPr sz="1350" spc="-2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-6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volumetric</a:t>
            </a:r>
            <a:r>
              <a:rPr sz="1350" spc="-8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data</a:t>
            </a:r>
            <a:r>
              <a:rPr sz="1350" spc="-65" dirty="0">
                <a:latin typeface="Century Gothic"/>
                <a:cs typeface="Century Gothic"/>
              </a:rPr>
              <a:t> </a:t>
            </a:r>
            <a:r>
              <a:rPr sz="1350" spc="-25" dirty="0">
                <a:latin typeface="Century Gothic"/>
                <a:cs typeface="Century Gothic"/>
              </a:rPr>
              <a:t>to </a:t>
            </a:r>
            <a:r>
              <a:rPr sz="1350" dirty="0">
                <a:latin typeface="Century Gothic"/>
                <a:cs typeface="Century Gothic"/>
              </a:rPr>
              <a:t>expedite</a:t>
            </a:r>
            <a:r>
              <a:rPr sz="1350" spc="-85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analysis</a:t>
            </a:r>
            <a:r>
              <a:rPr sz="1350" spc="-40" dirty="0">
                <a:latin typeface="Century Gothic"/>
                <a:cs typeface="Century Gothic"/>
              </a:rPr>
              <a:t> </a:t>
            </a:r>
            <a:r>
              <a:rPr sz="1350" dirty="0">
                <a:latin typeface="Century Gothic"/>
                <a:cs typeface="Century Gothic"/>
              </a:rPr>
              <a:t>and</a:t>
            </a:r>
            <a:r>
              <a:rPr sz="1350" spc="10" dirty="0">
                <a:latin typeface="Century Gothic"/>
                <a:cs typeface="Century Gothic"/>
              </a:rPr>
              <a:t> </a:t>
            </a:r>
            <a:r>
              <a:rPr sz="1350" spc="-10" dirty="0">
                <a:latin typeface="Century Gothic"/>
                <a:cs typeface="Century Gothic"/>
              </a:rPr>
              <a:t>hypotheses development</a:t>
            </a:r>
            <a:endParaRPr sz="1350">
              <a:latin typeface="Century Gothic"/>
              <a:cs typeface="Century Gothic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457200" y="2752788"/>
            <a:ext cx="3343910" cy="542290"/>
            <a:chOff x="457200" y="2752788"/>
            <a:chExt cx="3343910" cy="542290"/>
          </a:xfrm>
        </p:grpSpPr>
        <p:sp>
          <p:nvSpPr>
            <p:cNvPr id="100" name="object 100"/>
            <p:cNvSpPr/>
            <p:nvPr/>
          </p:nvSpPr>
          <p:spPr>
            <a:xfrm>
              <a:off x="461962" y="2757551"/>
              <a:ext cx="3334385" cy="532765"/>
            </a:xfrm>
            <a:custGeom>
              <a:avLst/>
              <a:gdLst/>
              <a:ahLst/>
              <a:cxnLst/>
              <a:rect l="l" t="t" r="r" b="b"/>
              <a:pathLst>
                <a:path w="3334385" h="532764">
                  <a:moveTo>
                    <a:pt x="3227260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33813" y="532510"/>
                  </a:lnTo>
                  <a:lnTo>
                    <a:pt x="3331019" y="68706"/>
                  </a:lnTo>
                  <a:lnTo>
                    <a:pt x="3282505" y="12826"/>
                  </a:lnTo>
                  <a:lnTo>
                    <a:pt x="3227260" y="0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61962" y="2757551"/>
              <a:ext cx="3334385" cy="532765"/>
            </a:xfrm>
            <a:custGeom>
              <a:avLst/>
              <a:gdLst/>
              <a:ahLst/>
              <a:cxnLst/>
              <a:rect l="l" t="t" r="r" b="b"/>
              <a:pathLst>
                <a:path w="3334385" h="532764">
                  <a:moveTo>
                    <a:pt x="3227260" y="0"/>
                  </a:moveTo>
                  <a:lnTo>
                    <a:pt x="0" y="0"/>
                  </a:lnTo>
                  <a:lnTo>
                    <a:pt x="0" y="532510"/>
                  </a:lnTo>
                  <a:lnTo>
                    <a:pt x="3333813" y="532510"/>
                  </a:lnTo>
                  <a:lnTo>
                    <a:pt x="3331019" y="68706"/>
                  </a:lnTo>
                  <a:lnTo>
                    <a:pt x="3282505" y="12826"/>
                  </a:lnTo>
                  <a:lnTo>
                    <a:pt x="3227260" y="0"/>
                  </a:lnTo>
                  <a:close/>
                </a:path>
              </a:pathLst>
            </a:custGeom>
            <a:ln w="9525">
              <a:solidFill>
                <a:srgbClr val="0033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487044" y="2899092"/>
            <a:ext cx="147256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r>
              <a:rPr sz="15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Collection</a:t>
            </a:r>
            <a:endParaRPr sz="1500">
              <a:latin typeface="Century Gothic"/>
              <a:cs typeface="Century Gothic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3314700" y="2847975"/>
            <a:ext cx="342900" cy="381000"/>
            <a:chOff x="3314700" y="2847975"/>
            <a:chExt cx="342900" cy="381000"/>
          </a:xfrm>
        </p:grpSpPr>
        <p:sp>
          <p:nvSpPr>
            <p:cNvPr id="104" name="object 104"/>
            <p:cNvSpPr/>
            <p:nvPr/>
          </p:nvSpPr>
          <p:spPr>
            <a:xfrm>
              <a:off x="3314700" y="2847975"/>
              <a:ext cx="295275" cy="381000"/>
            </a:xfrm>
            <a:custGeom>
              <a:avLst/>
              <a:gdLst/>
              <a:ahLst/>
              <a:cxnLst/>
              <a:rect l="l" t="t" r="r" b="b"/>
              <a:pathLst>
                <a:path w="295275" h="381000">
                  <a:moveTo>
                    <a:pt x="270637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13233" y="381000"/>
                  </a:lnTo>
                  <a:lnTo>
                    <a:pt x="295275" y="294385"/>
                  </a:lnTo>
                  <a:lnTo>
                    <a:pt x="295275" y="164465"/>
                  </a:lnTo>
                  <a:lnTo>
                    <a:pt x="262509" y="199135"/>
                  </a:lnTo>
                  <a:lnTo>
                    <a:pt x="262509" y="277114"/>
                  </a:lnTo>
                  <a:lnTo>
                    <a:pt x="196850" y="277114"/>
                  </a:lnTo>
                  <a:lnTo>
                    <a:pt x="196850" y="346328"/>
                  </a:lnTo>
                  <a:lnTo>
                    <a:pt x="32765" y="346328"/>
                  </a:lnTo>
                  <a:lnTo>
                    <a:pt x="32765" y="34671"/>
                  </a:lnTo>
                  <a:lnTo>
                    <a:pt x="237871" y="34671"/>
                  </a:lnTo>
                  <a:lnTo>
                    <a:pt x="2706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09950" y="2857500"/>
              <a:ext cx="247650" cy="266700"/>
            </a:xfrm>
            <a:prstGeom prst="rect">
              <a:avLst/>
            </a:prstGeom>
          </p:spPr>
        </p:pic>
      </p:grpSp>
      <p:pic>
        <p:nvPicPr>
          <p:cNvPr id="106" name="object 10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28675" y="4467225"/>
            <a:ext cx="2533650" cy="1581150"/>
          </a:xfrm>
          <a:prstGeom prst="rect">
            <a:avLst/>
          </a:prstGeom>
        </p:spPr>
      </p:pic>
      <p:grpSp>
        <p:nvGrpSpPr>
          <p:cNvPr id="107" name="object 107"/>
          <p:cNvGrpSpPr/>
          <p:nvPr/>
        </p:nvGrpSpPr>
        <p:grpSpPr>
          <a:xfrm>
            <a:off x="17192625" y="2828925"/>
            <a:ext cx="542925" cy="457200"/>
            <a:chOff x="17192625" y="2828925"/>
            <a:chExt cx="542925" cy="457200"/>
          </a:xfrm>
        </p:grpSpPr>
        <p:sp>
          <p:nvSpPr>
            <p:cNvPr id="108" name="object 108"/>
            <p:cNvSpPr/>
            <p:nvPr/>
          </p:nvSpPr>
          <p:spPr>
            <a:xfrm>
              <a:off x="17192625" y="2828925"/>
              <a:ext cx="337820" cy="361950"/>
            </a:xfrm>
            <a:custGeom>
              <a:avLst/>
              <a:gdLst/>
              <a:ahLst/>
              <a:cxnLst/>
              <a:rect l="l" t="t" r="r" b="b"/>
              <a:pathLst>
                <a:path w="337819" h="361950">
                  <a:moveTo>
                    <a:pt x="252094" y="0"/>
                  </a:moveTo>
                  <a:lnTo>
                    <a:pt x="188086" y="16764"/>
                  </a:lnTo>
                  <a:lnTo>
                    <a:pt x="138557" y="61595"/>
                  </a:lnTo>
                  <a:lnTo>
                    <a:pt x="110490" y="126746"/>
                  </a:lnTo>
                  <a:lnTo>
                    <a:pt x="106680" y="164465"/>
                  </a:lnTo>
                  <a:lnTo>
                    <a:pt x="87248" y="164465"/>
                  </a:lnTo>
                  <a:lnTo>
                    <a:pt x="53340" y="172339"/>
                  </a:lnTo>
                  <a:lnTo>
                    <a:pt x="25526" y="193421"/>
                  </a:lnTo>
                  <a:lnTo>
                    <a:pt x="6857" y="224790"/>
                  </a:lnTo>
                  <a:lnTo>
                    <a:pt x="0" y="263271"/>
                  </a:lnTo>
                  <a:lnTo>
                    <a:pt x="6857" y="301625"/>
                  </a:lnTo>
                  <a:lnTo>
                    <a:pt x="25526" y="332994"/>
                  </a:lnTo>
                  <a:lnTo>
                    <a:pt x="53340" y="354202"/>
                  </a:lnTo>
                  <a:lnTo>
                    <a:pt x="87248" y="361950"/>
                  </a:lnTo>
                  <a:lnTo>
                    <a:pt x="213232" y="361950"/>
                  </a:lnTo>
                  <a:lnTo>
                    <a:pt x="213232" y="329056"/>
                  </a:lnTo>
                  <a:lnTo>
                    <a:pt x="87248" y="329056"/>
                  </a:lnTo>
                  <a:lnTo>
                    <a:pt x="64642" y="323850"/>
                  </a:lnTo>
                  <a:lnTo>
                    <a:pt x="46101" y="309752"/>
                  </a:lnTo>
                  <a:lnTo>
                    <a:pt x="33655" y="288798"/>
                  </a:lnTo>
                  <a:lnTo>
                    <a:pt x="29082" y="263271"/>
                  </a:lnTo>
                  <a:lnTo>
                    <a:pt x="33655" y="237617"/>
                  </a:lnTo>
                  <a:lnTo>
                    <a:pt x="46101" y="216661"/>
                  </a:lnTo>
                  <a:lnTo>
                    <a:pt x="64642" y="202565"/>
                  </a:lnTo>
                  <a:lnTo>
                    <a:pt x="87248" y="197484"/>
                  </a:lnTo>
                  <a:lnTo>
                    <a:pt x="139573" y="197484"/>
                  </a:lnTo>
                  <a:lnTo>
                    <a:pt x="137540" y="187325"/>
                  </a:lnTo>
                  <a:lnTo>
                    <a:pt x="136144" y="176275"/>
                  </a:lnTo>
                  <a:lnTo>
                    <a:pt x="135763" y="170560"/>
                  </a:lnTo>
                  <a:lnTo>
                    <a:pt x="135763" y="164465"/>
                  </a:lnTo>
                  <a:lnTo>
                    <a:pt x="141605" y="122935"/>
                  </a:lnTo>
                  <a:lnTo>
                    <a:pt x="158242" y="86741"/>
                  </a:lnTo>
                  <a:lnTo>
                    <a:pt x="215265" y="39624"/>
                  </a:lnTo>
                  <a:lnTo>
                    <a:pt x="252094" y="32893"/>
                  </a:lnTo>
                  <a:lnTo>
                    <a:pt x="337565" y="32893"/>
                  </a:lnTo>
                  <a:lnTo>
                    <a:pt x="320801" y="19557"/>
                  </a:lnTo>
                  <a:lnTo>
                    <a:pt x="288036" y="5079"/>
                  </a:lnTo>
                  <a:lnTo>
                    <a:pt x="2520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383125" y="2861817"/>
              <a:ext cx="352425" cy="424306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10372725" y="2857500"/>
            <a:ext cx="371475" cy="390525"/>
            <a:chOff x="10372725" y="2857500"/>
            <a:chExt cx="371475" cy="390525"/>
          </a:xfrm>
        </p:grpSpPr>
        <p:sp>
          <p:nvSpPr>
            <p:cNvPr id="111" name="object 111"/>
            <p:cNvSpPr/>
            <p:nvPr/>
          </p:nvSpPr>
          <p:spPr>
            <a:xfrm>
              <a:off x="10477500" y="28575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2079" y="0"/>
                  </a:moveTo>
                  <a:lnTo>
                    <a:pt x="125983" y="761"/>
                  </a:lnTo>
                  <a:lnTo>
                    <a:pt x="119506" y="1016"/>
                  </a:lnTo>
                  <a:lnTo>
                    <a:pt x="113410" y="1777"/>
                  </a:lnTo>
                  <a:lnTo>
                    <a:pt x="106933" y="2921"/>
                  </a:lnTo>
                  <a:lnTo>
                    <a:pt x="100838" y="4318"/>
                  </a:lnTo>
                  <a:lnTo>
                    <a:pt x="94615" y="6096"/>
                  </a:lnTo>
                  <a:lnTo>
                    <a:pt x="88138" y="7874"/>
                  </a:lnTo>
                  <a:lnTo>
                    <a:pt x="53594" y="26543"/>
                  </a:lnTo>
                  <a:lnTo>
                    <a:pt x="25526" y="55372"/>
                  </a:lnTo>
                  <a:lnTo>
                    <a:pt x="21590" y="60705"/>
                  </a:lnTo>
                  <a:lnTo>
                    <a:pt x="5079" y="96266"/>
                  </a:lnTo>
                  <a:lnTo>
                    <a:pt x="1397" y="115316"/>
                  </a:lnTo>
                  <a:lnTo>
                    <a:pt x="380" y="121539"/>
                  </a:lnTo>
                  <a:lnTo>
                    <a:pt x="35" y="127634"/>
                  </a:lnTo>
                  <a:lnTo>
                    <a:pt x="0" y="140589"/>
                  </a:lnTo>
                  <a:lnTo>
                    <a:pt x="136" y="143001"/>
                  </a:lnTo>
                  <a:lnTo>
                    <a:pt x="258" y="145160"/>
                  </a:lnTo>
                  <a:lnTo>
                    <a:pt x="380" y="147320"/>
                  </a:lnTo>
                  <a:lnTo>
                    <a:pt x="7874" y="178307"/>
                  </a:lnTo>
                  <a:lnTo>
                    <a:pt x="10032" y="184403"/>
                  </a:lnTo>
                  <a:lnTo>
                    <a:pt x="12573" y="190500"/>
                  </a:lnTo>
                  <a:lnTo>
                    <a:pt x="15875" y="196215"/>
                  </a:lnTo>
                  <a:lnTo>
                    <a:pt x="18669" y="202056"/>
                  </a:lnTo>
                  <a:lnTo>
                    <a:pt x="22351" y="207391"/>
                  </a:lnTo>
                  <a:lnTo>
                    <a:pt x="26289" y="212725"/>
                  </a:lnTo>
                  <a:lnTo>
                    <a:pt x="29845" y="217804"/>
                  </a:lnTo>
                  <a:lnTo>
                    <a:pt x="34544" y="223266"/>
                  </a:lnTo>
                  <a:lnTo>
                    <a:pt x="39243" y="227838"/>
                  </a:lnTo>
                  <a:lnTo>
                    <a:pt x="44323" y="232536"/>
                  </a:lnTo>
                  <a:lnTo>
                    <a:pt x="49275" y="237235"/>
                  </a:lnTo>
                  <a:lnTo>
                    <a:pt x="55118" y="241173"/>
                  </a:lnTo>
                  <a:lnTo>
                    <a:pt x="60451" y="245109"/>
                  </a:lnTo>
                  <a:lnTo>
                    <a:pt x="66167" y="248666"/>
                  </a:lnTo>
                  <a:lnTo>
                    <a:pt x="72008" y="251586"/>
                  </a:lnTo>
                  <a:lnTo>
                    <a:pt x="77724" y="254889"/>
                  </a:lnTo>
                  <a:lnTo>
                    <a:pt x="84200" y="257048"/>
                  </a:lnTo>
                  <a:lnTo>
                    <a:pt x="121284" y="265938"/>
                  </a:lnTo>
                  <a:lnTo>
                    <a:pt x="134239" y="266700"/>
                  </a:lnTo>
                  <a:lnTo>
                    <a:pt x="172339" y="260984"/>
                  </a:lnTo>
                  <a:lnTo>
                    <a:pt x="207264" y="244475"/>
                  </a:lnTo>
                  <a:lnTo>
                    <a:pt x="210677" y="241934"/>
                  </a:lnTo>
                  <a:lnTo>
                    <a:pt x="134239" y="241934"/>
                  </a:lnTo>
                  <a:lnTo>
                    <a:pt x="128904" y="241553"/>
                  </a:lnTo>
                  <a:lnTo>
                    <a:pt x="123825" y="241553"/>
                  </a:lnTo>
                  <a:lnTo>
                    <a:pt x="118745" y="240792"/>
                  </a:lnTo>
                  <a:lnTo>
                    <a:pt x="113410" y="240156"/>
                  </a:lnTo>
                  <a:lnTo>
                    <a:pt x="73786" y="224281"/>
                  </a:lnTo>
                  <a:lnTo>
                    <a:pt x="69850" y="221106"/>
                  </a:lnTo>
                  <a:lnTo>
                    <a:pt x="65150" y="217804"/>
                  </a:lnTo>
                  <a:lnTo>
                    <a:pt x="37465" y="184403"/>
                  </a:lnTo>
                  <a:lnTo>
                    <a:pt x="25617" y="145160"/>
                  </a:lnTo>
                  <a:lnTo>
                    <a:pt x="24892" y="139446"/>
                  </a:lnTo>
                  <a:lnTo>
                    <a:pt x="24987" y="128270"/>
                  </a:lnTo>
                  <a:lnTo>
                    <a:pt x="25526" y="123951"/>
                  </a:lnTo>
                  <a:lnTo>
                    <a:pt x="25835" y="119633"/>
                  </a:lnTo>
                  <a:lnTo>
                    <a:pt x="30988" y="98425"/>
                  </a:lnTo>
                  <a:lnTo>
                    <a:pt x="32384" y="93472"/>
                  </a:lnTo>
                  <a:lnTo>
                    <a:pt x="34544" y="88773"/>
                  </a:lnTo>
                  <a:lnTo>
                    <a:pt x="37083" y="83693"/>
                  </a:lnTo>
                  <a:lnTo>
                    <a:pt x="39243" y="79121"/>
                  </a:lnTo>
                  <a:lnTo>
                    <a:pt x="42418" y="74422"/>
                  </a:lnTo>
                  <a:lnTo>
                    <a:pt x="45720" y="70103"/>
                  </a:lnTo>
                  <a:lnTo>
                    <a:pt x="48641" y="65404"/>
                  </a:lnTo>
                  <a:lnTo>
                    <a:pt x="77343" y="40640"/>
                  </a:lnTo>
                  <a:lnTo>
                    <a:pt x="82042" y="37719"/>
                  </a:lnTo>
                  <a:lnTo>
                    <a:pt x="87122" y="35559"/>
                  </a:lnTo>
                  <a:lnTo>
                    <a:pt x="91821" y="33400"/>
                  </a:lnTo>
                  <a:lnTo>
                    <a:pt x="96774" y="31623"/>
                  </a:lnTo>
                  <a:lnTo>
                    <a:pt x="132842" y="25146"/>
                  </a:lnTo>
                  <a:lnTo>
                    <a:pt x="210549" y="25146"/>
                  </a:lnTo>
                  <a:lnTo>
                    <a:pt x="206248" y="21971"/>
                  </a:lnTo>
                  <a:lnTo>
                    <a:pt x="200151" y="18288"/>
                  </a:lnTo>
                  <a:lnTo>
                    <a:pt x="194309" y="15494"/>
                  </a:lnTo>
                  <a:lnTo>
                    <a:pt x="188595" y="12192"/>
                  </a:lnTo>
                  <a:lnTo>
                    <a:pt x="182879" y="9651"/>
                  </a:lnTo>
                  <a:lnTo>
                    <a:pt x="176656" y="7493"/>
                  </a:lnTo>
                  <a:lnTo>
                    <a:pt x="170179" y="5715"/>
                  </a:lnTo>
                  <a:lnTo>
                    <a:pt x="164083" y="3936"/>
                  </a:lnTo>
                  <a:lnTo>
                    <a:pt x="157988" y="2540"/>
                  </a:lnTo>
                  <a:lnTo>
                    <a:pt x="145033" y="1016"/>
                  </a:lnTo>
                  <a:lnTo>
                    <a:pt x="138938" y="761"/>
                  </a:lnTo>
                  <a:lnTo>
                    <a:pt x="132079" y="0"/>
                  </a:lnTo>
                  <a:close/>
                </a:path>
                <a:path w="266700" h="266700">
                  <a:moveTo>
                    <a:pt x="210549" y="25146"/>
                  </a:moveTo>
                  <a:lnTo>
                    <a:pt x="132842" y="25146"/>
                  </a:lnTo>
                  <a:lnTo>
                    <a:pt x="137795" y="25526"/>
                  </a:lnTo>
                  <a:lnTo>
                    <a:pt x="142875" y="25526"/>
                  </a:lnTo>
                  <a:lnTo>
                    <a:pt x="148335" y="26289"/>
                  </a:lnTo>
                  <a:lnTo>
                    <a:pt x="153289" y="26924"/>
                  </a:lnTo>
                  <a:lnTo>
                    <a:pt x="158369" y="28067"/>
                  </a:lnTo>
                  <a:lnTo>
                    <a:pt x="163449" y="29082"/>
                  </a:lnTo>
                  <a:lnTo>
                    <a:pt x="168401" y="30860"/>
                  </a:lnTo>
                  <a:lnTo>
                    <a:pt x="173481" y="32766"/>
                  </a:lnTo>
                  <a:lnTo>
                    <a:pt x="178561" y="35178"/>
                  </a:lnTo>
                  <a:lnTo>
                    <a:pt x="183260" y="37338"/>
                  </a:lnTo>
                  <a:lnTo>
                    <a:pt x="213486" y="60705"/>
                  </a:lnTo>
                  <a:lnTo>
                    <a:pt x="223520" y="73659"/>
                  </a:lnTo>
                  <a:lnTo>
                    <a:pt x="226441" y="77597"/>
                  </a:lnTo>
                  <a:lnTo>
                    <a:pt x="228853" y="82296"/>
                  </a:lnTo>
                  <a:lnTo>
                    <a:pt x="231394" y="86995"/>
                  </a:lnTo>
                  <a:lnTo>
                    <a:pt x="233552" y="92075"/>
                  </a:lnTo>
                  <a:lnTo>
                    <a:pt x="235711" y="96647"/>
                  </a:lnTo>
                  <a:lnTo>
                    <a:pt x="237235" y="101726"/>
                  </a:lnTo>
                  <a:lnTo>
                    <a:pt x="238251" y="106806"/>
                  </a:lnTo>
                  <a:lnTo>
                    <a:pt x="239395" y="111759"/>
                  </a:lnTo>
                  <a:lnTo>
                    <a:pt x="240792" y="117221"/>
                  </a:lnTo>
                  <a:lnTo>
                    <a:pt x="241553" y="127634"/>
                  </a:lnTo>
                  <a:lnTo>
                    <a:pt x="241553" y="143001"/>
                  </a:lnTo>
                  <a:lnTo>
                    <a:pt x="240792" y="148463"/>
                  </a:lnTo>
                  <a:lnTo>
                    <a:pt x="240029" y="153416"/>
                  </a:lnTo>
                  <a:lnTo>
                    <a:pt x="238737" y="158115"/>
                  </a:lnTo>
                  <a:lnTo>
                    <a:pt x="238632" y="158496"/>
                  </a:lnTo>
                  <a:lnTo>
                    <a:pt x="237490" y="163575"/>
                  </a:lnTo>
                  <a:lnTo>
                    <a:pt x="236093" y="168528"/>
                  </a:lnTo>
                  <a:lnTo>
                    <a:pt x="233933" y="173608"/>
                  </a:lnTo>
                  <a:lnTo>
                    <a:pt x="232155" y="178689"/>
                  </a:lnTo>
                  <a:lnTo>
                    <a:pt x="230116" y="183006"/>
                  </a:lnTo>
                  <a:lnTo>
                    <a:pt x="229997" y="183260"/>
                  </a:lnTo>
                  <a:lnTo>
                    <a:pt x="227075" y="187959"/>
                  </a:lnTo>
                  <a:lnTo>
                    <a:pt x="202310" y="217043"/>
                  </a:lnTo>
                  <a:lnTo>
                    <a:pt x="197993" y="220725"/>
                  </a:lnTo>
                  <a:lnTo>
                    <a:pt x="193675" y="223900"/>
                  </a:lnTo>
                  <a:lnTo>
                    <a:pt x="188975" y="226441"/>
                  </a:lnTo>
                  <a:lnTo>
                    <a:pt x="184276" y="229361"/>
                  </a:lnTo>
                  <a:lnTo>
                    <a:pt x="179577" y="231521"/>
                  </a:lnTo>
                  <a:lnTo>
                    <a:pt x="174498" y="233933"/>
                  </a:lnTo>
                  <a:lnTo>
                    <a:pt x="169925" y="235457"/>
                  </a:lnTo>
                  <a:lnTo>
                    <a:pt x="164846" y="237235"/>
                  </a:lnTo>
                  <a:lnTo>
                    <a:pt x="159766" y="238632"/>
                  </a:lnTo>
                  <a:lnTo>
                    <a:pt x="154813" y="239775"/>
                  </a:lnTo>
                  <a:lnTo>
                    <a:pt x="149732" y="240410"/>
                  </a:lnTo>
                  <a:lnTo>
                    <a:pt x="144272" y="241173"/>
                  </a:lnTo>
                  <a:lnTo>
                    <a:pt x="134239" y="241934"/>
                  </a:lnTo>
                  <a:lnTo>
                    <a:pt x="210677" y="241934"/>
                  </a:lnTo>
                  <a:lnTo>
                    <a:pt x="245109" y="206375"/>
                  </a:lnTo>
                  <a:lnTo>
                    <a:pt x="248284" y="200532"/>
                  </a:lnTo>
                  <a:lnTo>
                    <a:pt x="251968" y="194818"/>
                  </a:lnTo>
                  <a:lnTo>
                    <a:pt x="254761" y="188722"/>
                  </a:lnTo>
                  <a:lnTo>
                    <a:pt x="257189" y="183260"/>
                  </a:lnTo>
                  <a:lnTo>
                    <a:pt x="257301" y="183006"/>
                  </a:lnTo>
                  <a:lnTo>
                    <a:pt x="259460" y="176783"/>
                  </a:lnTo>
                  <a:lnTo>
                    <a:pt x="263144" y="164210"/>
                  </a:lnTo>
                  <a:lnTo>
                    <a:pt x="264453" y="158496"/>
                  </a:lnTo>
                  <a:lnTo>
                    <a:pt x="264541" y="158115"/>
                  </a:lnTo>
                  <a:lnTo>
                    <a:pt x="265556" y="151638"/>
                  </a:lnTo>
                  <a:lnTo>
                    <a:pt x="266319" y="145160"/>
                  </a:lnTo>
                  <a:lnTo>
                    <a:pt x="266604" y="140589"/>
                  </a:lnTo>
                  <a:lnTo>
                    <a:pt x="266700" y="132588"/>
                  </a:lnTo>
                  <a:lnTo>
                    <a:pt x="266050" y="121539"/>
                  </a:lnTo>
                  <a:lnTo>
                    <a:pt x="265938" y="119633"/>
                  </a:lnTo>
                  <a:lnTo>
                    <a:pt x="265302" y="113538"/>
                  </a:lnTo>
                  <a:lnTo>
                    <a:pt x="264159" y="107442"/>
                  </a:lnTo>
                  <a:lnTo>
                    <a:pt x="262381" y="100965"/>
                  </a:lnTo>
                  <a:lnTo>
                    <a:pt x="260984" y="94869"/>
                  </a:lnTo>
                  <a:lnTo>
                    <a:pt x="258825" y="88773"/>
                  </a:lnTo>
                  <a:lnTo>
                    <a:pt x="256667" y="82296"/>
                  </a:lnTo>
                  <a:lnTo>
                    <a:pt x="253746" y="76580"/>
                  </a:lnTo>
                  <a:lnTo>
                    <a:pt x="251205" y="70866"/>
                  </a:lnTo>
                  <a:lnTo>
                    <a:pt x="247650" y="65024"/>
                  </a:lnTo>
                  <a:lnTo>
                    <a:pt x="243967" y="59690"/>
                  </a:lnTo>
                  <a:lnTo>
                    <a:pt x="240410" y="54228"/>
                  </a:lnTo>
                  <a:lnTo>
                    <a:pt x="232155" y="43815"/>
                  </a:lnTo>
                  <a:lnTo>
                    <a:pt x="227075" y="38861"/>
                  </a:lnTo>
                  <a:lnTo>
                    <a:pt x="222376" y="34163"/>
                  </a:lnTo>
                  <a:lnTo>
                    <a:pt x="217043" y="29845"/>
                  </a:lnTo>
                  <a:lnTo>
                    <a:pt x="210549" y="251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372725" y="3067050"/>
              <a:ext cx="171450" cy="1809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637" y="881951"/>
            <a:ext cx="7763509" cy="768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Proposed</a:t>
            </a:r>
            <a:r>
              <a:rPr spc="130" dirty="0"/>
              <a:t> </a:t>
            </a:r>
            <a:r>
              <a:rPr dirty="0"/>
              <a:t>project</a:t>
            </a:r>
            <a:r>
              <a:rPr spc="95" dirty="0"/>
              <a:t> </a:t>
            </a:r>
            <a:r>
              <a:rPr spc="-10" dirty="0"/>
              <a:t>timeline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89383" y="274955"/>
            <a:ext cx="3253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Methodology</a:t>
            </a:r>
            <a:r>
              <a:rPr sz="1800" spc="-30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A9A8AD"/>
                </a:solidFill>
                <a:latin typeface="Century Gothic"/>
                <a:cs typeface="Century Gothic"/>
              </a:rPr>
              <a:t>and</a:t>
            </a:r>
            <a:r>
              <a:rPr sz="1800" spc="-65" dirty="0">
                <a:solidFill>
                  <a:srgbClr val="A9A8AD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A9A8AD"/>
                </a:solidFill>
                <a:latin typeface="Century Gothic"/>
                <a:cs typeface="Century Gothic"/>
              </a:rPr>
              <a:t>Approach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5398" y="2652522"/>
            <a:ext cx="17428845" cy="7430134"/>
            <a:chOff x="525398" y="2652522"/>
            <a:chExt cx="17428845" cy="7430134"/>
          </a:xfrm>
        </p:grpSpPr>
        <p:sp>
          <p:nvSpPr>
            <p:cNvPr id="5" name="object 5"/>
            <p:cNvSpPr/>
            <p:nvPr/>
          </p:nvSpPr>
          <p:spPr>
            <a:xfrm>
              <a:off x="550799" y="2665259"/>
              <a:ext cx="17378045" cy="627380"/>
            </a:xfrm>
            <a:custGeom>
              <a:avLst/>
              <a:gdLst/>
              <a:ahLst/>
              <a:cxnLst/>
              <a:rect l="l" t="t" r="r" b="b"/>
              <a:pathLst>
                <a:path w="17378045" h="627379">
                  <a:moveTo>
                    <a:pt x="4944973" y="0"/>
                  </a:moveTo>
                  <a:lnTo>
                    <a:pt x="3814699" y="0"/>
                  </a:lnTo>
                  <a:lnTo>
                    <a:pt x="0" y="0"/>
                  </a:lnTo>
                  <a:lnTo>
                    <a:pt x="0" y="626833"/>
                  </a:lnTo>
                  <a:lnTo>
                    <a:pt x="3814699" y="626833"/>
                  </a:lnTo>
                  <a:lnTo>
                    <a:pt x="4944973" y="626833"/>
                  </a:lnTo>
                  <a:lnTo>
                    <a:pt x="4944973" y="0"/>
                  </a:lnTo>
                  <a:close/>
                </a:path>
                <a:path w="17378045" h="627379">
                  <a:moveTo>
                    <a:pt x="7205446" y="0"/>
                  </a:moveTo>
                  <a:lnTo>
                    <a:pt x="6075273" y="0"/>
                  </a:lnTo>
                  <a:lnTo>
                    <a:pt x="4944999" y="0"/>
                  </a:lnTo>
                  <a:lnTo>
                    <a:pt x="4944999" y="626833"/>
                  </a:lnTo>
                  <a:lnTo>
                    <a:pt x="6075172" y="626833"/>
                  </a:lnTo>
                  <a:lnTo>
                    <a:pt x="7205446" y="626833"/>
                  </a:lnTo>
                  <a:lnTo>
                    <a:pt x="7205446" y="0"/>
                  </a:lnTo>
                  <a:close/>
                </a:path>
                <a:path w="17378045" h="627379">
                  <a:moveTo>
                    <a:pt x="8335746" y="0"/>
                  </a:moveTo>
                  <a:lnTo>
                    <a:pt x="7205472" y="0"/>
                  </a:lnTo>
                  <a:lnTo>
                    <a:pt x="7205472" y="626833"/>
                  </a:lnTo>
                  <a:lnTo>
                    <a:pt x="8335746" y="626833"/>
                  </a:lnTo>
                  <a:lnTo>
                    <a:pt x="8335746" y="0"/>
                  </a:lnTo>
                  <a:close/>
                </a:path>
                <a:path w="17378045" h="627379">
                  <a:moveTo>
                    <a:pt x="9466047" y="0"/>
                  </a:moveTo>
                  <a:lnTo>
                    <a:pt x="8335772" y="0"/>
                  </a:lnTo>
                  <a:lnTo>
                    <a:pt x="8335772" y="626833"/>
                  </a:lnTo>
                  <a:lnTo>
                    <a:pt x="9466047" y="626833"/>
                  </a:lnTo>
                  <a:lnTo>
                    <a:pt x="9466047" y="0"/>
                  </a:lnTo>
                  <a:close/>
                </a:path>
                <a:path w="17378045" h="627379">
                  <a:moveTo>
                    <a:pt x="10596347" y="0"/>
                  </a:moveTo>
                  <a:lnTo>
                    <a:pt x="9466072" y="0"/>
                  </a:lnTo>
                  <a:lnTo>
                    <a:pt x="9466072" y="626833"/>
                  </a:lnTo>
                  <a:lnTo>
                    <a:pt x="10596347" y="626833"/>
                  </a:lnTo>
                  <a:lnTo>
                    <a:pt x="10596347" y="0"/>
                  </a:lnTo>
                  <a:close/>
                </a:path>
                <a:path w="17378045" h="627379">
                  <a:moveTo>
                    <a:pt x="12856820" y="0"/>
                  </a:moveTo>
                  <a:lnTo>
                    <a:pt x="11726647" y="0"/>
                  </a:lnTo>
                  <a:lnTo>
                    <a:pt x="10596372" y="0"/>
                  </a:lnTo>
                  <a:lnTo>
                    <a:pt x="10596372" y="626833"/>
                  </a:lnTo>
                  <a:lnTo>
                    <a:pt x="11726545" y="626833"/>
                  </a:lnTo>
                  <a:lnTo>
                    <a:pt x="12856820" y="626833"/>
                  </a:lnTo>
                  <a:lnTo>
                    <a:pt x="12856820" y="0"/>
                  </a:lnTo>
                  <a:close/>
                </a:path>
                <a:path w="17378045" h="627379">
                  <a:moveTo>
                    <a:pt x="13987120" y="0"/>
                  </a:moveTo>
                  <a:lnTo>
                    <a:pt x="12856845" y="0"/>
                  </a:lnTo>
                  <a:lnTo>
                    <a:pt x="12856845" y="626833"/>
                  </a:lnTo>
                  <a:lnTo>
                    <a:pt x="13987120" y="626833"/>
                  </a:lnTo>
                  <a:lnTo>
                    <a:pt x="13987120" y="0"/>
                  </a:lnTo>
                  <a:close/>
                </a:path>
                <a:path w="17378045" h="627379">
                  <a:moveTo>
                    <a:pt x="15117420" y="0"/>
                  </a:moveTo>
                  <a:lnTo>
                    <a:pt x="13987145" y="0"/>
                  </a:lnTo>
                  <a:lnTo>
                    <a:pt x="13987145" y="626833"/>
                  </a:lnTo>
                  <a:lnTo>
                    <a:pt x="15117420" y="626833"/>
                  </a:lnTo>
                  <a:lnTo>
                    <a:pt x="15117420" y="0"/>
                  </a:lnTo>
                  <a:close/>
                </a:path>
                <a:path w="17378045" h="627379">
                  <a:moveTo>
                    <a:pt x="16247720" y="0"/>
                  </a:moveTo>
                  <a:lnTo>
                    <a:pt x="15117445" y="0"/>
                  </a:lnTo>
                  <a:lnTo>
                    <a:pt x="15117445" y="626833"/>
                  </a:lnTo>
                  <a:lnTo>
                    <a:pt x="16247720" y="626833"/>
                  </a:lnTo>
                  <a:lnTo>
                    <a:pt x="16247720" y="0"/>
                  </a:lnTo>
                  <a:close/>
                </a:path>
                <a:path w="17378045" h="627379">
                  <a:moveTo>
                    <a:pt x="17378020" y="0"/>
                  </a:moveTo>
                  <a:lnTo>
                    <a:pt x="16247745" y="0"/>
                  </a:lnTo>
                  <a:lnTo>
                    <a:pt x="16247745" y="626833"/>
                  </a:lnTo>
                  <a:lnTo>
                    <a:pt x="17378020" y="626833"/>
                  </a:lnTo>
                  <a:lnTo>
                    <a:pt x="1737802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0799" y="3292093"/>
              <a:ext cx="17378045" cy="1355725"/>
            </a:xfrm>
            <a:custGeom>
              <a:avLst/>
              <a:gdLst/>
              <a:ahLst/>
              <a:cxnLst/>
              <a:rect l="l" t="t" r="r" b="b"/>
              <a:pathLst>
                <a:path w="17378045" h="1355725">
                  <a:moveTo>
                    <a:pt x="4944973" y="0"/>
                  </a:moveTo>
                  <a:lnTo>
                    <a:pt x="3814699" y="0"/>
                  </a:lnTo>
                  <a:lnTo>
                    <a:pt x="0" y="0"/>
                  </a:lnTo>
                  <a:lnTo>
                    <a:pt x="0" y="1355471"/>
                  </a:lnTo>
                  <a:lnTo>
                    <a:pt x="3814699" y="1355471"/>
                  </a:lnTo>
                  <a:lnTo>
                    <a:pt x="4944973" y="1355471"/>
                  </a:lnTo>
                  <a:lnTo>
                    <a:pt x="4944973" y="0"/>
                  </a:lnTo>
                  <a:close/>
                </a:path>
                <a:path w="17378045" h="1355725">
                  <a:moveTo>
                    <a:pt x="7205446" y="0"/>
                  </a:moveTo>
                  <a:lnTo>
                    <a:pt x="6075273" y="0"/>
                  </a:lnTo>
                  <a:lnTo>
                    <a:pt x="4944999" y="0"/>
                  </a:lnTo>
                  <a:lnTo>
                    <a:pt x="4944999" y="1355471"/>
                  </a:lnTo>
                  <a:lnTo>
                    <a:pt x="6075172" y="1355471"/>
                  </a:lnTo>
                  <a:lnTo>
                    <a:pt x="7205446" y="1355471"/>
                  </a:lnTo>
                  <a:lnTo>
                    <a:pt x="7205446" y="0"/>
                  </a:lnTo>
                  <a:close/>
                </a:path>
                <a:path w="17378045" h="1355725">
                  <a:moveTo>
                    <a:pt x="8335746" y="0"/>
                  </a:moveTo>
                  <a:lnTo>
                    <a:pt x="7205472" y="0"/>
                  </a:lnTo>
                  <a:lnTo>
                    <a:pt x="7205472" y="1355471"/>
                  </a:lnTo>
                  <a:lnTo>
                    <a:pt x="8335746" y="1355471"/>
                  </a:lnTo>
                  <a:lnTo>
                    <a:pt x="8335746" y="0"/>
                  </a:lnTo>
                  <a:close/>
                </a:path>
                <a:path w="17378045" h="1355725">
                  <a:moveTo>
                    <a:pt x="9466047" y="0"/>
                  </a:moveTo>
                  <a:lnTo>
                    <a:pt x="8335772" y="0"/>
                  </a:lnTo>
                  <a:lnTo>
                    <a:pt x="8335772" y="1355471"/>
                  </a:lnTo>
                  <a:lnTo>
                    <a:pt x="9466047" y="1355471"/>
                  </a:lnTo>
                  <a:lnTo>
                    <a:pt x="9466047" y="0"/>
                  </a:lnTo>
                  <a:close/>
                </a:path>
                <a:path w="17378045" h="1355725">
                  <a:moveTo>
                    <a:pt x="10596347" y="0"/>
                  </a:moveTo>
                  <a:lnTo>
                    <a:pt x="9466072" y="0"/>
                  </a:lnTo>
                  <a:lnTo>
                    <a:pt x="9466072" y="1355471"/>
                  </a:lnTo>
                  <a:lnTo>
                    <a:pt x="10596347" y="1355471"/>
                  </a:lnTo>
                  <a:lnTo>
                    <a:pt x="10596347" y="0"/>
                  </a:lnTo>
                  <a:close/>
                </a:path>
                <a:path w="17378045" h="1355725">
                  <a:moveTo>
                    <a:pt x="12856820" y="0"/>
                  </a:moveTo>
                  <a:lnTo>
                    <a:pt x="11726647" y="0"/>
                  </a:lnTo>
                  <a:lnTo>
                    <a:pt x="10596372" y="0"/>
                  </a:lnTo>
                  <a:lnTo>
                    <a:pt x="10596372" y="1355471"/>
                  </a:lnTo>
                  <a:lnTo>
                    <a:pt x="11726545" y="1355471"/>
                  </a:lnTo>
                  <a:lnTo>
                    <a:pt x="12856820" y="1355471"/>
                  </a:lnTo>
                  <a:lnTo>
                    <a:pt x="12856820" y="0"/>
                  </a:lnTo>
                  <a:close/>
                </a:path>
                <a:path w="17378045" h="1355725">
                  <a:moveTo>
                    <a:pt x="13987120" y="0"/>
                  </a:moveTo>
                  <a:lnTo>
                    <a:pt x="12856845" y="0"/>
                  </a:lnTo>
                  <a:lnTo>
                    <a:pt x="12856845" y="1355471"/>
                  </a:lnTo>
                  <a:lnTo>
                    <a:pt x="13987120" y="1355471"/>
                  </a:lnTo>
                  <a:lnTo>
                    <a:pt x="13987120" y="0"/>
                  </a:lnTo>
                  <a:close/>
                </a:path>
                <a:path w="17378045" h="1355725">
                  <a:moveTo>
                    <a:pt x="15117420" y="0"/>
                  </a:moveTo>
                  <a:lnTo>
                    <a:pt x="13987145" y="0"/>
                  </a:lnTo>
                  <a:lnTo>
                    <a:pt x="13987145" y="1355471"/>
                  </a:lnTo>
                  <a:lnTo>
                    <a:pt x="15117420" y="1355471"/>
                  </a:lnTo>
                  <a:lnTo>
                    <a:pt x="15117420" y="0"/>
                  </a:lnTo>
                  <a:close/>
                </a:path>
                <a:path w="17378045" h="1355725">
                  <a:moveTo>
                    <a:pt x="16247720" y="0"/>
                  </a:moveTo>
                  <a:lnTo>
                    <a:pt x="15117445" y="0"/>
                  </a:lnTo>
                  <a:lnTo>
                    <a:pt x="15117445" y="1355471"/>
                  </a:lnTo>
                  <a:lnTo>
                    <a:pt x="16247720" y="1355471"/>
                  </a:lnTo>
                  <a:lnTo>
                    <a:pt x="16247720" y="0"/>
                  </a:lnTo>
                  <a:close/>
                </a:path>
                <a:path w="17378045" h="1355725">
                  <a:moveTo>
                    <a:pt x="17378020" y="0"/>
                  </a:moveTo>
                  <a:lnTo>
                    <a:pt x="16247745" y="0"/>
                  </a:lnTo>
                  <a:lnTo>
                    <a:pt x="16247745" y="1355471"/>
                  </a:lnTo>
                  <a:lnTo>
                    <a:pt x="17378020" y="1355471"/>
                  </a:lnTo>
                  <a:lnTo>
                    <a:pt x="17378020" y="0"/>
                  </a:lnTo>
                  <a:close/>
                </a:path>
              </a:pathLst>
            </a:custGeom>
            <a:solidFill>
              <a:srgbClr val="FF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0799" y="4647564"/>
              <a:ext cx="17378045" cy="1355725"/>
            </a:xfrm>
            <a:custGeom>
              <a:avLst/>
              <a:gdLst/>
              <a:ahLst/>
              <a:cxnLst/>
              <a:rect l="l" t="t" r="r" b="b"/>
              <a:pathLst>
                <a:path w="17378045" h="1355725">
                  <a:moveTo>
                    <a:pt x="4944973" y="0"/>
                  </a:moveTo>
                  <a:lnTo>
                    <a:pt x="3814699" y="0"/>
                  </a:lnTo>
                  <a:lnTo>
                    <a:pt x="0" y="0"/>
                  </a:lnTo>
                  <a:lnTo>
                    <a:pt x="0" y="1355471"/>
                  </a:lnTo>
                  <a:lnTo>
                    <a:pt x="3814699" y="1355471"/>
                  </a:lnTo>
                  <a:lnTo>
                    <a:pt x="4944973" y="1355471"/>
                  </a:lnTo>
                  <a:lnTo>
                    <a:pt x="4944973" y="0"/>
                  </a:lnTo>
                  <a:close/>
                </a:path>
                <a:path w="17378045" h="1355725">
                  <a:moveTo>
                    <a:pt x="7205446" y="0"/>
                  </a:moveTo>
                  <a:lnTo>
                    <a:pt x="6075273" y="0"/>
                  </a:lnTo>
                  <a:lnTo>
                    <a:pt x="4944999" y="0"/>
                  </a:lnTo>
                  <a:lnTo>
                    <a:pt x="4944999" y="1355471"/>
                  </a:lnTo>
                  <a:lnTo>
                    <a:pt x="6075172" y="1355471"/>
                  </a:lnTo>
                  <a:lnTo>
                    <a:pt x="7205446" y="1355471"/>
                  </a:lnTo>
                  <a:lnTo>
                    <a:pt x="7205446" y="0"/>
                  </a:lnTo>
                  <a:close/>
                </a:path>
                <a:path w="17378045" h="1355725">
                  <a:moveTo>
                    <a:pt x="8335746" y="0"/>
                  </a:moveTo>
                  <a:lnTo>
                    <a:pt x="7205472" y="0"/>
                  </a:lnTo>
                  <a:lnTo>
                    <a:pt x="7205472" y="1355471"/>
                  </a:lnTo>
                  <a:lnTo>
                    <a:pt x="8335746" y="1355471"/>
                  </a:lnTo>
                  <a:lnTo>
                    <a:pt x="8335746" y="0"/>
                  </a:lnTo>
                  <a:close/>
                </a:path>
                <a:path w="17378045" h="1355725">
                  <a:moveTo>
                    <a:pt x="9466047" y="0"/>
                  </a:moveTo>
                  <a:lnTo>
                    <a:pt x="8335772" y="0"/>
                  </a:lnTo>
                  <a:lnTo>
                    <a:pt x="8335772" y="1355471"/>
                  </a:lnTo>
                  <a:lnTo>
                    <a:pt x="9466047" y="1355471"/>
                  </a:lnTo>
                  <a:lnTo>
                    <a:pt x="9466047" y="0"/>
                  </a:lnTo>
                  <a:close/>
                </a:path>
                <a:path w="17378045" h="1355725">
                  <a:moveTo>
                    <a:pt x="10596347" y="0"/>
                  </a:moveTo>
                  <a:lnTo>
                    <a:pt x="9466072" y="0"/>
                  </a:lnTo>
                  <a:lnTo>
                    <a:pt x="9466072" y="1355471"/>
                  </a:lnTo>
                  <a:lnTo>
                    <a:pt x="10596347" y="1355471"/>
                  </a:lnTo>
                  <a:lnTo>
                    <a:pt x="10596347" y="0"/>
                  </a:lnTo>
                  <a:close/>
                </a:path>
                <a:path w="17378045" h="1355725">
                  <a:moveTo>
                    <a:pt x="12856820" y="0"/>
                  </a:moveTo>
                  <a:lnTo>
                    <a:pt x="11726647" y="0"/>
                  </a:lnTo>
                  <a:lnTo>
                    <a:pt x="10596372" y="0"/>
                  </a:lnTo>
                  <a:lnTo>
                    <a:pt x="10596372" y="1355471"/>
                  </a:lnTo>
                  <a:lnTo>
                    <a:pt x="11726545" y="1355471"/>
                  </a:lnTo>
                  <a:lnTo>
                    <a:pt x="12856820" y="1355471"/>
                  </a:lnTo>
                  <a:lnTo>
                    <a:pt x="12856820" y="0"/>
                  </a:lnTo>
                  <a:close/>
                </a:path>
                <a:path w="17378045" h="1355725">
                  <a:moveTo>
                    <a:pt x="13987120" y="0"/>
                  </a:moveTo>
                  <a:lnTo>
                    <a:pt x="12856845" y="0"/>
                  </a:lnTo>
                  <a:lnTo>
                    <a:pt x="12856845" y="1355471"/>
                  </a:lnTo>
                  <a:lnTo>
                    <a:pt x="13987120" y="1355471"/>
                  </a:lnTo>
                  <a:lnTo>
                    <a:pt x="13987120" y="0"/>
                  </a:lnTo>
                  <a:close/>
                </a:path>
                <a:path w="17378045" h="1355725">
                  <a:moveTo>
                    <a:pt x="15117420" y="0"/>
                  </a:moveTo>
                  <a:lnTo>
                    <a:pt x="13987145" y="0"/>
                  </a:lnTo>
                  <a:lnTo>
                    <a:pt x="13987145" y="1355471"/>
                  </a:lnTo>
                  <a:lnTo>
                    <a:pt x="15117420" y="1355471"/>
                  </a:lnTo>
                  <a:lnTo>
                    <a:pt x="15117420" y="0"/>
                  </a:lnTo>
                  <a:close/>
                </a:path>
                <a:path w="17378045" h="1355725">
                  <a:moveTo>
                    <a:pt x="16247720" y="0"/>
                  </a:moveTo>
                  <a:lnTo>
                    <a:pt x="15117445" y="0"/>
                  </a:lnTo>
                  <a:lnTo>
                    <a:pt x="15117445" y="1355471"/>
                  </a:lnTo>
                  <a:lnTo>
                    <a:pt x="16247720" y="1355471"/>
                  </a:lnTo>
                  <a:lnTo>
                    <a:pt x="16247720" y="0"/>
                  </a:lnTo>
                  <a:close/>
                </a:path>
                <a:path w="17378045" h="1355725">
                  <a:moveTo>
                    <a:pt x="17378020" y="0"/>
                  </a:moveTo>
                  <a:lnTo>
                    <a:pt x="16247745" y="0"/>
                  </a:lnTo>
                  <a:lnTo>
                    <a:pt x="16247745" y="1355471"/>
                  </a:lnTo>
                  <a:lnTo>
                    <a:pt x="17378020" y="1355471"/>
                  </a:lnTo>
                  <a:lnTo>
                    <a:pt x="17378020" y="0"/>
                  </a:lnTo>
                  <a:close/>
                </a:path>
              </a:pathLst>
            </a:custGeom>
            <a:solidFill>
              <a:srgbClr val="FF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0799" y="6003035"/>
              <a:ext cx="17378045" cy="1355725"/>
            </a:xfrm>
            <a:custGeom>
              <a:avLst/>
              <a:gdLst/>
              <a:ahLst/>
              <a:cxnLst/>
              <a:rect l="l" t="t" r="r" b="b"/>
              <a:pathLst>
                <a:path w="17378045" h="1355725">
                  <a:moveTo>
                    <a:pt x="4944973" y="0"/>
                  </a:moveTo>
                  <a:lnTo>
                    <a:pt x="3814699" y="0"/>
                  </a:lnTo>
                  <a:lnTo>
                    <a:pt x="0" y="0"/>
                  </a:lnTo>
                  <a:lnTo>
                    <a:pt x="0" y="1355471"/>
                  </a:lnTo>
                  <a:lnTo>
                    <a:pt x="3814699" y="1355471"/>
                  </a:lnTo>
                  <a:lnTo>
                    <a:pt x="4944973" y="1355471"/>
                  </a:lnTo>
                  <a:lnTo>
                    <a:pt x="4944973" y="0"/>
                  </a:lnTo>
                  <a:close/>
                </a:path>
                <a:path w="17378045" h="1355725">
                  <a:moveTo>
                    <a:pt x="7205446" y="0"/>
                  </a:moveTo>
                  <a:lnTo>
                    <a:pt x="6075273" y="0"/>
                  </a:lnTo>
                  <a:lnTo>
                    <a:pt x="4944999" y="0"/>
                  </a:lnTo>
                  <a:lnTo>
                    <a:pt x="4944999" y="1355471"/>
                  </a:lnTo>
                  <a:lnTo>
                    <a:pt x="6075172" y="1355471"/>
                  </a:lnTo>
                  <a:lnTo>
                    <a:pt x="7205446" y="1355471"/>
                  </a:lnTo>
                  <a:lnTo>
                    <a:pt x="7205446" y="0"/>
                  </a:lnTo>
                  <a:close/>
                </a:path>
                <a:path w="17378045" h="1355725">
                  <a:moveTo>
                    <a:pt x="8335746" y="0"/>
                  </a:moveTo>
                  <a:lnTo>
                    <a:pt x="7205472" y="0"/>
                  </a:lnTo>
                  <a:lnTo>
                    <a:pt x="7205472" y="1355471"/>
                  </a:lnTo>
                  <a:lnTo>
                    <a:pt x="8335746" y="1355471"/>
                  </a:lnTo>
                  <a:lnTo>
                    <a:pt x="8335746" y="0"/>
                  </a:lnTo>
                  <a:close/>
                </a:path>
                <a:path w="17378045" h="1355725">
                  <a:moveTo>
                    <a:pt x="9466047" y="0"/>
                  </a:moveTo>
                  <a:lnTo>
                    <a:pt x="8335772" y="0"/>
                  </a:lnTo>
                  <a:lnTo>
                    <a:pt x="8335772" y="1355471"/>
                  </a:lnTo>
                  <a:lnTo>
                    <a:pt x="9466047" y="1355471"/>
                  </a:lnTo>
                  <a:lnTo>
                    <a:pt x="9466047" y="0"/>
                  </a:lnTo>
                  <a:close/>
                </a:path>
                <a:path w="17378045" h="1355725">
                  <a:moveTo>
                    <a:pt x="10596347" y="0"/>
                  </a:moveTo>
                  <a:lnTo>
                    <a:pt x="9466072" y="0"/>
                  </a:lnTo>
                  <a:lnTo>
                    <a:pt x="9466072" y="1355471"/>
                  </a:lnTo>
                  <a:lnTo>
                    <a:pt x="10596347" y="1355471"/>
                  </a:lnTo>
                  <a:lnTo>
                    <a:pt x="10596347" y="0"/>
                  </a:lnTo>
                  <a:close/>
                </a:path>
                <a:path w="17378045" h="1355725">
                  <a:moveTo>
                    <a:pt x="12856820" y="0"/>
                  </a:moveTo>
                  <a:lnTo>
                    <a:pt x="11726647" y="0"/>
                  </a:lnTo>
                  <a:lnTo>
                    <a:pt x="10596372" y="0"/>
                  </a:lnTo>
                  <a:lnTo>
                    <a:pt x="10596372" y="1355471"/>
                  </a:lnTo>
                  <a:lnTo>
                    <a:pt x="11726545" y="1355471"/>
                  </a:lnTo>
                  <a:lnTo>
                    <a:pt x="12856820" y="1355471"/>
                  </a:lnTo>
                  <a:lnTo>
                    <a:pt x="12856820" y="0"/>
                  </a:lnTo>
                  <a:close/>
                </a:path>
                <a:path w="17378045" h="1355725">
                  <a:moveTo>
                    <a:pt x="13987120" y="0"/>
                  </a:moveTo>
                  <a:lnTo>
                    <a:pt x="12856845" y="0"/>
                  </a:lnTo>
                  <a:lnTo>
                    <a:pt x="12856845" y="1355471"/>
                  </a:lnTo>
                  <a:lnTo>
                    <a:pt x="13987120" y="1355471"/>
                  </a:lnTo>
                  <a:lnTo>
                    <a:pt x="13987120" y="0"/>
                  </a:lnTo>
                  <a:close/>
                </a:path>
                <a:path w="17378045" h="1355725">
                  <a:moveTo>
                    <a:pt x="15117420" y="0"/>
                  </a:moveTo>
                  <a:lnTo>
                    <a:pt x="13987145" y="0"/>
                  </a:lnTo>
                  <a:lnTo>
                    <a:pt x="13987145" y="1355471"/>
                  </a:lnTo>
                  <a:lnTo>
                    <a:pt x="15117420" y="1355471"/>
                  </a:lnTo>
                  <a:lnTo>
                    <a:pt x="15117420" y="0"/>
                  </a:lnTo>
                  <a:close/>
                </a:path>
                <a:path w="17378045" h="1355725">
                  <a:moveTo>
                    <a:pt x="16247720" y="0"/>
                  </a:moveTo>
                  <a:lnTo>
                    <a:pt x="15117445" y="0"/>
                  </a:lnTo>
                  <a:lnTo>
                    <a:pt x="15117445" y="1355471"/>
                  </a:lnTo>
                  <a:lnTo>
                    <a:pt x="16247720" y="1355471"/>
                  </a:lnTo>
                  <a:lnTo>
                    <a:pt x="16247720" y="0"/>
                  </a:lnTo>
                  <a:close/>
                </a:path>
                <a:path w="17378045" h="1355725">
                  <a:moveTo>
                    <a:pt x="17378020" y="0"/>
                  </a:moveTo>
                  <a:lnTo>
                    <a:pt x="16247745" y="0"/>
                  </a:lnTo>
                  <a:lnTo>
                    <a:pt x="16247745" y="1355471"/>
                  </a:lnTo>
                  <a:lnTo>
                    <a:pt x="17378020" y="1355471"/>
                  </a:lnTo>
                  <a:lnTo>
                    <a:pt x="17378020" y="0"/>
                  </a:lnTo>
                  <a:close/>
                </a:path>
              </a:pathLst>
            </a:custGeom>
            <a:solidFill>
              <a:srgbClr val="FF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0799" y="7358646"/>
              <a:ext cx="17378045" cy="1355725"/>
            </a:xfrm>
            <a:custGeom>
              <a:avLst/>
              <a:gdLst/>
              <a:ahLst/>
              <a:cxnLst/>
              <a:rect l="l" t="t" r="r" b="b"/>
              <a:pathLst>
                <a:path w="17378045" h="1355725">
                  <a:moveTo>
                    <a:pt x="4944973" y="0"/>
                  </a:moveTo>
                  <a:lnTo>
                    <a:pt x="3814699" y="0"/>
                  </a:lnTo>
                  <a:lnTo>
                    <a:pt x="0" y="0"/>
                  </a:lnTo>
                  <a:lnTo>
                    <a:pt x="0" y="1355458"/>
                  </a:lnTo>
                  <a:lnTo>
                    <a:pt x="3814699" y="1355458"/>
                  </a:lnTo>
                  <a:lnTo>
                    <a:pt x="4944973" y="1355458"/>
                  </a:lnTo>
                  <a:lnTo>
                    <a:pt x="4944973" y="0"/>
                  </a:lnTo>
                  <a:close/>
                </a:path>
                <a:path w="17378045" h="1355725">
                  <a:moveTo>
                    <a:pt x="7205446" y="0"/>
                  </a:moveTo>
                  <a:lnTo>
                    <a:pt x="6075273" y="0"/>
                  </a:lnTo>
                  <a:lnTo>
                    <a:pt x="4944999" y="0"/>
                  </a:lnTo>
                  <a:lnTo>
                    <a:pt x="4944999" y="1355458"/>
                  </a:lnTo>
                  <a:lnTo>
                    <a:pt x="6075172" y="1355458"/>
                  </a:lnTo>
                  <a:lnTo>
                    <a:pt x="7205446" y="1355458"/>
                  </a:lnTo>
                  <a:lnTo>
                    <a:pt x="7205446" y="0"/>
                  </a:lnTo>
                  <a:close/>
                </a:path>
                <a:path w="17378045" h="1355725">
                  <a:moveTo>
                    <a:pt x="8335746" y="0"/>
                  </a:moveTo>
                  <a:lnTo>
                    <a:pt x="7205472" y="0"/>
                  </a:lnTo>
                  <a:lnTo>
                    <a:pt x="7205472" y="1355458"/>
                  </a:lnTo>
                  <a:lnTo>
                    <a:pt x="8335746" y="1355458"/>
                  </a:lnTo>
                  <a:lnTo>
                    <a:pt x="8335746" y="0"/>
                  </a:lnTo>
                  <a:close/>
                </a:path>
                <a:path w="17378045" h="1355725">
                  <a:moveTo>
                    <a:pt x="9466047" y="0"/>
                  </a:moveTo>
                  <a:lnTo>
                    <a:pt x="8335772" y="0"/>
                  </a:lnTo>
                  <a:lnTo>
                    <a:pt x="8335772" y="1355458"/>
                  </a:lnTo>
                  <a:lnTo>
                    <a:pt x="9466047" y="1355458"/>
                  </a:lnTo>
                  <a:lnTo>
                    <a:pt x="9466047" y="0"/>
                  </a:lnTo>
                  <a:close/>
                </a:path>
                <a:path w="17378045" h="1355725">
                  <a:moveTo>
                    <a:pt x="10596347" y="0"/>
                  </a:moveTo>
                  <a:lnTo>
                    <a:pt x="9466072" y="0"/>
                  </a:lnTo>
                  <a:lnTo>
                    <a:pt x="9466072" y="1355458"/>
                  </a:lnTo>
                  <a:lnTo>
                    <a:pt x="10596347" y="1355458"/>
                  </a:lnTo>
                  <a:lnTo>
                    <a:pt x="10596347" y="0"/>
                  </a:lnTo>
                  <a:close/>
                </a:path>
                <a:path w="17378045" h="1355725">
                  <a:moveTo>
                    <a:pt x="12856820" y="0"/>
                  </a:moveTo>
                  <a:lnTo>
                    <a:pt x="11726647" y="0"/>
                  </a:lnTo>
                  <a:lnTo>
                    <a:pt x="10596372" y="0"/>
                  </a:lnTo>
                  <a:lnTo>
                    <a:pt x="10596372" y="1355458"/>
                  </a:lnTo>
                  <a:lnTo>
                    <a:pt x="11726545" y="1355458"/>
                  </a:lnTo>
                  <a:lnTo>
                    <a:pt x="12856820" y="1355458"/>
                  </a:lnTo>
                  <a:lnTo>
                    <a:pt x="12856820" y="0"/>
                  </a:lnTo>
                  <a:close/>
                </a:path>
                <a:path w="17378045" h="1355725">
                  <a:moveTo>
                    <a:pt x="13987120" y="0"/>
                  </a:moveTo>
                  <a:lnTo>
                    <a:pt x="12856845" y="0"/>
                  </a:lnTo>
                  <a:lnTo>
                    <a:pt x="12856845" y="1355458"/>
                  </a:lnTo>
                  <a:lnTo>
                    <a:pt x="13987120" y="1355458"/>
                  </a:lnTo>
                  <a:lnTo>
                    <a:pt x="13987120" y="0"/>
                  </a:lnTo>
                  <a:close/>
                </a:path>
                <a:path w="17378045" h="1355725">
                  <a:moveTo>
                    <a:pt x="15117420" y="0"/>
                  </a:moveTo>
                  <a:lnTo>
                    <a:pt x="13987145" y="0"/>
                  </a:lnTo>
                  <a:lnTo>
                    <a:pt x="13987145" y="1355458"/>
                  </a:lnTo>
                  <a:lnTo>
                    <a:pt x="15117420" y="1355458"/>
                  </a:lnTo>
                  <a:lnTo>
                    <a:pt x="15117420" y="0"/>
                  </a:lnTo>
                  <a:close/>
                </a:path>
                <a:path w="17378045" h="1355725">
                  <a:moveTo>
                    <a:pt x="16247720" y="0"/>
                  </a:moveTo>
                  <a:lnTo>
                    <a:pt x="15117445" y="0"/>
                  </a:lnTo>
                  <a:lnTo>
                    <a:pt x="15117445" y="1355458"/>
                  </a:lnTo>
                  <a:lnTo>
                    <a:pt x="16247720" y="1355458"/>
                  </a:lnTo>
                  <a:lnTo>
                    <a:pt x="16247720" y="0"/>
                  </a:lnTo>
                  <a:close/>
                </a:path>
                <a:path w="17378045" h="1355725">
                  <a:moveTo>
                    <a:pt x="17378020" y="0"/>
                  </a:moveTo>
                  <a:lnTo>
                    <a:pt x="16247745" y="0"/>
                  </a:lnTo>
                  <a:lnTo>
                    <a:pt x="16247745" y="1355458"/>
                  </a:lnTo>
                  <a:lnTo>
                    <a:pt x="17378020" y="1355458"/>
                  </a:lnTo>
                  <a:lnTo>
                    <a:pt x="17378020" y="0"/>
                  </a:lnTo>
                  <a:close/>
                </a:path>
              </a:pathLst>
            </a:custGeom>
            <a:solidFill>
              <a:srgbClr val="FF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0799" y="8714079"/>
              <a:ext cx="17378045" cy="1355725"/>
            </a:xfrm>
            <a:custGeom>
              <a:avLst/>
              <a:gdLst/>
              <a:ahLst/>
              <a:cxnLst/>
              <a:rect l="l" t="t" r="r" b="b"/>
              <a:pathLst>
                <a:path w="17378045" h="1355725">
                  <a:moveTo>
                    <a:pt x="4944973" y="0"/>
                  </a:moveTo>
                  <a:lnTo>
                    <a:pt x="3814699" y="0"/>
                  </a:lnTo>
                  <a:lnTo>
                    <a:pt x="0" y="0"/>
                  </a:lnTo>
                  <a:lnTo>
                    <a:pt x="0" y="1355471"/>
                  </a:lnTo>
                  <a:lnTo>
                    <a:pt x="3814699" y="1355471"/>
                  </a:lnTo>
                  <a:lnTo>
                    <a:pt x="4944973" y="1355471"/>
                  </a:lnTo>
                  <a:lnTo>
                    <a:pt x="4944973" y="0"/>
                  </a:lnTo>
                  <a:close/>
                </a:path>
                <a:path w="17378045" h="1355725">
                  <a:moveTo>
                    <a:pt x="7205446" y="0"/>
                  </a:moveTo>
                  <a:lnTo>
                    <a:pt x="6075273" y="0"/>
                  </a:lnTo>
                  <a:lnTo>
                    <a:pt x="4944999" y="0"/>
                  </a:lnTo>
                  <a:lnTo>
                    <a:pt x="4944999" y="1355471"/>
                  </a:lnTo>
                  <a:lnTo>
                    <a:pt x="6075172" y="1355471"/>
                  </a:lnTo>
                  <a:lnTo>
                    <a:pt x="7205446" y="1355471"/>
                  </a:lnTo>
                  <a:lnTo>
                    <a:pt x="7205446" y="0"/>
                  </a:lnTo>
                  <a:close/>
                </a:path>
                <a:path w="17378045" h="1355725">
                  <a:moveTo>
                    <a:pt x="8335746" y="0"/>
                  </a:moveTo>
                  <a:lnTo>
                    <a:pt x="7205472" y="0"/>
                  </a:lnTo>
                  <a:lnTo>
                    <a:pt x="7205472" y="1355471"/>
                  </a:lnTo>
                  <a:lnTo>
                    <a:pt x="8335746" y="1355471"/>
                  </a:lnTo>
                  <a:lnTo>
                    <a:pt x="8335746" y="0"/>
                  </a:lnTo>
                  <a:close/>
                </a:path>
                <a:path w="17378045" h="1355725">
                  <a:moveTo>
                    <a:pt x="9466047" y="0"/>
                  </a:moveTo>
                  <a:lnTo>
                    <a:pt x="8335772" y="0"/>
                  </a:lnTo>
                  <a:lnTo>
                    <a:pt x="8335772" y="1355471"/>
                  </a:lnTo>
                  <a:lnTo>
                    <a:pt x="9466047" y="1355471"/>
                  </a:lnTo>
                  <a:lnTo>
                    <a:pt x="9466047" y="0"/>
                  </a:lnTo>
                  <a:close/>
                </a:path>
                <a:path w="17378045" h="1355725">
                  <a:moveTo>
                    <a:pt x="10596347" y="0"/>
                  </a:moveTo>
                  <a:lnTo>
                    <a:pt x="9466072" y="0"/>
                  </a:lnTo>
                  <a:lnTo>
                    <a:pt x="9466072" y="1355471"/>
                  </a:lnTo>
                  <a:lnTo>
                    <a:pt x="10596347" y="1355471"/>
                  </a:lnTo>
                  <a:lnTo>
                    <a:pt x="10596347" y="0"/>
                  </a:lnTo>
                  <a:close/>
                </a:path>
                <a:path w="17378045" h="1355725">
                  <a:moveTo>
                    <a:pt x="12856820" y="0"/>
                  </a:moveTo>
                  <a:lnTo>
                    <a:pt x="11726647" y="0"/>
                  </a:lnTo>
                  <a:lnTo>
                    <a:pt x="10596372" y="0"/>
                  </a:lnTo>
                  <a:lnTo>
                    <a:pt x="10596372" y="1355471"/>
                  </a:lnTo>
                  <a:lnTo>
                    <a:pt x="11726545" y="1355471"/>
                  </a:lnTo>
                  <a:lnTo>
                    <a:pt x="12856820" y="1355471"/>
                  </a:lnTo>
                  <a:lnTo>
                    <a:pt x="12856820" y="0"/>
                  </a:lnTo>
                  <a:close/>
                </a:path>
                <a:path w="17378045" h="1355725">
                  <a:moveTo>
                    <a:pt x="13987120" y="0"/>
                  </a:moveTo>
                  <a:lnTo>
                    <a:pt x="12856845" y="0"/>
                  </a:lnTo>
                  <a:lnTo>
                    <a:pt x="12856845" y="1355471"/>
                  </a:lnTo>
                  <a:lnTo>
                    <a:pt x="13987120" y="1355471"/>
                  </a:lnTo>
                  <a:lnTo>
                    <a:pt x="13987120" y="0"/>
                  </a:lnTo>
                  <a:close/>
                </a:path>
                <a:path w="17378045" h="1355725">
                  <a:moveTo>
                    <a:pt x="15117420" y="0"/>
                  </a:moveTo>
                  <a:lnTo>
                    <a:pt x="13987145" y="0"/>
                  </a:lnTo>
                  <a:lnTo>
                    <a:pt x="13987145" y="1355471"/>
                  </a:lnTo>
                  <a:lnTo>
                    <a:pt x="15117420" y="1355471"/>
                  </a:lnTo>
                  <a:lnTo>
                    <a:pt x="15117420" y="0"/>
                  </a:lnTo>
                  <a:close/>
                </a:path>
                <a:path w="17378045" h="1355725">
                  <a:moveTo>
                    <a:pt x="16247720" y="0"/>
                  </a:moveTo>
                  <a:lnTo>
                    <a:pt x="15117445" y="0"/>
                  </a:lnTo>
                  <a:lnTo>
                    <a:pt x="15117445" y="1355471"/>
                  </a:lnTo>
                  <a:lnTo>
                    <a:pt x="16247720" y="1355471"/>
                  </a:lnTo>
                  <a:lnTo>
                    <a:pt x="16247720" y="0"/>
                  </a:lnTo>
                  <a:close/>
                </a:path>
                <a:path w="17378045" h="1355725">
                  <a:moveTo>
                    <a:pt x="17378020" y="0"/>
                  </a:moveTo>
                  <a:lnTo>
                    <a:pt x="16247745" y="0"/>
                  </a:lnTo>
                  <a:lnTo>
                    <a:pt x="16247745" y="1355471"/>
                  </a:lnTo>
                  <a:lnTo>
                    <a:pt x="17378020" y="1355471"/>
                  </a:lnTo>
                  <a:lnTo>
                    <a:pt x="17378020" y="0"/>
                  </a:lnTo>
                  <a:close/>
                </a:path>
              </a:pathLst>
            </a:custGeom>
            <a:solidFill>
              <a:srgbClr val="FF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5497" y="2658872"/>
              <a:ext cx="12433300" cy="7417434"/>
            </a:xfrm>
            <a:custGeom>
              <a:avLst/>
              <a:gdLst/>
              <a:ahLst/>
              <a:cxnLst/>
              <a:rect l="l" t="t" r="r" b="b"/>
              <a:pathLst>
                <a:path w="12433300" h="7417434">
                  <a:moveTo>
                    <a:pt x="0" y="0"/>
                  </a:moveTo>
                  <a:lnTo>
                    <a:pt x="0" y="7417028"/>
                  </a:lnTo>
                </a:path>
                <a:path w="12433300" h="7417434">
                  <a:moveTo>
                    <a:pt x="1130300" y="0"/>
                  </a:moveTo>
                  <a:lnTo>
                    <a:pt x="1130300" y="7417028"/>
                  </a:lnTo>
                </a:path>
                <a:path w="12433300" h="7417434">
                  <a:moveTo>
                    <a:pt x="2260473" y="0"/>
                  </a:moveTo>
                  <a:lnTo>
                    <a:pt x="2260473" y="7417028"/>
                  </a:lnTo>
                </a:path>
                <a:path w="12433300" h="7417434">
                  <a:moveTo>
                    <a:pt x="3390773" y="0"/>
                  </a:moveTo>
                  <a:lnTo>
                    <a:pt x="3390773" y="7417028"/>
                  </a:lnTo>
                </a:path>
                <a:path w="12433300" h="7417434">
                  <a:moveTo>
                    <a:pt x="4521073" y="0"/>
                  </a:moveTo>
                  <a:lnTo>
                    <a:pt x="4521073" y="7417028"/>
                  </a:lnTo>
                </a:path>
                <a:path w="12433300" h="7417434">
                  <a:moveTo>
                    <a:pt x="5651373" y="0"/>
                  </a:moveTo>
                  <a:lnTo>
                    <a:pt x="5651373" y="7417028"/>
                  </a:lnTo>
                </a:path>
                <a:path w="12433300" h="7417434">
                  <a:moveTo>
                    <a:pt x="6781673" y="0"/>
                  </a:moveTo>
                  <a:lnTo>
                    <a:pt x="6781673" y="7417028"/>
                  </a:lnTo>
                </a:path>
                <a:path w="12433300" h="7417434">
                  <a:moveTo>
                    <a:pt x="7911846" y="0"/>
                  </a:moveTo>
                  <a:lnTo>
                    <a:pt x="7911846" y="7417028"/>
                  </a:lnTo>
                </a:path>
                <a:path w="12433300" h="7417434">
                  <a:moveTo>
                    <a:pt x="9042146" y="0"/>
                  </a:moveTo>
                  <a:lnTo>
                    <a:pt x="9042146" y="7417028"/>
                  </a:lnTo>
                </a:path>
                <a:path w="12433300" h="7417434">
                  <a:moveTo>
                    <a:pt x="10172446" y="0"/>
                  </a:moveTo>
                  <a:lnTo>
                    <a:pt x="10172446" y="7417028"/>
                  </a:lnTo>
                </a:path>
                <a:path w="12433300" h="7417434">
                  <a:moveTo>
                    <a:pt x="11302746" y="0"/>
                  </a:moveTo>
                  <a:lnTo>
                    <a:pt x="11302746" y="7417028"/>
                  </a:lnTo>
                </a:path>
                <a:path w="12433300" h="7417434">
                  <a:moveTo>
                    <a:pt x="12433046" y="0"/>
                  </a:moveTo>
                  <a:lnTo>
                    <a:pt x="12433046" y="741702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448" y="3292094"/>
              <a:ext cx="17390745" cy="0"/>
            </a:xfrm>
            <a:custGeom>
              <a:avLst/>
              <a:gdLst/>
              <a:ahLst/>
              <a:cxnLst/>
              <a:rect l="l" t="t" r="r" b="b"/>
              <a:pathLst>
                <a:path w="17390745">
                  <a:moveTo>
                    <a:pt x="0" y="0"/>
                  </a:moveTo>
                  <a:lnTo>
                    <a:pt x="1739074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4448" y="2658872"/>
              <a:ext cx="17390745" cy="7417434"/>
            </a:xfrm>
            <a:custGeom>
              <a:avLst/>
              <a:gdLst/>
              <a:ahLst/>
              <a:cxnLst/>
              <a:rect l="l" t="t" r="r" b="b"/>
              <a:pathLst>
                <a:path w="17390745" h="7417434">
                  <a:moveTo>
                    <a:pt x="0" y="1988692"/>
                  </a:moveTo>
                  <a:lnTo>
                    <a:pt x="17390745" y="1988692"/>
                  </a:lnTo>
                </a:path>
                <a:path w="17390745" h="7417434">
                  <a:moveTo>
                    <a:pt x="0" y="3344164"/>
                  </a:moveTo>
                  <a:lnTo>
                    <a:pt x="17390745" y="3344164"/>
                  </a:lnTo>
                </a:path>
                <a:path w="17390745" h="7417434">
                  <a:moveTo>
                    <a:pt x="0" y="4699634"/>
                  </a:moveTo>
                  <a:lnTo>
                    <a:pt x="17390745" y="4699634"/>
                  </a:lnTo>
                </a:path>
                <a:path w="17390745" h="7417434">
                  <a:moveTo>
                    <a:pt x="0" y="6055233"/>
                  </a:moveTo>
                  <a:lnTo>
                    <a:pt x="17390745" y="6055233"/>
                  </a:lnTo>
                </a:path>
                <a:path w="17390745" h="7417434">
                  <a:moveTo>
                    <a:pt x="6350" y="0"/>
                  </a:moveTo>
                  <a:lnTo>
                    <a:pt x="6350" y="7417028"/>
                  </a:lnTo>
                </a:path>
                <a:path w="17390745" h="7417434">
                  <a:moveTo>
                    <a:pt x="17384395" y="0"/>
                  </a:moveTo>
                  <a:lnTo>
                    <a:pt x="17384395" y="7417028"/>
                  </a:lnTo>
                </a:path>
                <a:path w="17390745" h="7417434">
                  <a:moveTo>
                    <a:pt x="0" y="6350"/>
                  </a:moveTo>
                  <a:lnTo>
                    <a:pt x="17390745" y="6350"/>
                  </a:lnTo>
                </a:path>
                <a:path w="17390745" h="7417434">
                  <a:moveTo>
                    <a:pt x="0" y="7410678"/>
                  </a:moveTo>
                  <a:lnTo>
                    <a:pt x="17390745" y="741067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9577" y="1721866"/>
            <a:ext cx="17212945" cy="140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Our</a:t>
            </a:r>
            <a:r>
              <a:rPr sz="1800" spc="-10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proposed</a:t>
            </a:r>
            <a:r>
              <a:rPr sz="1800" spc="-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project</a:t>
            </a:r>
            <a:r>
              <a:rPr sz="1800" spc="-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plan</a:t>
            </a:r>
            <a:r>
              <a:rPr sz="1800" spc="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means</a:t>
            </a:r>
            <a:r>
              <a:rPr sz="1800" spc="-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both</a:t>
            </a:r>
            <a:r>
              <a:rPr sz="18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UBA,</a:t>
            </a:r>
            <a:r>
              <a:rPr sz="18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lang="en-US" sz="1800" spc="-55" dirty="0">
                <a:solidFill>
                  <a:srgbClr val="52535B"/>
                </a:solidFill>
                <a:latin typeface="Century Gothic"/>
                <a:cs typeface="Century Gothic"/>
              </a:rPr>
              <a:t>and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Heirs</a:t>
            </a:r>
            <a:r>
              <a:rPr sz="18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Tech</a:t>
            </a:r>
            <a:r>
              <a:rPr lang="en-US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need</a:t>
            </a:r>
            <a:r>
              <a:rPr sz="1800" spc="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to</a:t>
            </a:r>
            <a:r>
              <a:rPr sz="1800" spc="-6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work</a:t>
            </a:r>
            <a:r>
              <a:rPr sz="1800" spc="-1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at</a:t>
            </a:r>
            <a:r>
              <a:rPr sz="1800" spc="-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pace.</a:t>
            </a:r>
            <a:r>
              <a:rPr sz="1800" spc="-5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Early</a:t>
            </a:r>
            <a:r>
              <a:rPr sz="1800" spc="-9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mobilisation</a:t>
            </a:r>
            <a:r>
              <a:rPr sz="1800" spc="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r>
              <a:rPr sz="1800" spc="-4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regular</a:t>
            </a:r>
            <a:r>
              <a:rPr sz="1800" spc="-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reviews</a:t>
            </a:r>
            <a:r>
              <a:rPr sz="18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will ensure</a:t>
            </a:r>
            <a:r>
              <a:rPr sz="1800" spc="1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that</a:t>
            </a:r>
            <a:r>
              <a:rPr sz="1800" spc="-2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the</a:t>
            </a:r>
            <a:r>
              <a:rPr sz="1800" spc="1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52535B"/>
                </a:solidFill>
                <a:latin typeface="Century Gothic"/>
                <a:cs typeface="Century Gothic"/>
              </a:rPr>
              <a:t>project</a:t>
            </a:r>
            <a:endParaRPr sz="18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begins</a:t>
            </a:r>
            <a:r>
              <a:rPr sz="1800" spc="-2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at</a:t>
            </a:r>
            <a:r>
              <a:rPr sz="1800" spc="-1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speed</a:t>
            </a:r>
            <a:r>
              <a:rPr sz="1800" spc="-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and</a:t>
            </a:r>
            <a:r>
              <a:rPr sz="1800" spc="-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remains</a:t>
            </a:r>
            <a:r>
              <a:rPr sz="18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focused</a:t>
            </a:r>
            <a:r>
              <a:rPr sz="1800" spc="-3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on</a:t>
            </a:r>
            <a:r>
              <a:rPr sz="1800" spc="-4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the</a:t>
            </a:r>
            <a:r>
              <a:rPr sz="18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priority</a:t>
            </a:r>
            <a:r>
              <a:rPr sz="1800" spc="5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areas</a:t>
            </a:r>
            <a:r>
              <a:rPr sz="1800" spc="-3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for</a:t>
            </a:r>
            <a:r>
              <a:rPr sz="1800" spc="-2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52535B"/>
                </a:solidFill>
                <a:latin typeface="Century Gothic"/>
                <a:cs typeface="Century Gothic"/>
              </a:rPr>
              <a:t>the</a:t>
            </a:r>
            <a:r>
              <a:rPr sz="1800" spc="-50" dirty="0">
                <a:solidFill>
                  <a:srgbClr val="52535B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52535B"/>
                </a:solidFill>
                <a:latin typeface="Century Gothic"/>
                <a:cs typeface="Century Gothic"/>
              </a:rPr>
              <a:t>bank.</a:t>
            </a:r>
            <a:endParaRPr sz="18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00" spc="-50" dirty="0">
                <a:solidFill>
                  <a:srgbClr val="B1B1B1"/>
                </a:solidFill>
                <a:latin typeface="Century Gothic"/>
                <a:cs typeface="Century Gothic"/>
              </a:rPr>
              <a:t>.</a:t>
            </a:r>
            <a:endParaRPr sz="15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500" dirty="0">
              <a:latin typeface="Century Gothic"/>
              <a:cs typeface="Century Gothic"/>
            </a:endParaRPr>
          </a:p>
          <a:p>
            <a:pPr marL="258445">
              <a:lnSpc>
                <a:spcPct val="100000"/>
              </a:lnSpc>
              <a:spcBef>
                <a:spcPts val="5"/>
              </a:spcBef>
              <a:tabLst>
                <a:tab pos="4074795" algn="l"/>
                <a:tab pos="5206365" algn="l"/>
                <a:tab pos="6337300" algn="l"/>
                <a:tab pos="7467600" algn="l"/>
                <a:tab pos="8598535" algn="l"/>
                <a:tab pos="9729470" algn="l"/>
                <a:tab pos="10860405" algn="l"/>
                <a:tab pos="11990705" algn="l"/>
                <a:tab pos="13121640" algn="l"/>
                <a:tab pos="14253210" algn="l"/>
                <a:tab pos="15384144" algn="l"/>
                <a:tab pos="16514444" algn="l"/>
              </a:tabLst>
            </a:pP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Phases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	Wk</a:t>
            </a:r>
            <a:r>
              <a:rPr sz="18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	Wk</a:t>
            </a:r>
            <a:r>
              <a:rPr sz="1800" b="1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	Wk</a:t>
            </a:r>
            <a:r>
              <a:rPr sz="1800" b="1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	Wk</a:t>
            </a:r>
            <a:r>
              <a:rPr sz="18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	Wk</a:t>
            </a:r>
            <a:r>
              <a:rPr sz="18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	Wk</a:t>
            </a:r>
            <a:r>
              <a:rPr sz="1800" b="1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	Wk</a:t>
            </a:r>
            <a:r>
              <a:rPr sz="1800" b="1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7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	Wk</a:t>
            </a:r>
            <a:r>
              <a:rPr sz="18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entury Gothic"/>
                <a:cs typeface="Century Gothic"/>
              </a:rPr>
              <a:t>8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	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6395" y="3722687"/>
            <a:ext cx="22091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52535B"/>
                </a:solidFill>
                <a:latin typeface="Century Gothic"/>
                <a:cs typeface="Century Gothic"/>
              </a:rPr>
              <a:t>Mobilisation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36395" y="4850447"/>
            <a:ext cx="211582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52535B"/>
                </a:solidFill>
                <a:latin typeface="Century Gothic"/>
                <a:cs typeface="Century Gothic"/>
              </a:rPr>
              <a:t>Rapid Assessment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36395" y="6436042"/>
            <a:ext cx="14490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52535B"/>
                </a:solidFill>
                <a:latin typeface="Century Gothic"/>
                <a:cs typeface="Century Gothic"/>
              </a:rPr>
              <a:t>Analysis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6395" y="7793037"/>
            <a:ext cx="191516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52535B"/>
                </a:solidFill>
                <a:latin typeface="Century Gothic"/>
                <a:cs typeface="Century Gothic"/>
              </a:rPr>
              <a:t>Validation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36395" y="9149715"/>
            <a:ext cx="190373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52535B"/>
                </a:solidFill>
                <a:latin typeface="Century Gothic"/>
                <a:cs typeface="Century Gothic"/>
              </a:rPr>
              <a:t>Roadmap</a:t>
            </a:r>
            <a:endParaRPr sz="3000">
              <a:latin typeface="Century Gothic"/>
              <a:cs typeface="Century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412" y="3509898"/>
            <a:ext cx="12766358" cy="6401346"/>
            <a:chOff x="633412" y="3509898"/>
            <a:chExt cx="12766358" cy="6401346"/>
          </a:xfrm>
        </p:grpSpPr>
        <p:sp>
          <p:nvSpPr>
            <p:cNvPr id="21" name="object 21"/>
            <p:cNvSpPr/>
            <p:nvPr/>
          </p:nvSpPr>
          <p:spPr>
            <a:xfrm>
              <a:off x="752475" y="362902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5" y="0"/>
                  </a:moveTo>
                  <a:lnTo>
                    <a:pt x="247378" y="3864"/>
                  </a:lnTo>
                  <a:lnTo>
                    <a:pt x="201943" y="15054"/>
                  </a:lnTo>
                  <a:lnTo>
                    <a:pt x="159577" y="32959"/>
                  </a:lnTo>
                  <a:lnTo>
                    <a:pt x="120887" y="56973"/>
                  </a:lnTo>
                  <a:lnTo>
                    <a:pt x="86482" y="86487"/>
                  </a:lnTo>
                  <a:lnTo>
                    <a:pt x="56969" y="120892"/>
                  </a:lnTo>
                  <a:lnTo>
                    <a:pt x="32957" y="159582"/>
                  </a:lnTo>
                  <a:lnTo>
                    <a:pt x="15052" y="201948"/>
                  </a:lnTo>
                  <a:lnTo>
                    <a:pt x="3864" y="247381"/>
                  </a:lnTo>
                  <a:lnTo>
                    <a:pt x="0" y="295275"/>
                  </a:lnTo>
                  <a:lnTo>
                    <a:pt x="3864" y="343168"/>
                  </a:lnTo>
                  <a:lnTo>
                    <a:pt x="15052" y="388601"/>
                  </a:lnTo>
                  <a:lnTo>
                    <a:pt x="32957" y="430967"/>
                  </a:lnTo>
                  <a:lnTo>
                    <a:pt x="56969" y="469657"/>
                  </a:lnTo>
                  <a:lnTo>
                    <a:pt x="86482" y="504063"/>
                  </a:lnTo>
                  <a:lnTo>
                    <a:pt x="120887" y="533576"/>
                  </a:lnTo>
                  <a:lnTo>
                    <a:pt x="159577" y="557590"/>
                  </a:lnTo>
                  <a:lnTo>
                    <a:pt x="201943" y="575495"/>
                  </a:lnTo>
                  <a:lnTo>
                    <a:pt x="247378" y="586685"/>
                  </a:lnTo>
                  <a:lnTo>
                    <a:pt x="295275" y="590550"/>
                  </a:lnTo>
                  <a:lnTo>
                    <a:pt x="343171" y="586685"/>
                  </a:lnTo>
                  <a:lnTo>
                    <a:pt x="388606" y="575495"/>
                  </a:lnTo>
                  <a:lnTo>
                    <a:pt x="430972" y="557590"/>
                  </a:lnTo>
                  <a:lnTo>
                    <a:pt x="469662" y="533576"/>
                  </a:lnTo>
                  <a:lnTo>
                    <a:pt x="504067" y="504063"/>
                  </a:lnTo>
                  <a:lnTo>
                    <a:pt x="533580" y="469657"/>
                  </a:lnTo>
                  <a:lnTo>
                    <a:pt x="557592" y="430967"/>
                  </a:lnTo>
                  <a:lnTo>
                    <a:pt x="575497" y="388601"/>
                  </a:lnTo>
                  <a:lnTo>
                    <a:pt x="586685" y="343168"/>
                  </a:lnTo>
                  <a:lnTo>
                    <a:pt x="590550" y="295275"/>
                  </a:lnTo>
                  <a:lnTo>
                    <a:pt x="586685" y="247381"/>
                  </a:lnTo>
                  <a:lnTo>
                    <a:pt x="575497" y="201948"/>
                  </a:lnTo>
                  <a:lnTo>
                    <a:pt x="557592" y="159582"/>
                  </a:lnTo>
                  <a:lnTo>
                    <a:pt x="533580" y="120892"/>
                  </a:lnTo>
                  <a:lnTo>
                    <a:pt x="504067" y="86487"/>
                  </a:lnTo>
                  <a:lnTo>
                    <a:pt x="469662" y="56973"/>
                  </a:lnTo>
                  <a:lnTo>
                    <a:pt x="430972" y="32959"/>
                  </a:lnTo>
                  <a:lnTo>
                    <a:pt x="388606" y="15054"/>
                  </a:lnTo>
                  <a:lnTo>
                    <a:pt x="343171" y="3864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1987" y="3509898"/>
              <a:ext cx="819785" cy="819785"/>
            </a:xfrm>
            <a:custGeom>
              <a:avLst/>
              <a:gdLst/>
              <a:ahLst/>
              <a:cxnLst/>
              <a:rect l="l" t="t" r="r" b="b"/>
              <a:pathLst>
                <a:path w="819785" h="819785">
                  <a:moveTo>
                    <a:pt x="409575" y="0"/>
                  </a:moveTo>
                  <a:lnTo>
                    <a:pt x="361810" y="2755"/>
                  </a:lnTo>
                  <a:lnTo>
                    <a:pt x="315663" y="10818"/>
                  </a:lnTo>
                  <a:lnTo>
                    <a:pt x="271443" y="23880"/>
                  </a:lnTo>
                  <a:lnTo>
                    <a:pt x="229455" y="41635"/>
                  </a:lnTo>
                  <a:lnTo>
                    <a:pt x="190007" y="63775"/>
                  </a:lnTo>
                  <a:lnTo>
                    <a:pt x="153407" y="89993"/>
                  </a:lnTo>
                  <a:lnTo>
                    <a:pt x="119962" y="119983"/>
                  </a:lnTo>
                  <a:lnTo>
                    <a:pt x="89979" y="153436"/>
                  </a:lnTo>
                  <a:lnTo>
                    <a:pt x="63766" y="190047"/>
                  </a:lnTo>
                  <a:lnTo>
                    <a:pt x="41630" y="229507"/>
                  </a:lnTo>
                  <a:lnTo>
                    <a:pt x="23877" y="271509"/>
                  </a:lnTo>
                  <a:lnTo>
                    <a:pt x="10817" y="315747"/>
                  </a:lnTo>
                  <a:lnTo>
                    <a:pt x="2755" y="361914"/>
                  </a:lnTo>
                  <a:lnTo>
                    <a:pt x="0" y="409701"/>
                  </a:lnTo>
                  <a:lnTo>
                    <a:pt x="2687" y="456284"/>
                  </a:lnTo>
                  <a:lnTo>
                    <a:pt x="10817" y="503609"/>
                  </a:lnTo>
                  <a:lnTo>
                    <a:pt x="23877" y="547828"/>
                  </a:lnTo>
                  <a:lnTo>
                    <a:pt x="41630" y="589816"/>
                  </a:lnTo>
                  <a:lnTo>
                    <a:pt x="63766" y="629263"/>
                  </a:lnTo>
                  <a:lnTo>
                    <a:pt x="89979" y="665863"/>
                  </a:lnTo>
                  <a:lnTo>
                    <a:pt x="119962" y="699309"/>
                  </a:lnTo>
                  <a:lnTo>
                    <a:pt x="153407" y="729293"/>
                  </a:lnTo>
                  <a:lnTo>
                    <a:pt x="190007" y="755507"/>
                  </a:lnTo>
                  <a:lnTo>
                    <a:pt x="229455" y="777644"/>
                  </a:lnTo>
                  <a:lnTo>
                    <a:pt x="271443" y="795397"/>
                  </a:lnTo>
                  <a:lnTo>
                    <a:pt x="315663" y="808459"/>
                  </a:lnTo>
                  <a:lnTo>
                    <a:pt x="361810" y="816521"/>
                  </a:lnTo>
                  <a:lnTo>
                    <a:pt x="409575" y="819276"/>
                  </a:lnTo>
                  <a:lnTo>
                    <a:pt x="457349" y="816521"/>
                  </a:lnTo>
                  <a:lnTo>
                    <a:pt x="503505" y="808459"/>
                  </a:lnTo>
                  <a:lnTo>
                    <a:pt x="547734" y="795397"/>
                  </a:lnTo>
                  <a:lnTo>
                    <a:pt x="589729" y="777644"/>
                  </a:lnTo>
                  <a:lnTo>
                    <a:pt x="629183" y="755507"/>
                  </a:lnTo>
                  <a:lnTo>
                    <a:pt x="665788" y="729293"/>
                  </a:lnTo>
                  <a:lnTo>
                    <a:pt x="699238" y="699309"/>
                  </a:lnTo>
                  <a:lnTo>
                    <a:pt x="729224" y="665863"/>
                  </a:lnTo>
                  <a:lnTo>
                    <a:pt x="747056" y="640968"/>
                  </a:lnTo>
                  <a:lnTo>
                    <a:pt x="409575" y="640968"/>
                  </a:lnTo>
                  <a:lnTo>
                    <a:pt x="362958" y="636266"/>
                  </a:lnTo>
                  <a:lnTo>
                    <a:pt x="319539" y="622782"/>
                  </a:lnTo>
                  <a:lnTo>
                    <a:pt x="280248" y="601448"/>
                  </a:lnTo>
                  <a:lnTo>
                    <a:pt x="246016" y="573198"/>
                  </a:lnTo>
                  <a:lnTo>
                    <a:pt x="217772" y="538965"/>
                  </a:lnTo>
                  <a:lnTo>
                    <a:pt x="196446" y="499683"/>
                  </a:lnTo>
                  <a:lnTo>
                    <a:pt x="182969" y="456284"/>
                  </a:lnTo>
                  <a:lnTo>
                    <a:pt x="178269" y="409701"/>
                  </a:lnTo>
                  <a:lnTo>
                    <a:pt x="182969" y="363077"/>
                  </a:lnTo>
                  <a:lnTo>
                    <a:pt x="196446" y="319647"/>
                  </a:lnTo>
                  <a:lnTo>
                    <a:pt x="217772" y="280342"/>
                  </a:lnTo>
                  <a:lnTo>
                    <a:pt x="246016" y="246094"/>
                  </a:lnTo>
                  <a:lnTo>
                    <a:pt x="280248" y="217835"/>
                  </a:lnTo>
                  <a:lnTo>
                    <a:pt x="319539" y="196496"/>
                  </a:lnTo>
                  <a:lnTo>
                    <a:pt x="362958" y="183010"/>
                  </a:lnTo>
                  <a:lnTo>
                    <a:pt x="409575" y="178307"/>
                  </a:lnTo>
                  <a:lnTo>
                    <a:pt x="747034" y="178307"/>
                  </a:lnTo>
                  <a:lnTo>
                    <a:pt x="729224" y="153436"/>
                  </a:lnTo>
                  <a:lnTo>
                    <a:pt x="699238" y="119983"/>
                  </a:lnTo>
                  <a:lnTo>
                    <a:pt x="665788" y="89993"/>
                  </a:lnTo>
                  <a:lnTo>
                    <a:pt x="629183" y="63775"/>
                  </a:lnTo>
                  <a:lnTo>
                    <a:pt x="589729" y="41635"/>
                  </a:lnTo>
                  <a:lnTo>
                    <a:pt x="547734" y="23880"/>
                  </a:lnTo>
                  <a:lnTo>
                    <a:pt x="503505" y="10818"/>
                  </a:lnTo>
                  <a:lnTo>
                    <a:pt x="457349" y="2755"/>
                  </a:lnTo>
                  <a:lnTo>
                    <a:pt x="409575" y="0"/>
                  </a:lnTo>
                  <a:close/>
                </a:path>
                <a:path w="819785" h="819785">
                  <a:moveTo>
                    <a:pt x="747034" y="178307"/>
                  </a:moveTo>
                  <a:lnTo>
                    <a:pt x="409575" y="178307"/>
                  </a:lnTo>
                  <a:lnTo>
                    <a:pt x="456193" y="183010"/>
                  </a:lnTo>
                  <a:lnTo>
                    <a:pt x="499614" y="196496"/>
                  </a:lnTo>
                  <a:lnTo>
                    <a:pt x="538909" y="217835"/>
                  </a:lnTo>
                  <a:lnTo>
                    <a:pt x="573146" y="246094"/>
                  </a:lnTo>
                  <a:lnTo>
                    <a:pt x="601394" y="280342"/>
                  </a:lnTo>
                  <a:lnTo>
                    <a:pt x="622724" y="319647"/>
                  </a:lnTo>
                  <a:lnTo>
                    <a:pt x="636205" y="363077"/>
                  </a:lnTo>
                  <a:lnTo>
                    <a:pt x="640905" y="409701"/>
                  </a:lnTo>
                  <a:lnTo>
                    <a:pt x="636205" y="456284"/>
                  </a:lnTo>
                  <a:lnTo>
                    <a:pt x="622724" y="499683"/>
                  </a:lnTo>
                  <a:lnTo>
                    <a:pt x="601394" y="538965"/>
                  </a:lnTo>
                  <a:lnTo>
                    <a:pt x="573146" y="573198"/>
                  </a:lnTo>
                  <a:lnTo>
                    <a:pt x="538909" y="601448"/>
                  </a:lnTo>
                  <a:lnTo>
                    <a:pt x="499614" y="622782"/>
                  </a:lnTo>
                  <a:lnTo>
                    <a:pt x="456193" y="636266"/>
                  </a:lnTo>
                  <a:lnTo>
                    <a:pt x="409575" y="640968"/>
                  </a:lnTo>
                  <a:lnTo>
                    <a:pt x="747056" y="640968"/>
                  </a:lnTo>
                  <a:lnTo>
                    <a:pt x="777579" y="589816"/>
                  </a:lnTo>
                  <a:lnTo>
                    <a:pt x="795333" y="547828"/>
                  </a:lnTo>
                  <a:lnTo>
                    <a:pt x="808395" y="503609"/>
                  </a:lnTo>
                  <a:lnTo>
                    <a:pt x="816457" y="457464"/>
                  </a:lnTo>
                  <a:lnTo>
                    <a:pt x="819213" y="409701"/>
                  </a:lnTo>
                  <a:lnTo>
                    <a:pt x="816524" y="363077"/>
                  </a:lnTo>
                  <a:lnTo>
                    <a:pt x="816457" y="361914"/>
                  </a:lnTo>
                  <a:lnTo>
                    <a:pt x="808395" y="315747"/>
                  </a:lnTo>
                  <a:lnTo>
                    <a:pt x="795333" y="271509"/>
                  </a:lnTo>
                  <a:lnTo>
                    <a:pt x="777579" y="229507"/>
                  </a:lnTo>
                  <a:lnTo>
                    <a:pt x="755441" y="190047"/>
                  </a:lnTo>
                  <a:lnTo>
                    <a:pt x="747034" y="178307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1987" y="3509898"/>
              <a:ext cx="819785" cy="819785"/>
            </a:xfrm>
            <a:custGeom>
              <a:avLst/>
              <a:gdLst/>
              <a:ahLst/>
              <a:cxnLst/>
              <a:rect l="l" t="t" r="r" b="b"/>
              <a:pathLst>
                <a:path w="819785" h="819785">
                  <a:moveTo>
                    <a:pt x="0" y="409701"/>
                  </a:moveTo>
                  <a:lnTo>
                    <a:pt x="2755" y="361914"/>
                  </a:lnTo>
                  <a:lnTo>
                    <a:pt x="10817" y="315747"/>
                  </a:lnTo>
                  <a:lnTo>
                    <a:pt x="23877" y="271509"/>
                  </a:lnTo>
                  <a:lnTo>
                    <a:pt x="41630" y="229507"/>
                  </a:lnTo>
                  <a:lnTo>
                    <a:pt x="63766" y="190047"/>
                  </a:lnTo>
                  <a:lnTo>
                    <a:pt x="89979" y="153436"/>
                  </a:lnTo>
                  <a:lnTo>
                    <a:pt x="119962" y="119983"/>
                  </a:lnTo>
                  <a:lnTo>
                    <a:pt x="153407" y="89993"/>
                  </a:lnTo>
                  <a:lnTo>
                    <a:pt x="190007" y="63775"/>
                  </a:lnTo>
                  <a:lnTo>
                    <a:pt x="229455" y="41635"/>
                  </a:lnTo>
                  <a:lnTo>
                    <a:pt x="271443" y="23880"/>
                  </a:lnTo>
                  <a:lnTo>
                    <a:pt x="315663" y="10818"/>
                  </a:lnTo>
                  <a:lnTo>
                    <a:pt x="361810" y="2755"/>
                  </a:lnTo>
                  <a:lnTo>
                    <a:pt x="409575" y="0"/>
                  </a:lnTo>
                  <a:lnTo>
                    <a:pt x="457349" y="2755"/>
                  </a:lnTo>
                  <a:lnTo>
                    <a:pt x="503505" y="10818"/>
                  </a:lnTo>
                  <a:lnTo>
                    <a:pt x="547734" y="23880"/>
                  </a:lnTo>
                  <a:lnTo>
                    <a:pt x="589729" y="41635"/>
                  </a:lnTo>
                  <a:lnTo>
                    <a:pt x="629183" y="63775"/>
                  </a:lnTo>
                  <a:lnTo>
                    <a:pt x="665788" y="89993"/>
                  </a:lnTo>
                  <a:lnTo>
                    <a:pt x="699238" y="119983"/>
                  </a:lnTo>
                  <a:lnTo>
                    <a:pt x="729224" y="153436"/>
                  </a:lnTo>
                  <a:lnTo>
                    <a:pt x="755441" y="190047"/>
                  </a:lnTo>
                  <a:lnTo>
                    <a:pt x="777579" y="229507"/>
                  </a:lnTo>
                  <a:lnTo>
                    <a:pt x="795333" y="271509"/>
                  </a:lnTo>
                  <a:lnTo>
                    <a:pt x="808395" y="315747"/>
                  </a:lnTo>
                  <a:lnTo>
                    <a:pt x="816457" y="361914"/>
                  </a:lnTo>
                  <a:lnTo>
                    <a:pt x="819213" y="409701"/>
                  </a:lnTo>
                  <a:lnTo>
                    <a:pt x="816457" y="457464"/>
                  </a:lnTo>
                  <a:lnTo>
                    <a:pt x="808395" y="503609"/>
                  </a:lnTo>
                  <a:lnTo>
                    <a:pt x="795333" y="547828"/>
                  </a:lnTo>
                  <a:lnTo>
                    <a:pt x="777579" y="589816"/>
                  </a:lnTo>
                  <a:lnTo>
                    <a:pt x="755441" y="629263"/>
                  </a:lnTo>
                  <a:lnTo>
                    <a:pt x="729224" y="665863"/>
                  </a:lnTo>
                  <a:lnTo>
                    <a:pt x="699238" y="699309"/>
                  </a:lnTo>
                  <a:lnTo>
                    <a:pt x="665788" y="729293"/>
                  </a:lnTo>
                  <a:lnTo>
                    <a:pt x="629183" y="755507"/>
                  </a:lnTo>
                  <a:lnTo>
                    <a:pt x="589729" y="777644"/>
                  </a:lnTo>
                  <a:lnTo>
                    <a:pt x="547734" y="795397"/>
                  </a:lnTo>
                  <a:lnTo>
                    <a:pt x="503505" y="808459"/>
                  </a:lnTo>
                  <a:lnTo>
                    <a:pt x="457349" y="816521"/>
                  </a:lnTo>
                  <a:lnTo>
                    <a:pt x="409575" y="819276"/>
                  </a:lnTo>
                  <a:lnTo>
                    <a:pt x="361810" y="816521"/>
                  </a:lnTo>
                  <a:lnTo>
                    <a:pt x="315663" y="808459"/>
                  </a:lnTo>
                  <a:lnTo>
                    <a:pt x="271443" y="795397"/>
                  </a:lnTo>
                  <a:lnTo>
                    <a:pt x="229455" y="777644"/>
                  </a:lnTo>
                  <a:lnTo>
                    <a:pt x="190007" y="755507"/>
                  </a:lnTo>
                  <a:lnTo>
                    <a:pt x="153407" y="729293"/>
                  </a:lnTo>
                  <a:lnTo>
                    <a:pt x="119962" y="699309"/>
                  </a:lnTo>
                  <a:lnTo>
                    <a:pt x="89979" y="665863"/>
                  </a:lnTo>
                  <a:lnTo>
                    <a:pt x="63766" y="629263"/>
                  </a:lnTo>
                  <a:lnTo>
                    <a:pt x="41630" y="589816"/>
                  </a:lnTo>
                  <a:lnTo>
                    <a:pt x="23877" y="547828"/>
                  </a:lnTo>
                  <a:lnTo>
                    <a:pt x="10817" y="503609"/>
                  </a:lnTo>
                  <a:lnTo>
                    <a:pt x="2755" y="457464"/>
                  </a:lnTo>
                  <a:lnTo>
                    <a:pt x="0" y="409701"/>
                  </a:lnTo>
                  <a:close/>
                </a:path>
                <a:path w="819785" h="819785">
                  <a:moveTo>
                    <a:pt x="178269" y="409701"/>
                  </a:moveTo>
                  <a:lnTo>
                    <a:pt x="182969" y="456284"/>
                  </a:lnTo>
                  <a:lnTo>
                    <a:pt x="196446" y="499683"/>
                  </a:lnTo>
                  <a:lnTo>
                    <a:pt x="217772" y="538965"/>
                  </a:lnTo>
                  <a:lnTo>
                    <a:pt x="246016" y="573198"/>
                  </a:lnTo>
                  <a:lnTo>
                    <a:pt x="280248" y="601448"/>
                  </a:lnTo>
                  <a:lnTo>
                    <a:pt x="319539" y="622782"/>
                  </a:lnTo>
                  <a:lnTo>
                    <a:pt x="362958" y="636266"/>
                  </a:lnTo>
                  <a:lnTo>
                    <a:pt x="409575" y="640968"/>
                  </a:lnTo>
                  <a:lnTo>
                    <a:pt x="456193" y="636266"/>
                  </a:lnTo>
                  <a:lnTo>
                    <a:pt x="499614" y="622782"/>
                  </a:lnTo>
                  <a:lnTo>
                    <a:pt x="538909" y="601448"/>
                  </a:lnTo>
                  <a:lnTo>
                    <a:pt x="573146" y="573198"/>
                  </a:lnTo>
                  <a:lnTo>
                    <a:pt x="601394" y="538965"/>
                  </a:lnTo>
                  <a:lnTo>
                    <a:pt x="622724" y="499683"/>
                  </a:lnTo>
                  <a:lnTo>
                    <a:pt x="636205" y="456284"/>
                  </a:lnTo>
                  <a:lnTo>
                    <a:pt x="640905" y="409701"/>
                  </a:lnTo>
                  <a:lnTo>
                    <a:pt x="636205" y="363077"/>
                  </a:lnTo>
                  <a:lnTo>
                    <a:pt x="622724" y="319647"/>
                  </a:lnTo>
                  <a:lnTo>
                    <a:pt x="601394" y="280342"/>
                  </a:lnTo>
                  <a:lnTo>
                    <a:pt x="573146" y="246094"/>
                  </a:lnTo>
                  <a:lnTo>
                    <a:pt x="538909" y="217835"/>
                  </a:lnTo>
                  <a:lnTo>
                    <a:pt x="499614" y="196496"/>
                  </a:lnTo>
                  <a:lnTo>
                    <a:pt x="456193" y="183010"/>
                  </a:lnTo>
                  <a:lnTo>
                    <a:pt x="409575" y="178307"/>
                  </a:lnTo>
                  <a:lnTo>
                    <a:pt x="362958" y="183010"/>
                  </a:lnTo>
                  <a:lnTo>
                    <a:pt x="319539" y="196496"/>
                  </a:lnTo>
                  <a:lnTo>
                    <a:pt x="280248" y="217835"/>
                  </a:lnTo>
                  <a:lnTo>
                    <a:pt x="246016" y="246094"/>
                  </a:lnTo>
                  <a:lnTo>
                    <a:pt x="217772" y="280342"/>
                  </a:lnTo>
                  <a:lnTo>
                    <a:pt x="196446" y="319647"/>
                  </a:lnTo>
                  <a:lnTo>
                    <a:pt x="182969" y="363077"/>
                  </a:lnTo>
                  <a:lnTo>
                    <a:pt x="178269" y="40970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2975" y="3743324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128587" y="0"/>
                  </a:moveTo>
                  <a:lnTo>
                    <a:pt x="78534" y="8495"/>
                  </a:lnTo>
                  <a:lnTo>
                    <a:pt x="37661" y="31670"/>
                  </a:lnTo>
                  <a:lnTo>
                    <a:pt x="10104" y="66061"/>
                  </a:lnTo>
                  <a:lnTo>
                    <a:pt x="0" y="108203"/>
                  </a:lnTo>
                  <a:lnTo>
                    <a:pt x="1480" y="124650"/>
                  </a:lnTo>
                  <a:lnTo>
                    <a:pt x="21958" y="168655"/>
                  </a:lnTo>
                  <a:lnTo>
                    <a:pt x="28663" y="176149"/>
                  </a:lnTo>
                  <a:lnTo>
                    <a:pt x="29032" y="176784"/>
                  </a:lnTo>
                  <a:lnTo>
                    <a:pt x="31051" y="179832"/>
                  </a:lnTo>
                  <a:lnTo>
                    <a:pt x="33058" y="182372"/>
                  </a:lnTo>
                  <a:lnTo>
                    <a:pt x="35001" y="184658"/>
                  </a:lnTo>
                  <a:lnTo>
                    <a:pt x="52236" y="208722"/>
                  </a:lnTo>
                  <a:lnTo>
                    <a:pt x="59870" y="228869"/>
                  </a:lnTo>
                  <a:lnTo>
                    <a:pt x="61375" y="245040"/>
                  </a:lnTo>
                  <a:lnTo>
                    <a:pt x="60223" y="257175"/>
                  </a:lnTo>
                  <a:lnTo>
                    <a:pt x="196951" y="257175"/>
                  </a:lnTo>
                  <a:lnTo>
                    <a:pt x="195799" y="245040"/>
                  </a:lnTo>
                  <a:lnTo>
                    <a:pt x="196241" y="240284"/>
                  </a:lnTo>
                  <a:lnTo>
                    <a:pt x="81965" y="240284"/>
                  </a:lnTo>
                  <a:lnTo>
                    <a:pt x="77850" y="216915"/>
                  </a:lnTo>
                  <a:lnTo>
                    <a:pt x="69988" y="200025"/>
                  </a:lnTo>
                  <a:lnTo>
                    <a:pt x="60989" y="187705"/>
                  </a:lnTo>
                  <a:lnTo>
                    <a:pt x="53466" y="178053"/>
                  </a:lnTo>
                  <a:lnTo>
                    <a:pt x="47601" y="169163"/>
                  </a:lnTo>
                  <a:lnTo>
                    <a:pt x="46862" y="169163"/>
                  </a:lnTo>
                  <a:lnTo>
                    <a:pt x="42951" y="164337"/>
                  </a:lnTo>
                  <a:lnTo>
                    <a:pt x="35462" y="152669"/>
                  </a:lnTo>
                  <a:lnTo>
                    <a:pt x="30023" y="140335"/>
                  </a:lnTo>
                  <a:lnTo>
                    <a:pt x="29897" y="140049"/>
                  </a:lnTo>
                  <a:lnTo>
                    <a:pt x="26429" y="126619"/>
                  </a:lnTo>
                  <a:lnTo>
                    <a:pt x="25234" y="112522"/>
                  </a:lnTo>
                  <a:lnTo>
                    <a:pt x="33389" y="76370"/>
                  </a:lnTo>
                  <a:lnTo>
                    <a:pt x="55625" y="46862"/>
                  </a:lnTo>
                  <a:lnTo>
                    <a:pt x="88607" y="26975"/>
                  </a:lnTo>
                  <a:lnTo>
                    <a:pt x="128993" y="19684"/>
                  </a:lnTo>
                  <a:lnTo>
                    <a:pt x="198374" y="19684"/>
                  </a:lnTo>
                  <a:lnTo>
                    <a:pt x="178640" y="8495"/>
                  </a:lnTo>
                  <a:lnTo>
                    <a:pt x="128587" y="0"/>
                  </a:lnTo>
                  <a:close/>
                </a:path>
                <a:path w="257175" h="257175">
                  <a:moveTo>
                    <a:pt x="198374" y="19684"/>
                  </a:moveTo>
                  <a:lnTo>
                    <a:pt x="128993" y="19684"/>
                  </a:lnTo>
                  <a:lnTo>
                    <a:pt x="169382" y="26975"/>
                  </a:lnTo>
                  <a:lnTo>
                    <a:pt x="202368" y="46862"/>
                  </a:lnTo>
                  <a:lnTo>
                    <a:pt x="224609" y="76370"/>
                  </a:lnTo>
                  <a:lnTo>
                    <a:pt x="232765" y="112522"/>
                  </a:lnTo>
                  <a:lnTo>
                    <a:pt x="231568" y="126619"/>
                  </a:lnTo>
                  <a:lnTo>
                    <a:pt x="228096" y="140049"/>
                  </a:lnTo>
                  <a:lnTo>
                    <a:pt x="222526" y="152669"/>
                  </a:lnTo>
                  <a:lnTo>
                    <a:pt x="215036" y="164337"/>
                  </a:lnTo>
                  <a:lnTo>
                    <a:pt x="209626" y="170814"/>
                  </a:lnTo>
                  <a:lnTo>
                    <a:pt x="204520" y="178053"/>
                  </a:lnTo>
                  <a:lnTo>
                    <a:pt x="197048" y="189384"/>
                  </a:lnTo>
                  <a:lnTo>
                    <a:pt x="186280" y="204882"/>
                  </a:lnTo>
                  <a:lnTo>
                    <a:pt x="178117" y="222523"/>
                  </a:lnTo>
                  <a:lnTo>
                    <a:pt x="178460" y="240284"/>
                  </a:lnTo>
                  <a:lnTo>
                    <a:pt x="196241" y="240284"/>
                  </a:lnTo>
                  <a:lnTo>
                    <a:pt x="197304" y="228869"/>
                  </a:lnTo>
                  <a:lnTo>
                    <a:pt x="204938" y="208722"/>
                  </a:lnTo>
                  <a:lnTo>
                    <a:pt x="222173" y="184658"/>
                  </a:lnTo>
                  <a:lnTo>
                    <a:pt x="224116" y="182372"/>
                  </a:lnTo>
                  <a:lnTo>
                    <a:pt x="226123" y="179832"/>
                  </a:lnTo>
                  <a:lnTo>
                    <a:pt x="228142" y="176784"/>
                  </a:lnTo>
                  <a:lnTo>
                    <a:pt x="228511" y="176149"/>
                  </a:lnTo>
                  <a:lnTo>
                    <a:pt x="235216" y="168655"/>
                  </a:lnTo>
                  <a:lnTo>
                    <a:pt x="244498" y="155067"/>
                  </a:lnTo>
                  <a:lnTo>
                    <a:pt x="251396" y="140335"/>
                  </a:lnTo>
                  <a:lnTo>
                    <a:pt x="255694" y="124650"/>
                  </a:lnTo>
                  <a:lnTo>
                    <a:pt x="257175" y="108203"/>
                  </a:lnTo>
                  <a:lnTo>
                    <a:pt x="247070" y="66061"/>
                  </a:lnTo>
                  <a:lnTo>
                    <a:pt x="219513" y="31670"/>
                  </a:lnTo>
                  <a:lnTo>
                    <a:pt x="198374" y="19684"/>
                  </a:lnTo>
                  <a:close/>
                </a:path>
                <a:path w="257175" h="257175">
                  <a:moveTo>
                    <a:pt x="46177" y="167004"/>
                  </a:moveTo>
                  <a:lnTo>
                    <a:pt x="46862" y="169163"/>
                  </a:lnTo>
                  <a:lnTo>
                    <a:pt x="47601" y="169163"/>
                  </a:lnTo>
                  <a:lnTo>
                    <a:pt x="46177" y="167004"/>
                  </a:lnTo>
                  <a:close/>
                </a:path>
              </a:pathLst>
            </a:custGeom>
            <a:solidFill>
              <a:srgbClr val="003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175" y="4019549"/>
              <a:ext cx="104775" cy="9525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33412" y="9024937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409575" y="0"/>
                  </a:moveTo>
                  <a:lnTo>
                    <a:pt x="361810" y="2755"/>
                  </a:lnTo>
                  <a:lnTo>
                    <a:pt x="315663" y="10817"/>
                  </a:lnTo>
                  <a:lnTo>
                    <a:pt x="271443" y="23877"/>
                  </a:lnTo>
                  <a:lnTo>
                    <a:pt x="229455" y="41630"/>
                  </a:lnTo>
                  <a:lnTo>
                    <a:pt x="190007" y="63766"/>
                  </a:lnTo>
                  <a:lnTo>
                    <a:pt x="153407" y="89979"/>
                  </a:lnTo>
                  <a:lnTo>
                    <a:pt x="119962" y="119962"/>
                  </a:lnTo>
                  <a:lnTo>
                    <a:pt x="89979" y="153407"/>
                  </a:lnTo>
                  <a:lnTo>
                    <a:pt x="63766" y="190007"/>
                  </a:lnTo>
                  <a:lnTo>
                    <a:pt x="41630" y="229455"/>
                  </a:lnTo>
                  <a:lnTo>
                    <a:pt x="23877" y="271443"/>
                  </a:lnTo>
                  <a:lnTo>
                    <a:pt x="10817" y="315663"/>
                  </a:lnTo>
                  <a:lnTo>
                    <a:pt x="2755" y="361810"/>
                  </a:lnTo>
                  <a:lnTo>
                    <a:pt x="0" y="409575"/>
                  </a:lnTo>
                  <a:lnTo>
                    <a:pt x="2689" y="456191"/>
                  </a:lnTo>
                  <a:lnTo>
                    <a:pt x="2755" y="457339"/>
                  </a:lnTo>
                  <a:lnTo>
                    <a:pt x="10817" y="503486"/>
                  </a:lnTo>
                  <a:lnTo>
                    <a:pt x="23877" y="547706"/>
                  </a:lnTo>
                  <a:lnTo>
                    <a:pt x="41630" y="589694"/>
                  </a:lnTo>
                  <a:lnTo>
                    <a:pt x="63766" y="629142"/>
                  </a:lnTo>
                  <a:lnTo>
                    <a:pt x="89979" y="665742"/>
                  </a:lnTo>
                  <a:lnTo>
                    <a:pt x="119962" y="699187"/>
                  </a:lnTo>
                  <a:lnTo>
                    <a:pt x="153407" y="729170"/>
                  </a:lnTo>
                  <a:lnTo>
                    <a:pt x="190007" y="755383"/>
                  </a:lnTo>
                  <a:lnTo>
                    <a:pt x="229455" y="777519"/>
                  </a:lnTo>
                  <a:lnTo>
                    <a:pt x="271443" y="795272"/>
                  </a:lnTo>
                  <a:lnTo>
                    <a:pt x="315663" y="808332"/>
                  </a:lnTo>
                  <a:lnTo>
                    <a:pt x="361810" y="816394"/>
                  </a:lnTo>
                  <a:lnTo>
                    <a:pt x="409575" y="819150"/>
                  </a:lnTo>
                  <a:lnTo>
                    <a:pt x="457340" y="816394"/>
                  </a:lnTo>
                  <a:lnTo>
                    <a:pt x="503489" y="808332"/>
                  </a:lnTo>
                  <a:lnTo>
                    <a:pt x="547714" y="795272"/>
                  </a:lnTo>
                  <a:lnTo>
                    <a:pt x="589707" y="777519"/>
                  </a:lnTo>
                  <a:lnTo>
                    <a:pt x="629160" y="755383"/>
                  </a:lnTo>
                  <a:lnTo>
                    <a:pt x="665767" y="729170"/>
                  </a:lnTo>
                  <a:lnTo>
                    <a:pt x="699219" y="699187"/>
                  </a:lnTo>
                  <a:lnTo>
                    <a:pt x="729208" y="665742"/>
                  </a:lnTo>
                  <a:lnTo>
                    <a:pt x="747019" y="640880"/>
                  </a:lnTo>
                  <a:lnTo>
                    <a:pt x="409575" y="640880"/>
                  </a:lnTo>
                  <a:lnTo>
                    <a:pt x="362958" y="636180"/>
                  </a:lnTo>
                  <a:lnTo>
                    <a:pt x="319539" y="622703"/>
                  </a:lnTo>
                  <a:lnTo>
                    <a:pt x="280248" y="601377"/>
                  </a:lnTo>
                  <a:lnTo>
                    <a:pt x="246016" y="573133"/>
                  </a:lnTo>
                  <a:lnTo>
                    <a:pt x="217772" y="538901"/>
                  </a:lnTo>
                  <a:lnTo>
                    <a:pt x="196446" y="499610"/>
                  </a:lnTo>
                  <a:lnTo>
                    <a:pt x="182969" y="456191"/>
                  </a:lnTo>
                  <a:lnTo>
                    <a:pt x="178269" y="409575"/>
                  </a:lnTo>
                  <a:lnTo>
                    <a:pt x="182969" y="362958"/>
                  </a:lnTo>
                  <a:lnTo>
                    <a:pt x="196446" y="319539"/>
                  </a:lnTo>
                  <a:lnTo>
                    <a:pt x="217772" y="280248"/>
                  </a:lnTo>
                  <a:lnTo>
                    <a:pt x="246016" y="246016"/>
                  </a:lnTo>
                  <a:lnTo>
                    <a:pt x="280248" y="217772"/>
                  </a:lnTo>
                  <a:lnTo>
                    <a:pt x="319539" y="196446"/>
                  </a:lnTo>
                  <a:lnTo>
                    <a:pt x="362958" y="182969"/>
                  </a:lnTo>
                  <a:lnTo>
                    <a:pt x="409575" y="178269"/>
                  </a:lnTo>
                  <a:lnTo>
                    <a:pt x="747019" y="178269"/>
                  </a:lnTo>
                  <a:lnTo>
                    <a:pt x="729208" y="153407"/>
                  </a:lnTo>
                  <a:lnTo>
                    <a:pt x="699219" y="119962"/>
                  </a:lnTo>
                  <a:lnTo>
                    <a:pt x="665767" y="89979"/>
                  </a:lnTo>
                  <a:lnTo>
                    <a:pt x="629160" y="63766"/>
                  </a:lnTo>
                  <a:lnTo>
                    <a:pt x="589707" y="41630"/>
                  </a:lnTo>
                  <a:lnTo>
                    <a:pt x="547714" y="23877"/>
                  </a:lnTo>
                  <a:lnTo>
                    <a:pt x="503489" y="10817"/>
                  </a:lnTo>
                  <a:lnTo>
                    <a:pt x="457340" y="2755"/>
                  </a:lnTo>
                  <a:lnTo>
                    <a:pt x="409575" y="0"/>
                  </a:lnTo>
                  <a:close/>
                </a:path>
                <a:path w="819785" h="819150">
                  <a:moveTo>
                    <a:pt x="747019" y="178269"/>
                  </a:moveTo>
                  <a:lnTo>
                    <a:pt x="409575" y="178269"/>
                  </a:lnTo>
                  <a:lnTo>
                    <a:pt x="456193" y="182969"/>
                  </a:lnTo>
                  <a:lnTo>
                    <a:pt x="499614" y="196446"/>
                  </a:lnTo>
                  <a:lnTo>
                    <a:pt x="538909" y="217772"/>
                  </a:lnTo>
                  <a:lnTo>
                    <a:pt x="573146" y="246016"/>
                  </a:lnTo>
                  <a:lnTo>
                    <a:pt x="601394" y="280248"/>
                  </a:lnTo>
                  <a:lnTo>
                    <a:pt x="622724" y="319539"/>
                  </a:lnTo>
                  <a:lnTo>
                    <a:pt x="636205" y="362958"/>
                  </a:lnTo>
                  <a:lnTo>
                    <a:pt x="640905" y="409575"/>
                  </a:lnTo>
                  <a:lnTo>
                    <a:pt x="636205" y="456191"/>
                  </a:lnTo>
                  <a:lnTo>
                    <a:pt x="622724" y="499610"/>
                  </a:lnTo>
                  <a:lnTo>
                    <a:pt x="601394" y="538901"/>
                  </a:lnTo>
                  <a:lnTo>
                    <a:pt x="573146" y="573133"/>
                  </a:lnTo>
                  <a:lnTo>
                    <a:pt x="538909" y="601377"/>
                  </a:lnTo>
                  <a:lnTo>
                    <a:pt x="499614" y="622703"/>
                  </a:lnTo>
                  <a:lnTo>
                    <a:pt x="456193" y="636180"/>
                  </a:lnTo>
                  <a:lnTo>
                    <a:pt x="409575" y="640880"/>
                  </a:lnTo>
                  <a:lnTo>
                    <a:pt x="747019" y="640880"/>
                  </a:lnTo>
                  <a:lnTo>
                    <a:pt x="777570" y="589694"/>
                  </a:lnTo>
                  <a:lnTo>
                    <a:pt x="795328" y="547706"/>
                  </a:lnTo>
                  <a:lnTo>
                    <a:pt x="808392" y="503486"/>
                  </a:lnTo>
                  <a:lnTo>
                    <a:pt x="816457" y="457339"/>
                  </a:lnTo>
                  <a:lnTo>
                    <a:pt x="819213" y="409575"/>
                  </a:lnTo>
                  <a:lnTo>
                    <a:pt x="816523" y="362958"/>
                  </a:lnTo>
                  <a:lnTo>
                    <a:pt x="808392" y="315663"/>
                  </a:lnTo>
                  <a:lnTo>
                    <a:pt x="795328" y="271443"/>
                  </a:lnTo>
                  <a:lnTo>
                    <a:pt x="777570" y="229455"/>
                  </a:lnTo>
                  <a:lnTo>
                    <a:pt x="755428" y="190007"/>
                  </a:lnTo>
                  <a:lnTo>
                    <a:pt x="747019" y="178269"/>
                  </a:lnTo>
                  <a:close/>
                </a:path>
              </a:pathLst>
            </a:custGeom>
            <a:solidFill>
              <a:srgbClr val="FC34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3412" y="9024937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0" y="409575"/>
                  </a:moveTo>
                  <a:lnTo>
                    <a:pt x="2755" y="361810"/>
                  </a:lnTo>
                  <a:lnTo>
                    <a:pt x="10817" y="315663"/>
                  </a:lnTo>
                  <a:lnTo>
                    <a:pt x="23877" y="271443"/>
                  </a:lnTo>
                  <a:lnTo>
                    <a:pt x="41630" y="229455"/>
                  </a:lnTo>
                  <a:lnTo>
                    <a:pt x="63766" y="190007"/>
                  </a:lnTo>
                  <a:lnTo>
                    <a:pt x="89979" y="153407"/>
                  </a:lnTo>
                  <a:lnTo>
                    <a:pt x="119962" y="119962"/>
                  </a:lnTo>
                  <a:lnTo>
                    <a:pt x="153407" y="89979"/>
                  </a:lnTo>
                  <a:lnTo>
                    <a:pt x="190007" y="63766"/>
                  </a:lnTo>
                  <a:lnTo>
                    <a:pt x="229455" y="41630"/>
                  </a:lnTo>
                  <a:lnTo>
                    <a:pt x="271443" y="23877"/>
                  </a:lnTo>
                  <a:lnTo>
                    <a:pt x="315663" y="10817"/>
                  </a:lnTo>
                  <a:lnTo>
                    <a:pt x="361810" y="2755"/>
                  </a:lnTo>
                  <a:lnTo>
                    <a:pt x="409575" y="0"/>
                  </a:lnTo>
                  <a:lnTo>
                    <a:pt x="457340" y="2755"/>
                  </a:lnTo>
                  <a:lnTo>
                    <a:pt x="503489" y="10817"/>
                  </a:lnTo>
                  <a:lnTo>
                    <a:pt x="547714" y="23877"/>
                  </a:lnTo>
                  <a:lnTo>
                    <a:pt x="589707" y="41630"/>
                  </a:lnTo>
                  <a:lnTo>
                    <a:pt x="629160" y="63766"/>
                  </a:lnTo>
                  <a:lnTo>
                    <a:pt x="665767" y="89979"/>
                  </a:lnTo>
                  <a:lnTo>
                    <a:pt x="699219" y="119962"/>
                  </a:lnTo>
                  <a:lnTo>
                    <a:pt x="729208" y="153407"/>
                  </a:lnTo>
                  <a:lnTo>
                    <a:pt x="755428" y="190007"/>
                  </a:lnTo>
                  <a:lnTo>
                    <a:pt x="777570" y="229455"/>
                  </a:lnTo>
                  <a:lnTo>
                    <a:pt x="795328" y="271443"/>
                  </a:lnTo>
                  <a:lnTo>
                    <a:pt x="808392" y="315663"/>
                  </a:lnTo>
                  <a:lnTo>
                    <a:pt x="816457" y="361810"/>
                  </a:lnTo>
                  <a:lnTo>
                    <a:pt x="819213" y="409575"/>
                  </a:lnTo>
                  <a:lnTo>
                    <a:pt x="816457" y="457339"/>
                  </a:lnTo>
                  <a:lnTo>
                    <a:pt x="808392" y="503486"/>
                  </a:lnTo>
                  <a:lnTo>
                    <a:pt x="795328" y="547706"/>
                  </a:lnTo>
                  <a:lnTo>
                    <a:pt x="777570" y="589694"/>
                  </a:lnTo>
                  <a:lnTo>
                    <a:pt x="755428" y="629142"/>
                  </a:lnTo>
                  <a:lnTo>
                    <a:pt x="729208" y="665742"/>
                  </a:lnTo>
                  <a:lnTo>
                    <a:pt x="699219" y="699187"/>
                  </a:lnTo>
                  <a:lnTo>
                    <a:pt x="665767" y="729170"/>
                  </a:lnTo>
                  <a:lnTo>
                    <a:pt x="629160" y="755383"/>
                  </a:lnTo>
                  <a:lnTo>
                    <a:pt x="589707" y="777519"/>
                  </a:lnTo>
                  <a:lnTo>
                    <a:pt x="547714" y="795272"/>
                  </a:lnTo>
                  <a:lnTo>
                    <a:pt x="503489" y="808332"/>
                  </a:lnTo>
                  <a:lnTo>
                    <a:pt x="457340" y="816394"/>
                  </a:lnTo>
                  <a:lnTo>
                    <a:pt x="409575" y="819150"/>
                  </a:lnTo>
                  <a:lnTo>
                    <a:pt x="361810" y="816394"/>
                  </a:lnTo>
                  <a:lnTo>
                    <a:pt x="315663" y="808332"/>
                  </a:lnTo>
                  <a:lnTo>
                    <a:pt x="271443" y="795272"/>
                  </a:lnTo>
                  <a:lnTo>
                    <a:pt x="229455" y="777519"/>
                  </a:lnTo>
                  <a:lnTo>
                    <a:pt x="190007" y="755383"/>
                  </a:lnTo>
                  <a:lnTo>
                    <a:pt x="153407" y="729170"/>
                  </a:lnTo>
                  <a:lnTo>
                    <a:pt x="119962" y="699187"/>
                  </a:lnTo>
                  <a:lnTo>
                    <a:pt x="89979" y="665742"/>
                  </a:lnTo>
                  <a:lnTo>
                    <a:pt x="63766" y="629142"/>
                  </a:lnTo>
                  <a:lnTo>
                    <a:pt x="41630" y="589694"/>
                  </a:lnTo>
                  <a:lnTo>
                    <a:pt x="23877" y="547706"/>
                  </a:lnTo>
                  <a:lnTo>
                    <a:pt x="10817" y="503486"/>
                  </a:lnTo>
                  <a:lnTo>
                    <a:pt x="2755" y="457339"/>
                  </a:lnTo>
                  <a:lnTo>
                    <a:pt x="0" y="409575"/>
                  </a:lnTo>
                  <a:close/>
                </a:path>
                <a:path w="819785" h="819150">
                  <a:moveTo>
                    <a:pt x="178269" y="409575"/>
                  </a:moveTo>
                  <a:lnTo>
                    <a:pt x="182969" y="456191"/>
                  </a:lnTo>
                  <a:lnTo>
                    <a:pt x="196446" y="499610"/>
                  </a:lnTo>
                  <a:lnTo>
                    <a:pt x="217772" y="538901"/>
                  </a:lnTo>
                  <a:lnTo>
                    <a:pt x="246016" y="573133"/>
                  </a:lnTo>
                  <a:lnTo>
                    <a:pt x="280248" y="601377"/>
                  </a:lnTo>
                  <a:lnTo>
                    <a:pt x="319539" y="622703"/>
                  </a:lnTo>
                  <a:lnTo>
                    <a:pt x="362958" y="636180"/>
                  </a:lnTo>
                  <a:lnTo>
                    <a:pt x="409575" y="640880"/>
                  </a:lnTo>
                  <a:lnTo>
                    <a:pt x="456193" y="636180"/>
                  </a:lnTo>
                  <a:lnTo>
                    <a:pt x="499614" y="622703"/>
                  </a:lnTo>
                  <a:lnTo>
                    <a:pt x="538909" y="601377"/>
                  </a:lnTo>
                  <a:lnTo>
                    <a:pt x="573146" y="573133"/>
                  </a:lnTo>
                  <a:lnTo>
                    <a:pt x="601394" y="538901"/>
                  </a:lnTo>
                  <a:lnTo>
                    <a:pt x="622724" y="499610"/>
                  </a:lnTo>
                  <a:lnTo>
                    <a:pt x="636205" y="456191"/>
                  </a:lnTo>
                  <a:lnTo>
                    <a:pt x="640905" y="409575"/>
                  </a:lnTo>
                  <a:lnTo>
                    <a:pt x="636205" y="362958"/>
                  </a:lnTo>
                  <a:lnTo>
                    <a:pt x="622724" y="319539"/>
                  </a:lnTo>
                  <a:lnTo>
                    <a:pt x="601394" y="280248"/>
                  </a:lnTo>
                  <a:lnTo>
                    <a:pt x="573146" y="246016"/>
                  </a:lnTo>
                  <a:lnTo>
                    <a:pt x="538909" y="217772"/>
                  </a:lnTo>
                  <a:lnTo>
                    <a:pt x="499614" y="196446"/>
                  </a:lnTo>
                  <a:lnTo>
                    <a:pt x="456193" y="182969"/>
                  </a:lnTo>
                  <a:lnTo>
                    <a:pt x="409575" y="178269"/>
                  </a:lnTo>
                  <a:lnTo>
                    <a:pt x="362958" y="182969"/>
                  </a:lnTo>
                  <a:lnTo>
                    <a:pt x="319539" y="196446"/>
                  </a:lnTo>
                  <a:lnTo>
                    <a:pt x="280248" y="217772"/>
                  </a:lnTo>
                  <a:lnTo>
                    <a:pt x="246016" y="246016"/>
                  </a:lnTo>
                  <a:lnTo>
                    <a:pt x="217772" y="280248"/>
                  </a:lnTo>
                  <a:lnTo>
                    <a:pt x="196446" y="319539"/>
                  </a:lnTo>
                  <a:lnTo>
                    <a:pt x="182969" y="362958"/>
                  </a:lnTo>
                  <a:lnTo>
                    <a:pt x="178269" y="4095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1050" y="9172575"/>
              <a:ext cx="523875" cy="514350"/>
            </a:xfrm>
            <a:custGeom>
              <a:avLst/>
              <a:gdLst/>
              <a:ahLst/>
              <a:cxnLst/>
              <a:rect l="l" t="t" r="r" b="b"/>
              <a:pathLst>
                <a:path w="523875" h="514350">
                  <a:moveTo>
                    <a:pt x="261937" y="0"/>
                  </a:moveTo>
                  <a:lnTo>
                    <a:pt x="214853" y="4143"/>
                  </a:lnTo>
                  <a:lnTo>
                    <a:pt x="170538" y="16089"/>
                  </a:lnTo>
                  <a:lnTo>
                    <a:pt x="129731" y="35111"/>
                  </a:lnTo>
                  <a:lnTo>
                    <a:pt x="93173" y="60483"/>
                  </a:lnTo>
                  <a:lnTo>
                    <a:pt x="61603" y="91479"/>
                  </a:lnTo>
                  <a:lnTo>
                    <a:pt x="35761" y="127372"/>
                  </a:lnTo>
                  <a:lnTo>
                    <a:pt x="16387" y="167437"/>
                  </a:lnTo>
                  <a:lnTo>
                    <a:pt x="4220" y="210946"/>
                  </a:lnTo>
                  <a:lnTo>
                    <a:pt x="0" y="257175"/>
                  </a:lnTo>
                  <a:lnTo>
                    <a:pt x="4220" y="303403"/>
                  </a:lnTo>
                  <a:lnTo>
                    <a:pt x="16387" y="346912"/>
                  </a:lnTo>
                  <a:lnTo>
                    <a:pt x="35761" y="386977"/>
                  </a:lnTo>
                  <a:lnTo>
                    <a:pt x="61603" y="422870"/>
                  </a:lnTo>
                  <a:lnTo>
                    <a:pt x="93173" y="453866"/>
                  </a:lnTo>
                  <a:lnTo>
                    <a:pt x="129731" y="479238"/>
                  </a:lnTo>
                  <a:lnTo>
                    <a:pt x="170538" y="498260"/>
                  </a:lnTo>
                  <a:lnTo>
                    <a:pt x="214853" y="510206"/>
                  </a:lnTo>
                  <a:lnTo>
                    <a:pt x="261937" y="514350"/>
                  </a:lnTo>
                  <a:lnTo>
                    <a:pt x="309021" y="510206"/>
                  </a:lnTo>
                  <a:lnTo>
                    <a:pt x="353336" y="498260"/>
                  </a:lnTo>
                  <a:lnTo>
                    <a:pt x="394143" y="479238"/>
                  </a:lnTo>
                  <a:lnTo>
                    <a:pt x="430701" y="453866"/>
                  </a:lnTo>
                  <a:lnTo>
                    <a:pt x="462271" y="422870"/>
                  </a:lnTo>
                  <a:lnTo>
                    <a:pt x="488113" y="386977"/>
                  </a:lnTo>
                  <a:lnTo>
                    <a:pt x="507487" y="346912"/>
                  </a:lnTo>
                  <a:lnTo>
                    <a:pt x="519654" y="303403"/>
                  </a:lnTo>
                  <a:lnTo>
                    <a:pt x="523875" y="257175"/>
                  </a:lnTo>
                  <a:lnTo>
                    <a:pt x="519654" y="210946"/>
                  </a:lnTo>
                  <a:lnTo>
                    <a:pt x="507487" y="167437"/>
                  </a:lnTo>
                  <a:lnTo>
                    <a:pt x="488113" y="127372"/>
                  </a:lnTo>
                  <a:lnTo>
                    <a:pt x="462271" y="91479"/>
                  </a:lnTo>
                  <a:lnTo>
                    <a:pt x="430701" y="60483"/>
                  </a:lnTo>
                  <a:lnTo>
                    <a:pt x="394143" y="35111"/>
                  </a:lnTo>
                  <a:lnTo>
                    <a:pt x="353336" y="16089"/>
                  </a:lnTo>
                  <a:lnTo>
                    <a:pt x="309021" y="4143"/>
                  </a:lnTo>
                  <a:lnTo>
                    <a:pt x="2619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825" y="9286875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177952" y="176377"/>
                  </a:moveTo>
                  <a:lnTo>
                    <a:pt x="124739" y="176377"/>
                  </a:lnTo>
                  <a:lnTo>
                    <a:pt x="124739" y="278993"/>
                  </a:lnTo>
                  <a:lnTo>
                    <a:pt x="126830" y="289037"/>
                  </a:lnTo>
                  <a:lnTo>
                    <a:pt x="132532" y="297240"/>
                  </a:lnTo>
                  <a:lnTo>
                    <a:pt x="140989" y="302771"/>
                  </a:lnTo>
                  <a:lnTo>
                    <a:pt x="151345" y="304800"/>
                  </a:lnTo>
                  <a:lnTo>
                    <a:pt x="161702" y="302771"/>
                  </a:lnTo>
                  <a:lnTo>
                    <a:pt x="170159" y="297240"/>
                  </a:lnTo>
                  <a:lnTo>
                    <a:pt x="175861" y="289037"/>
                  </a:lnTo>
                  <a:lnTo>
                    <a:pt x="177952" y="278993"/>
                  </a:lnTo>
                  <a:lnTo>
                    <a:pt x="177952" y="176377"/>
                  </a:lnTo>
                  <a:close/>
                </a:path>
                <a:path w="314325" h="304800">
                  <a:moveTo>
                    <a:pt x="289598" y="128422"/>
                  </a:moveTo>
                  <a:lnTo>
                    <a:pt x="24726" y="128422"/>
                  </a:lnTo>
                  <a:lnTo>
                    <a:pt x="15103" y="130306"/>
                  </a:lnTo>
                  <a:lnTo>
                    <a:pt x="7243" y="135443"/>
                  </a:lnTo>
                  <a:lnTo>
                    <a:pt x="1943" y="143065"/>
                  </a:lnTo>
                  <a:lnTo>
                    <a:pt x="0" y="152400"/>
                  </a:lnTo>
                  <a:lnTo>
                    <a:pt x="1943" y="161734"/>
                  </a:lnTo>
                  <a:lnTo>
                    <a:pt x="7243" y="169356"/>
                  </a:lnTo>
                  <a:lnTo>
                    <a:pt x="15103" y="174493"/>
                  </a:lnTo>
                  <a:lnTo>
                    <a:pt x="24726" y="176377"/>
                  </a:lnTo>
                  <a:lnTo>
                    <a:pt x="289598" y="176377"/>
                  </a:lnTo>
                  <a:lnTo>
                    <a:pt x="299221" y="174493"/>
                  </a:lnTo>
                  <a:lnTo>
                    <a:pt x="307081" y="169356"/>
                  </a:lnTo>
                  <a:lnTo>
                    <a:pt x="312381" y="161734"/>
                  </a:lnTo>
                  <a:lnTo>
                    <a:pt x="314325" y="152400"/>
                  </a:lnTo>
                  <a:lnTo>
                    <a:pt x="312381" y="143065"/>
                  </a:lnTo>
                  <a:lnTo>
                    <a:pt x="307081" y="135443"/>
                  </a:lnTo>
                  <a:lnTo>
                    <a:pt x="299221" y="130306"/>
                  </a:lnTo>
                  <a:lnTo>
                    <a:pt x="289598" y="128422"/>
                  </a:lnTo>
                  <a:close/>
                </a:path>
                <a:path w="314325" h="304800">
                  <a:moveTo>
                    <a:pt x="151345" y="0"/>
                  </a:moveTo>
                  <a:lnTo>
                    <a:pt x="140989" y="2028"/>
                  </a:lnTo>
                  <a:lnTo>
                    <a:pt x="132532" y="7559"/>
                  </a:lnTo>
                  <a:lnTo>
                    <a:pt x="126830" y="15762"/>
                  </a:lnTo>
                  <a:lnTo>
                    <a:pt x="124739" y="25806"/>
                  </a:lnTo>
                  <a:lnTo>
                    <a:pt x="124739" y="128422"/>
                  </a:lnTo>
                  <a:lnTo>
                    <a:pt x="177952" y="128422"/>
                  </a:lnTo>
                  <a:lnTo>
                    <a:pt x="177952" y="25806"/>
                  </a:lnTo>
                  <a:lnTo>
                    <a:pt x="175861" y="15762"/>
                  </a:lnTo>
                  <a:lnTo>
                    <a:pt x="170159" y="7559"/>
                  </a:lnTo>
                  <a:lnTo>
                    <a:pt x="161702" y="2028"/>
                  </a:lnTo>
                  <a:lnTo>
                    <a:pt x="151345" y="0"/>
                  </a:lnTo>
                  <a:close/>
                </a:path>
              </a:pathLst>
            </a:custGeom>
            <a:solidFill>
              <a:srgbClr val="FC34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28675" y="5038724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412" y="0"/>
                  </a:moveTo>
                  <a:lnTo>
                    <a:pt x="207039" y="4067"/>
                  </a:lnTo>
                  <a:lnTo>
                    <a:pt x="164335" y="15793"/>
                  </a:lnTo>
                  <a:lnTo>
                    <a:pt x="125013" y="34464"/>
                  </a:lnTo>
                  <a:lnTo>
                    <a:pt x="89784" y="59365"/>
                  </a:lnTo>
                  <a:lnTo>
                    <a:pt x="59362" y="89784"/>
                  </a:lnTo>
                  <a:lnTo>
                    <a:pt x="34460" y="125005"/>
                  </a:lnTo>
                  <a:lnTo>
                    <a:pt x="15791" y="164316"/>
                  </a:lnTo>
                  <a:lnTo>
                    <a:pt x="4066" y="207001"/>
                  </a:lnTo>
                  <a:lnTo>
                    <a:pt x="0" y="252349"/>
                  </a:lnTo>
                  <a:lnTo>
                    <a:pt x="4066" y="297733"/>
                  </a:lnTo>
                  <a:lnTo>
                    <a:pt x="15791" y="340449"/>
                  </a:lnTo>
                  <a:lnTo>
                    <a:pt x="34460" y="379781"/>
                  </a:lnTo>
                  <a:lnTo>
                    <a:pt x="59362" y="415019"/>
                  </a:lnTo>
                  <a:lnTo>
                    <a:pt x="89784" y="445448"/>
                  </a:lnTo>
                  <a:lnTo>
                    <a:pt x="125013" y="470356"/>
                  </a:lnTo>
                  <a:lnTo>
                    <a:pt x="164335" y="489030"/>
                  </a:lnTo>
                  <a:lnTo>
                    <a:pt x="207039" y="500757"/>
                  </a:lnTo>
                  <a:lnTo>
                    <a:pt x="252412" y="504825"/>
                  </a:lnTo>
                  <a:lnTo>
                    <a:pt x="297785" y="500757"/>
                  </a:lnTo>
                  <a:lnTo>
                    <a:pt x="340489" y="489030"/>
                  </a:lnTo>
                  <a:lnTo>
                    <a:pt x="379811" y="470356"/>
                  </a:lnTo>
                  <a:lnTo>
                    <a:pt x="415040" y="445448"/>
                  </a:lnTo>
                  <a:lnTo>
                    <a:pt x="445462" y="415019"/>
                  </a:lnTo>
                  <a:lnTo>
                    <a:pt x="470364" y="379781"/>
                  </a:lnTo>
                  <a:lnTo>
                    <a:pt x="489033" y="340449"/>
                  </a:lnTo>
                  <a:lnTo>
                    <a:pt x="500758" y="297733"/>
                  </a:lnTo>
                  <a:lnTo>
                    <a:pt x="504825" y="252349"/>
                  </a:lnTo>
                  <a:lnTo>
                    <a:pt x="500758" y="207001"/>
                  </a:lnTo>
                  <a:lnTo>
                    <a:pt x="489033" y="164316"/>
                  </a:lnTo>
                  <a:lnTo>
                    <a:pt x="470364" y="125005"/>
                  </a:lnTo>
                  <a:lnTo>
                    <a:pt x="445462" y="89784"/>
                  </a:lnTo>
                  <a:lnTo>
                    <a:pt x="415040" y="59365"/>
                  </a:lnTo>
                  <a:lnTo>
                    <a:pt x="379811" y="34464"/>
                  </a:lnTo>
                  <a:lnTo>
                    <a:pt x="340489" y="15793"/>
                  </a:lnTo>
                  <a:lnTo>
                    <a:pt x="297785" y="4067"/>
                  </a:lnTo>
                  <a:lnTo>
                    <a:pt x="2524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1987" y="489115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409575" y="0"/>
                  </a:moveTo>
                  <a:lnTo>
                    <a:pt x="361810" y="2753"/>
                  </a:lnTo>
                  <a:lnTo>
                    <a:pt x="315663" y="10811"/>
                  </a:lnTo>
                  <a:lnTo>
                    <a:pt x="271443" y="23865"/>
                  </a:lnTo>
                  <a:lnTo>
                    <a:pt x="229455" y="41610"/>
                  </a:lnTo>
                  <a:lnTo>
                    <a:pt x="190007" y="63738"/>
                  </a:lnTo>
                  <a:lnTo>
                    <a:pt x="153407" y="89943"/>
                  </a:lnTo>
                  <a:lnTo>
                    <a:pt x="119962" y="119919"/>
                  </a:lnTo>
                  <a:lnTo>
                    <a:pt x="89979" y="153359"/>
                  </a:lnTo>
                  <a:lnTo>
                    <a:pt x="63766" y="189957"/>
                  </a:lnTo>
                  <a:lnTo>
                    <a:pt x="41630" y="229405"/>
                  </a:lnTo>
                  <a:lnTo>
                    <a:pt x="23877" y="271397"/>
                  </a:lnTo>
                  <a:lnTo>
                    <a:pt x="10817" y="315627"/>
                  </a:lnTo>
                  <a:lnTo>
                    <a:pt x="2755" y="361789"/>
                  </a:lnTo>
                  <a:lnTo>
                    <a:pt x="0" y="409575"/>
                  </a:lnTo>
                  <a:lnTo>
                    <a:pt x="2687" y="456157"/>
                  </a:lnTo>
                  <a:lnTo>
                    <a:pt x="10817" y="503482"/>
                  </a:lnTo>
                  <a:lnTo>
                    <a:pt x="23877" y="547701"/>
                  </a:lnTo>
                  <a:lnTo>
                    <a:pt x="41630" y="589689"/>
                  </a:lnTo>
                  <a:lnTo>
                    <a:pt x="63766" y="629136"/>
                  </a:lnTo>
                  <a:lnTo>
                    <a:pt x="89979" y="665736"/>
                  </a:lnTo>
                  <a:lnTo>
                    <a:pt x="119962" y="699182"/>
                  </a:lnTo>
                  <a:lnTo>
                    <a:pt x="153407" y="729166"/>
                  </a:lnTo>
                  <a:lnTo>
                    <a:pt x="190007" y="755380"/>
                  </a:lnTo>
                  <a:lnTo>
                    <a:pt x="229455" y="777517"/>
                  </a:lnTo>
                  <a:lnTo>
                    <a:pt x="271443" y="795270"/>
                  </a:lnTo>
                  <a:lnTo>
                    <a:pt x="315663" y="808332"/>
                  </a:lnTo>
                  <a:lnTo>
                    <a:pt x="361810" y="816394"/>
                  </a:lnTo>
                  <a:lnTo>
                    <a:pt x="409575" y="819150"/>
                  </a:lnTo>
                  <a:lnTo>
                    <a:pt x="457349" y="816394"/>
                  </a:lnTo>
                  <a:lnTo>
                    <a:pt x="503505" y="808332"/>
                  </a:lnTo>
                  <a:lnTo>
                    <a:pt x="547734" y="795270"/>
                  </a:lnTo>
                  <a:lnTo>
                    <a:pt x="589729" y="777517"/>
                  </a:lnTo>
                  <a:lnTo>
                    <a:pt x="629183" y="755380"/>
                  </a:lnTo>
                  <a:lnTo>
                    <a:pt x="665788" y="729166"/>
                  </a:lnTo>
                  <a:lnTo>
                    <a:pt x="699238" y="699182"/>
                  </a:lnTo>
                  <a:lnTo>
                    <a:pt x="729224" y="665736"/>
                  </a:lnTo>
                  <a:lnTo>
                    <a:pt x="747056" y="640841"/>
                  </a:lnTo>
                  <a:lnTo>
                    <a:pt x="409575" y="640841"/>
                  </a:lnTo>
                  <a:lnTo>
                    <a:pt x="362958" y="636139"/>
                  </a:lnTo>
                  <a:lnTo>
                    <a:pt x="319539" y="622655"/>
                  </a:lnTo>
                  <a:lnTo>
                    <a:pt x="280248" y="601321"/>
                  </a:lnTo>
                  <a:lnTo>
                    <a:pt x="246016" y="573071"/>
                  </a:lnTo>
                  <a:lnTo>
                    <a:pt x="217772" y="538838"/>
                  </a:lnTo>
                  <a:lnTo>
                    <a:pt x="196446" y="499556"/>
                  </a:lnTo>
                  <a:lnTo>
                    <a:pt x="182969" y="456157"/>
                  </a:lnTo>
                  <a:lnTo>
                    <a:pt x="178269" y="409575"/>
                  </a:lnTo>
                  <a:lnTo>
                    <a:pt x="182969" y="362950"/>
                  </a:lnTo>
                  <a:lnTo>
                    <a:pt x="196446" y="319520"/>
                  </a:lnTo>
                  <a:lnTo>
                    <a:pt x="217772" y="280215"/>
                  </a:lnTo>
                  <a:lnTo>
                    <a:pt x="246016" y="245967"/>
                  </a:lnTo>
                  <a:lnTo>
                    <a:pt x="280248" y="217708"/>
                  </a:lnTo>
                  <a:lnTo>
                    <a:pt x="319539" y="196369"/>
                  </a:lnTo>
                  <a:lnTo>
                    <a:pt x="362958" y="182883"/>
                  </a:lnTo>
                  <a:lnTo>
                    <a:pt x="409575" y="178181"/>
                  </a:lnTo>
                  <a:lnTo>
                    <a:pt x="747005" y="178181"/>
                  </a:lnTo>
                  <a:lnTo>
                    <a:pt x="729224" y="153359"/>
                  </a:lnTo>
                  <a:lnTo>
                    <a:pt x="699238" y="119919"/>
                  </a:lnTo>
                  <a:lnTo>
                    <a:pt x="665788" y="89943"/>
                  </a:lnTo>
                  <a:lnTo>
                    <a:pt x="629183" y="63738"/>
                  </a:lnTo>
                  <a:lnTo>
                    <a:pt x="589729" y="41610"/>
                  </a:lnTo>
                  <a:lnTo>
                    <a:pt x="547734" y="23865"/>
                  </a:lnTo>
                  <a:lnTo>
                    <a:pt x="503505" y="10811"/>
                  </a:lnTo>
                  <a:lnTo>
                    <a:pt x="457349" y="2753"/>
                  </a:lnTo>
                  <a:lnTo>
                    <a:pt x="409575" y="0"/>
                  </a:lnTo>
                  <a:close/>
                </a:path>
                <a:path w="819785" h="819150">
                  <a:moveTo>
                    <a:pt x="747005" y="178181"/>
                  </a:moveTo>
                  <a:lnTo>
                    <a:pt x="409575" y="178181"/>
                  </a:lnTo>
                  <a:lnTo>
                    <a:pt x="456193" y="182883"/>
                  </a:lnTo>
                  <a:lnTo>
                    <a:pt x="499614" y="196369"/>
                  </a:lnTo>
                  <a:lnTo>
                    <a:pt x="538909" y="217708"/>
                  </a:lnTo>
                  <a:lnTo>
                    <a:pt x="573146" y="245967"/>
                  </a:lnTo>
                  <a:lnTo>
                    <a:pt x="601394" y="280215"/>
                  </a:lnTo>
                  <a:lnTo>
                    <a:pt x="622724" y="319520"/>
                  </a:lnTo>
                  <a:lnTo>
                    <a:pt x="636205" y="362950"/>
                  </a:lnTo>
                  <a:lnTo>
                    <a:pt x="640905" y="409575"/>
                  </a:lnTo>
                  <a:lnTo>
                    <a:pt x="636205" y="456157"/>
                  </a:lnTo>
                  <a:lnTo>
                    <a:pt x="622724" y="499556"/>
                  </a:lnTo>
                  <a:lnTo>
                    <a:pt x="601394" y="538838"/>
                  </a:lnTo>
                  <a:lnTo>
                    <a:pt x="573146" y="573071"/>
                  </a:lnTo>
                  <a:lnTo>
                    <a:pt x="538909" y="601321"/>
                  </a:lnTo>
                  <a:lnTo>
                    <a:pt x="499614" y="622655"/>
                  </a:lnTo>
                  <a:lnTo>
                    <a:pt x="456193" y="636139"/>
                  </a:lnTo>
                  <a:lnTo>
                    <a:pt x="409575" y="640841"/>
                  </a:lnTo>
                  <a:lnTo>
                    <a:pt x="747056" y="640841"/>
                  </a:lnTo>
                  <a:lnTo>
                    <a:pt x="777579" y="589689"/>
                  </a:lnTo>
                  <a:lnTo>
                    <a:pt x="795333" y="547701"/>
                  </a:lnTo>
                  <a:lnTo>
                    <a:pt x="808395" y="503482"/>
                  </a:lnTo>
                  <a:lnTo>
                    <a:pt x="816457" y="457337"/>
                  </a:lnTo>
                  <a:lnTo>
                    <a:pt x="819213" y="409575"/>
                  </a:lnTo>
                  <a:lnTo>
                    <a:pt x="816524" y="362950"/>
                  </a:lnTo>
                  <a:lnTo>
                    <a:pt x="808395" y="315627"/>
                  </a:lnTo>
                  <a:lnTo>
                    <a:pt x="795333" y="271397"/>
                  </a:lnTo>
                  <a:lnTo>
                    <a:pt x="777579" y="229405"/>
                  </a:lnTo>
                  <a:lnTo>
                    <a:pt x="755441" y="189957"/>
                  </a:lnTo>
                  <a:lnTo>
                    <a:pt x="747005" y="178181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1987" y="4891150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0" y="409575"/>
                  </a:moveTo>
                  <a:lnTo>
                    <a:pt x="2755" y="361789"/>
                  </a:lnTo>
                  <a:lnTo>
                    <a:pt x="10817" y="315627"/>
                  </a:lnTo>
                  <a:lnTo>
                    <a:pt x="23877" y="271397"/>
                  </a:lnTo>
                  <a:lnTo>
                    <a:pt x="41630" y="229405"/>
                  </a:lnTo>
                  <a:lnTo>
                    <a:pt x="63766" y="189957"/>
                  </a:lnTo>
                  <a:lnTo>
                    <a:pt x="89979" y="153359"/>
                  </a:lnTo>
                  <a:lnTo>
                    <a:pt x="119962" y="119919"/>
                  </a:lnTo>
                  <a:lnTo>
                    <a:pt x="153407" y="89943"/>
                  </a:lnTo>
                  <a:lnTo>
                    <a:pt x="190007" y="63738"/>
                  </a:lnTo>
                  <a:lnTo>
                    <a:pt x="229455" y="41610"/>
                  </a:lnTo>
                  <a:lnTo>
                    <a:pt x="271443" y="23865"/>
                  </a:lnTo>
                  <a:lnTo>
                    <a:pt x="315663" y="10811"/>
                  </a:lnTo>
                  <a:lnTo>
                    <a:pt x="361810" y="2753"/>
                  </a:lnTo>
                  <a:lnTo>
                    <a:pt x="409575" y="0"/>
                  </a:lnTo>
                  <a:lnTo>
                    <a:pt x="457349" y="2753"/>
                  </a:lnTo>
                  <a:lnTo>
                    <a:pt x="503505" y="10811"/>
                  </a:lnTo>
                  <a:lnTo>
                    <a:pt x="547734" y="23865"/>
                  </a:lnTo>
                  <a:lnTo>
                    <a:pt x="589729" y="41610"/>
                  </a:lnTo>
                  <a:lnTo>
                    <a:pt x="629183" y="63738"/>
                  </a:lnTo>
                  <a:lnTo>
                    <a:pt x="665788" y="89943"/>
                  </a:lnTo>
                  <a:lnTo>
                    <a:pt x="699238" y="119919"/>
                  </a:lnTo>
                  <a:lnTo>
                    <a:pt x="729224" y="153359"/>
                  </a:lnTo>
                  <a:lnTo>
                    <a:pt x="755441" y="189957"/>
                  </a:lnTo>
                  <a:lnTo>
                    <a:pt x="777579" y="229405"/>
                  </a:lnTo>
                  <a:lnTo>
                    <a:pt x="795333" y="271397"/>
                  </a:lnTo>
                  <a:lnTo>
                    <a:pt x="808395" y="315627"/>
                  </a:lnTo>
                  <a:lnTo>
                    <a:pt x="816457" y="361789"/>
                  </a:lnTo>
                  <a:lnTo>
                    <a:pt x="819213" y="409575"/>
                  </a:lnTo>
                  <a:lnTo>
                    <a:pt x="816457" y="457337"/>
                  </a:lnTo>
                  <a:lnTo>
                    <a:pt x="808395" y="503482"/>
                  </a:lnTo>
                  <a:lnTo>
                    <a:pt x="795333" y="547701"/>
                  </a:lnTo>
                  <a:lnTo>
                    <a:pt x="777579" y="589689"/>
                  </a:lnTo>
                  <a:lnTo>
                    <a:pt x="755441" y="629136"/>
                  </a:lnTo>
                  <a:lnTo>
                    <a:pt x="729224" y="665736"/>
                  </a:lnTo>
                  <a:lnTo>
                    <a:pt x="699238" y="699182"/>
                  </a:lnTo>
                  <a:lnTo>
                    <a:pt x="665788" y="729166"/>
                  </a:lnTo>
                  <a:lnTo>
                    <a:pt x="629183" y="755380"/>
                  </a:lnTo>
                  <a:lnTo>
                    <a:pt x="589729" y="777517"/>
                  </a:lnTo>
                  <a:lnTo>
                    <a:pt x="547734" y="795270"/>
                  </a:lnTo>
                  <a:lnTo>
                    <a:pt x="503505" y="808332"/>
                  </a:lnTo>
                  <a:lnTo>
                    <a:pt x="457349" y="816394"/>
                  </a:lnTo>
                  <a:lnTo>
                    <a:pt x="409575" y="819150"/>
                  </a:lnTo>
                  <a:lnTo>
                    <a:pt x="361810" y="816394"/>
                  </a:lnTo>
                  <a:lnTo>
                    <a:pt x="315663" y="808332"/>
                  </a:lnTo>
                  <a:lnTo>
                    <a:pt x="271443" y="795270"/>
                  </a:lnTo>
                  <a:lnTo>
                    <a:pt x="229455" y="777517"/>
                  </a:lnTo>
                  <a:lnTo>
                    <a:pt x="190007" y="755380"/>
                  </a:lnTo>
                  <a:lnTo>
                    <a:pt x="153407" y="729166"/>
                  </a:lnTo>
                  <a:lnTo>
                    <a:pt x="119962" y="699182"/>
                  </a:lnTo>
                  <a:lnTo>
                    <a:pt x="89979" y="665736"/>
                  </a:lnTo>
                  <a:lnTo>
                    <a:pt x="63766" y="629136"/>
                  </a:lnTo>
                  <a:lnTo>
                    <a:pt x="41630" y="589689"/>
                  </a:lnTo>
                  <a:lnTo>
                    <a:pt x="23877" y="547701"/>
                  </a:lnTo>
                  <a:lnTo>
                    <a:pt x="10817" y="503482"/>
                  </a:lnTo>
                  <a:lnTo>
                    <a:pt x="2755" y="457337"/>
                  </a:lnTo>
                  <a:lnTo>
                    <a:pt x="0" y="409575"/>
                  </a:lnTo>
                  <a:close/>
                </a:path>
                <a:path w="819785" h="819150">
                  <a:moveTo>
                    <a:pt x="178269" y="409575"/>
                  </a:moveTo>
                  <a:lnTo>
                    <a:pt x="182969" y="456157"/>
                  </a:lnTo>
                  <a:lnTo>
                    <a:pt x="196446" y="499556"/>
                  </a:lnTo>
                  <a:lnTo>
                    <a:pt x="217772" y="538838"/>
                  </a:lnTo>
                  <a:lnTo>
                    <a:pt x="246016" y="573071"/>
                  </a:lnTo>
                  <a:lnTo>
                    <a:pt x="280248" y="601321"/>
                  </a:lnTo>
                  <a:lnTo>
                    <a:pt x="319539" y="622655"/>
                  </a:lnTo>
                  <a:lnTo>
                    <a:pt x="362958" y="636139"/>
                  </a:lnTo>
                  <a:lnTo>
                    <a:pt x="409575" y="640841"/>
                  </a:lnTo>
                  <a:lnTo>
                    <a:pt x="456193" y="636139"/>
                  </a:lnTo>
                  <a:lnTo>
                    <a:pt x="499614" y="622655"/>
                  </a:lnTo>
                  <a:lnTo>
                    <a:pt x="538909" y="601321"/>
                  </a:lnTo>
                  <a:lnTo>
                    <a:pt x="573146" y="573071"/>
                  </a:lnTo>
                  <a:lnTo>
                    <a:pt x="601394" y="538838"/>
                  </a:lnTo>
                  <a:lnTo>
                    <a:pt x="622724" y="499556"/>
                  </a:lnTo>
                  <a:lnTo>
                    <a:pt x="636205" y="456157"/>
                  </a:lnTo>
                  <a:lnTo>
                    <a:pt x="640905" y="409575"/>
                  </a:lnTo>
                  <a:lnTo>
                    <a:pt x="636205" y="362950"/>
                  </a:lnTo>
                  <a:lnTo>
                    <a:pt x="622724" y="319520"/>
                  </a:lnTo>
                  <a:lnTo>
                    <a:pt x="601394" y="280215"/>
                  </a:lnTo>
                  <a:lnTo>
                    <a:pt x="573146" y="245967"/>
                  </a:lnTo>
                  <a:lnTo>
                    <a:pt x="538909" y="217708"/>
                  </a:lnTo>
                  <a:lnTo>
                    <a:pt x="499614" y="196369"/>
                  </a:lnTo>
                  <a:lnTo>
                    <a:pt x="456193" y="182883"/>
                  </a:lnTo>
                  <a:lnTo>
                    <a:pt x="409575" y="178181"/>
                  </a:lnTo>
                  <a:lnTo>
                    <a:pt x="362958" y="182883"/>
                  </a:lnTo>
                  <a:lnTo>
                    <a:pt x="319539" y="196369"/>
                  </a:lnTo>
                  <a:lnTo>
                    <a:pt x="280248" y="217708"/>
                  </a:lnTo>
                  <a:lnTo>
                    <a:pt x="246016" y="245967"/>
                  </a:lnTo>
                  <a:lnTo>
                    <a:pt x="217772" y="280215"/>
                  </a:lnTo>
                  <a:lnTo>
                    <a:pt x="196446" y="319520"/>
                  </a:lnTo>
                  <a:lnTo>
                    <a:pt x="182969" y="362950"/>
                  </a:lnTo>
                  <a:lnTo>
                    <a:pt x="178269" y="4095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39831" y="5148987"/>
              <a:ext cx="302260" cy="295275"/>
            </a:xfrm>
            <a:custGeom>
              <a:avLst/>
              <a:gdLst/>
              <a:ahLst/>
              <a:cxnLst/>
              <a:rect l="l" t="t" r="r" b="b"/>
              <a:pathLst>
                <a:path w="302259" h="295275">
                  <a:moveTo>
                    <a:pt x="243147" y="200711"/>
                  </a:moveTo>
                  <a:lnTo>
                    <a:pt x="184563" y="200711"/>
                  </a:lnTo>
                  <a:lnTo>
                    <a:pt x="201411" y="217126"/>
                  </a:lnTo>
                  <a:lnTo>
                    <a:pt x="199879" y="225333"/>
                  </a:lnTo>
                  <a:lnTo>
                    <a:pt x="202177" y="233914"/>
                  </a:lnTo>
                  <a:lnTo>
                    <a:pt x="261911" y="292113"/>
                  </a:lnTo>
                  <a:lnTo>
                    <a:pt x="268803" y="294725"/>
                  </a:lnTo>
                  <a:lnTo>
                    <a:pt x="282588" y="294725"/>
                  </a:lnTo>
                  <a:lnTo>
                    <a:pt x="289480" y="292113"/>
                  </a:lnTo>
                  <a:lnTo>
                    <a:pt x="294841" y="286890"/>
                  </a:lnTo>
                  <a:lnTo>
                    <a:pt x="300435" y="278129"/>
                  </a:lnTo>
                  <a:lnTo>
                    <a:pt x="302260" y="268283"/>
                  </a:lnTo>
                  <a:lnTo>
                    <a:pt x="300279" y="258508"/>
                  </a:lnTo>
                  <a:lnTo>
                    <a:pt x="294458" y="249956"/>
                  </a:lnTo>
                  <a:lnTo>
                    <a:pt x="246594" y="203322"/>
                  </a:lnTo>
                  <a:lnTo>
                    <a:pt x="243147" y="200711"/>
                  </a:lnTo>
                  <a:close/>
                </a:path>
                <a:path w="302259" h="295275">
                  <a:moveTo>
                    <a:pt x="114873" y="0"/>
                  </a:moveTo>
                  <a:lnTo>
                    <a:pt x="70270" y="8831"/>
                  </a:lnTo>
                  <a:lnTo>
                    <a:pt x="33744" y="32876"/>
                  </a:lnTo>
                  <a:lnTo>
                    <a:pt x="9064" y="68463"/>
                  </a:lnTo>
                  <a:lnTo>
                    <a:pt x="77" y="111547"/>
                  </a:lnTo>
                  <a:lnTo>
                    <a:pt x="0" y="111920"/>
                  </a:lnTo>
                  <a:lnTo>
                    <a:pt x="9064" y="155377"/>
                  </a:lnTo>
                  <a:lnTo>
                    <a:pt x="33744" y="190964"/>
                  </a:lnTo>
                  <a:lnTo>
                    <a:pt x="70270" y="215010"/>
                  </a:lnTo>
                  <a:lnTo>
                    <a:pt x="114873" y="223841"/>
                  </a:lnTo>
                  <a:lnTo>
                    <a:pt x="134001" y="222273"/>
                  </a:lnTo>
                  <a:lnTo>
                    <a:pt x="152159" y="217732"/>
                  </a:lnTo>
                  <a:lnTo>
                    <a:pt x="169097" y="210463"/>
                  </a:lnTo>
                  <a:lnTo>
                    <a:pt x="183971" y="201084"/>
                  </a:lnTo>
                  <a:lnTo>
                    <a:pt x="114490" y="201084"/>
                  </a:lnTo>
                  <a:lnTo>
                    <a:pt x="78808" y="194019"/>
                  </a:lnTo>
                  <a:lnTo>
                    <a:pt x="49587" y="174782"/>
                  </a:lnTo>
                  <a:lnTo>
                    <a:pt x="29844" y="146313"/>
                  </a:lnTo>
                  <a:lnTo>
                    <a:pt x="22670" y="111920"/>
                  </a:lnTo>
                  <a:lnTo>
                    <a:pt x="22592" y="111547"/>
                  </a:lnTo>
                  <a:lnTo>
                    <a:pt x="29844" y="76782"/>
                  </a:lnTo>
                  <a:lnTo>
                    <a:pt x="49587" y="48312"/>
                  </a:lnTo>
                  <a:lnTo>
                    <a:pt x="78808" y="29076"/>
                  </a:lnTo>
                  <a:lnTo>
                    <a:pt x="114490" y="22011"/>
                  </a:lnTo>
                  <a:lnTo>
                    <a:pt x="179497" y="22011"/>
                  </a:lnTo>
                  <a:lnTo>
                    <a:pt x="159476" y="8831"/>
                  </a:lnTo>
                  <a:lnTo>
                    <a:pt x="114873" y="0"/>
                  </a:lnTo>
                  <a:close/>
                </a:path>
                <a:path w="302259" h="295275">
                  <a:moveTo>
                    <a:pt x="179497" y="22011"/>
                  </a:moveTo>
                  <a:lnTo>
                    <a:pt x="114490" y="22011"/>
                  </a:lnTo>
                  <a:lnTo>
                    <a:pt x="150173" y="29076"/>
                  </a:lnTo>
                  <a:lnTo>
                    <a:pt x="179394" y="48312"/>
                  </a:lnTo>
                  <a:lnTo>
                    <a:pt x="199137" y="76782"/>
                  </a:lnTo>
                  <a:lnTo>
                    <a:pt x="206389" y="111547"/>
                  </a:lnTo>
                  <a:lnTo>
                    <a:pt x="199137" y="146313"/>
                  </a:lnTo>
                  <a:lnTo>
                    <a:pt x="179394" y="174783"/>
                  </a:lnTo>
                  <a:lnTo>
                    <a:pt x="150173" y="194019"/>
                  </a:lnTo>
                  <a:lnTo>
                    <a:pt x="114490" y="201084"/>
                  </a:lnTo>
                  <a:lnTo>
                    <a:pt x="183971" y="201084"/>
                  </a:lnTo>
                  <a:lnTo>
                    <a:pt x="184563" y="200711"/>
                  </a:lnTo>
                  <a:lnTo>
                    <a:pt x="243147" y="200711"/>
                  </a:lnTo>
                  <a:lnTo>
                    <a:pt x="241323" y="199329"/>
                  </a:lnTo>
                  <a:lnTo>
                    <a:pt x="235442" y="196840"/>
                  </a:lnTo>
                  <a:lnTo>
                    <a:pt x="231734" y="196234"/>
                  </a:lnTo>
                  <a:lnTo>
                    <a:pt x="222854" y="196234"/>
                  </a:lnTo>
                  <a:lnTo>
                    <a:pt x="206006" y="179819"/>
                  </a:lnTo>
                  <a:lnTo>
                    <a:pt x="216015" y="164908"/>
                  </a:lnTo>
                  <a:lnTo>
                    <a:pt x="223476" y="148388"/>
                  </a:lnTo>
                  <a:lnTo>
                    <a:pt x="228137" y="130609"/>
                  </a:lnTo>
                  <a:lnTo>
                    <a:pt x="229746" y="111920"/>
                  </a:lnTo>
                  <a:lnTo>
                    <a:pt x="220682" y="68464"/>
                  </a:lnTo>
                  <a:lnTo>
                    <a:pt x="196002" y="32876"/>
                  </a:lnTo>
                  <a:lnTo>
                    <a:pt x="179497" y="22011"/>
                  </a:lnTo>
                  <a:close/>
                </a:path>
                <a:path w="302259" h="295275">
                  <a:moveTo>
                    <a:pt x="229202" y="195820"/>
                  </a:moveTo>
                  <a:lnTo>
                    <a:pt x="222854" y="196234"/>
                  </a:lnTo>
                  <a:lnTo>
                    <a:pt x="231734" y="196234"/>
                  </a:lnTo>
                  <a:lnTo>
                    <a:pt x="229202" y="195820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9625" y="6419850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412" y="0"/>
                  </a:moveTo>
                  <a:lnTo>
                    <a:pt x="207039" y="4067"/>
                  </a:lnTo>
                  <a:lnTo>
                    <a:pt x="164335" y="15793"/>
                  </a:lnTo>
                  <a:lnTo>
                    <a:pt x="125013" y="34464"/>
                  </a:lnTo>
                  <a:lnTo>
                    <a:pt x="89784" y="59365"/>
                  </a:lnTo>
                  <a:lnTo>
                    <a:pt x="59362" y="89784"/>
                  </a:lnTo>
                  <a:lnTo>
                    <a:pt x="34460" y="125005"/>
                  </a:lnTo>
                  <a:lnTo>
                    <a:pt x="15791" y="164316"/>
                  </a:lnTo>
                  <a:lnTo>
                    <a:pt x="4066" y="207001"/>
                  </a:lnTo>
                  <a:lnTo>
                    <a:pt x="0" y="252349"/>
                  </a:lnTo>
                  <a:lnTo>
                    <a:pt x="4066" y="297733"/>
                  </a:lnTo>
                  <a:lnTo>
                    <a:pt x="15791" y="340449"/>
                  </a:lnTo>
                  <a:lnTo>
                    <a:pt x="34460" y="379781"/>
                  </a:lnTo>
                  <a:lnTo>
                    <a:pt x="59362" y="415019"/>
                  </a:lnTo>
                  <a:lnTo>
                    <a:pt x="89784" y="445448"/>
                  </a:lnTo>
                  <a:lnTo>
                    <a:pt x="125013" y="470356"/>
                  </a:lnTo>
                  <a:lnTo>
                    <a:pt x="164335" y="489030"/>
                  </a:lnTo>
                  <a:lnTo>
                    <a:pt x="207039" y="500757"/>
                  </a:lnTo>
                  <a:lnTo>
                    <a:pt x="252412" y="504825"/>
                  </a:lnTo>
                  <a:lnTo>
                    <a:pt x="297785" y="500757"/>
                  </a:lnTo>
                  <a:lnTo>
                    <a:pt x="340489" y="489030"/>
                  </a:lnTo>
                  <a:lnTo>
                    <a:pt x="379811" y="470356"/>
                  </a:lnTo>
                  <a:lnTo>
                    <a:pt x="415040" y="445448"/>
                  </a:lnTo>
                  <a:lnTo>
                    <a:pt x="445462" y="415019"/>
                  </a:lnTo>
                  <a:lnTo>
                    <a:pt x="470364" y="379781"/>
                  </a:lnTo>
                  <a:lnTo>
                    <a:pt x="489033" y="340449"/>
                  </a:lnTo>
                  <a:lnTo>
                    <a:pt x="500758" y="297733"/>
                  </a:lnTo>
                  <a:lnTo>
                    <a:pt x="504825" y="252349"/>
                  </a:lnTo>
                  <a:lnTo>
                    <a:pt x="500758" y="207001"/>
                  </a:lnTo>
                  <a:lnTo>
                    <a:pt x="489033" y="164316"/>
                  </a:lnTo>
                  <a:lnTo>
                    <a:pt x="470364" y="125005"/>
                  </a:lnTo>
                  <a:lnTo>
                    <a:pt x="445462" y="89784"/>
                  </a:lnTo>
                  <a:lnTo>
                    <a:pt x="415040" y="59365"/>
                  </a:lnTo>
                  <a:lnTo>
                    <a:pt x="379811" y="34464"/>
                  </a:lnTo>
                  <a:lnTo>
                    <a:pt x="340489" y="15793"/>
                  </a:lnTo>
                  <a:lnTo>
                    <a:pt x="297785" y="4067"/>
                  </a:lnTo>
                  <a:lnTo>
                    <a:pt x="2524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1512" y="6272275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409575" y="0"/>
                  </a:moveTo>
                  <a:lnTo>
                    <a:pt x="361810" y="2753"/>
                  </a:lnTo>
                  <a:lnTo>
                    <a:pt x="315663" y="10810"/>
                  </a:lnTo>
                  <a:lnTo>
                    <a:pt x="271443" y="23864"/>
                  </a:lnTo>
                  <a:lnTo>
                    <a:pt x="229455" y="41607"/>
                  </a:lnTo>
                  <a:lnTo>
                    <a:pt x="190007" y="63732"/>
                  </a:lnTo>
                  <a:lnTo>
                    <a:pt x="153407" y="89933"/>
                  </a:lnTo>
                  <a:lnTo>
                    <a:pt x="119962" y="119903"/>
                  </a:lnTo>
                  <a:lnTo>
                    <a:pt x="89979" y="153336"/>
                  </a:lnTo>
                  <a:lnTo>
                    <a:pt x="63766" y="189923"/>
                  </a:lnTo>
                  <a:lnTo>
                    <a:pt x="41630" y="229359"/>
                  </a:lnTo>
                  <a:lnTo>
                    <a:pt x="23877" y="271336"/>
                  </a:lnTo>
                  <a:lnTo>
                    <a:pt x="10817" y="315547"/>
                  </a:lnTo>
                  <a:lnTo>
                    <a:pt x="2755" y="361687"/>
                  </a:lnTo>
                  <a:lnTo>
                    <a:pt x="0" y="409448"/>
                  </a:lnTo>
                  <a:lnTo>
                    <a:pt x="2688" y="456072"/>
                  </a:lnTo>
                  <a:lnTo>
                    <a:pt x="10817" y="503395"/>
                  </a:lnTo>
                  <a:lnTo>
                    <a:pt x="23877" y="547625"/>
                  </a:lnTo>
                  <a:lnTo>
                    <a:pt x="41630" y="589617"/>
                  </a:lnTo>
                  <a:lnTo>
                    <a:pt x="63766" y="629065"/>
                  </a:lnTo>
                  <a:lnTo>
                    <a:pt x="89979" y="665663"/>
                  </a:lnTo>
                  <a:lnTo>
                    <a:pt x="119962" y="699103"/>
                  </a:lnTo>
                  <a:lnTo>
                    <a:pt x="153407" y="729079"/>
                  </a:lnTo>
                  <a:lnTo>
                    <a:pt x="190007" y="755284"/>
                  </a:lnTo>
                  <a:lnTo>
                    <a:pt x="229455" y="777412"/>
                  </a:lnTo>
                  <a:lnTo>
                    <a:pt x="271443" y="795157"/>
                  </a:lnTo>
                  <a:lnTo>
                    <a:pt x="315663" y="808211"/>
                  </a:lnTo>
                  <a:lnTo>
                    <a:pt x="361810" y="816269"/>
                  </a:lnTo>
                  <a:lnTo>
                    <a:pt x="409575" y="819023"/>
                  </a:lnTo>
                  <a:lnTo>
                    <a:pt x="457349" y="816269"/>
                  </a:lnTo>
                  <a:lnTo>
                    <a:pt x="503505" y="808211"/>
                  </a:lnTo>
                  <a:lnTo>
                    <a:pt x="547734" y="795157"/>
                  </a:lnTo>
                  <a:lnTo>
                    <a:pt x="589729" y="777412"/>
                  </a:lnTo>
                  <a:lnTo>
                    <a:pt x="629183" y="755284"/>
                  </a:lnTo>
                  <a:lnTo>
                    <a:pt x="665788" y="729079"/>
                  </a:lnTo>
                  <a:lnTo>
                    <a:pt x="699238" y="699103"/>
                  </a:lnTo>
                  <a:lnTo>
                    <a:pt x="729224" y="665663"/>
                  </a:lnTo>
                  <a:lnTo>
                    <a:pt x="747005" y="640841"/>
                  </a:lnTo>
                  <a:lnTo>
                    <a:pt x="409575" y="640841"/>
                  </a:lnTo>
                  <a:lnTo>
                    <a:pt x="362958" y="636139"/>
                  </a:lnTo>
                  <a:lnTo>
                    <a:pt x="319539" y="622653"/>
                  </a:lnTo>
                  <a:lnTo>
                    <a:pt x="280248" y="601314"/>
                  </a:lnTo>
                  <a:lnTo>
                    <a:pt x="246016" y="573055"/>
                  </a:lnTo>
                  <a:lnTo>
                    <a:pt x="217772" y="538807"/>
                  </a:lnTo>
                  <a:lnTo>
                    <a:pt x="196446" y="499502"/>
                  </a:lnTo>
                  <a:lnTo>
                    <a:pt x="182969" y="456072"/>
                  </a:lnTo>
                  <a:lnTo>
                    <a:pt x="178269" y="409448"/>
                  </a:lnTo>
                  <a:lnTo>
                    <a:pt x="182969" y="362865"/>
                  </a:lnTo>
                  <a:lnTo>
                    <a:pt x="196446" y="319466"/>
                  </a:lnTo>
                  <a:lnTo>
                    <a:pt x="217772" y="280184"/>
                  </a:lnTo>
                  <a:lnTo>
                    <a:pt x="246016" y="245951"/>
                  </a:lnTo>
                  <a:lnTo>
                    <a:pt x="280248" y="217701"/>
                  </a:lnTo>
                  <a:lnTo>
                    <a:pt x="319539" y="196367"/>
                  </a:lnTo>
                  <a:lnTo>
                    <a:pt x="362958" y="182883"/>
                  </a:lnTo>
                  <a:lnTo>
                    <a:pt x="409575" y="178181"/>
                  </a:lnTo>
                  <a:lnTo>
                    <a:pt x="747027" y="178181"/>
                  </a:lnTo>
                  <a:lnTo>
                    <a:pt x="729224" y="153336"/>
                  </a:lnTo>
                  <a:lnTo>
                    <a:pt x="699238" y="119903"/>
                  </a:lnTo>
                  <a:lnTo>
                    <a:pt x="665788" y="89933"/>
                  </a:lnTo>
                  <a:lnTo>
                    <a:pt x="629183" y="63732"/>
                  </a:lnTo>
                  <a:lnTo>
                    <a:pt x="589729" y="41607"/>
                  </a:lnTo>
                  <a:lnTo>
                    <a:pt x="547734" y="23864"/>
                  </a:lnTo>
                  <a:lnTo>
                    <a:pt x="503505" y="10810"/>
                  </a:lnTo>
                  <a:lnTo>
                    <a:pt x="457349" y="2753"/>
                  </a:lnTo>
                  <a:lnTo>
                    <a:pt x="409575" y="0"/>
                  </a:lnTo>
                  <a:close/>
                </a:path>
                <a:path w="819785" h="819150">
                  <a:moveTo>
                    <a:pt x="747027" y="178181"/>
                  </a:moveTo>
                  <a:lnTo>
                    <a:pt x="409575" y="178181"/>
                  </a:lnTo>
                  <a:lnTo>
                    <a:pt x="456193" y="182883"/>
                  </a:lnTo>
                  <a:lnTo>
                    <a:pt x="499614" y="196367"/>
                  </a:lnTo>
                  <a:lnTo>
                    <a:pt x="538909" y="217701"/>
                  </a:lnTo>
                  <a:lnTo>
                    <a:pt x="573146" y="245951"/>
                  </a:lnTo>
                  <a:lnTo>
                    <a:pt x="601394" y="280184"/>
                  </a:lnTo>
                  <a:lnTo>
                    <a:pt x="622724" y="319466"/>
                  </a:lnTo>
                  <a:lnTo>
                    <a:pt x="636205" y="362865"/>
                  </a:lnTo>
                  <a:lnTo>
                    <a:pt x="640905" y="409448"/>
                  </a:lnTo>
                  <a:lnTo>
                    <a:pt x="636205" y="456072"/>
                  </a:lnTo>
                  <a:lnTo>
                    <a:pt x="622724" y="499502"/>
                  </a:lnTo>
                  <a:lnTo>
                    <a:pt x="601394" y="538807"/>
                  </a:lnTo>
                  <a:lnTo>
                    <a:pt x="573146" y="573055"/>
                  </a:lnTo>
                  <a:lnTo>
                    <a:pt x="538909" y="601314"/>
                  </a:lnTo>
                  <a:lnTo>
                    <a:pt x="499614" y="622653"/>
                  </a:lnTo>
                  <a:lnTo>
                    <a:pt x="456193" y="636139"/>
                  </a:lnTo>
                  <a:lnTo>
                    <a:pt x="409575" y="640841"/>
                  </a:lnTo>
                  <a:lnTo>
                    <a:pt x="747005" y="640841"/>
                  </a:lnTo>
                  <a:lnTo>
                    <a:pt x="777579" y="589617"/>
                  </a:lnTo>
                  <a:lnTo>
                    <a:pt x="795333" y="547625"/>
                  </a:lnTo>
                  <a:lnTo>
                    <a:pt x="808395" y="503395"/>
                  </a:lnTo>
                  <a:lnTo>
                    <a:pt x="816457" y="457233"/>
                  </a:lnTo>
                  <a:lnTo>
                    <a:pt x="819213" y="409448"/>
                  </a:lnTo>
                  <a:lnTo>
                    <a:pt x="816525" y="362865"/>
                  </a:lnTo>
                  <a:lnTo>
                    <a:pt x="808395" y="315547"/>
                  </a:lnTo>
                  <a:lnTo>
                    <a:pt x="795333" y="271336"/>
                  </a:lnTo>
                  <a:lnTo>
                    <a:pt x="777579" y="229359"/>
                  </a:lnTo>
                  <a:lnTo>
                    <a:pt x="755441" y="189923"/>
                  </a:lnTo>
                  <a:lnTo>
                    <a:pt x="747027" y="178181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1512" y="6272275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0" y="409448"/>
                  </a:moveTo>
                  <a:lnTo>
                    <a:pt x="2755" y="361687"/>
                  </a:lnTo>
                  <a:lnTo>
                    <a:pt x="10817" y="315547"/>
                  </a:lnTo>
                  <a:lnTo>
                    <a:pt x="23877" y="271336"/>
                  </a:lnTo>
                  <a:lnTo>
                    <a:pt x="41630" y="229359"/>
                  </a:lnTo>
                  <a:lnTo>
                    <a:pt x="63766" y="189923"/>
                  </a:lnTo>
                  <a:lnTo>
                    <a:pt x="89979" y="153336"/>
                  </a:lnTo>
                  <a:lnTo>
                    <a:pt x="119962" y="119903"/>
                  </a:lnTo>
                  <a:lnTo>
                    <a:pt x="153407" y="89933"/>
                  </a:lnTo>
                  <a:lnTo>
                    <a:pt x="190007" y="63732"/>
                  </a:lnTo>
                  <a:lnTo>
                    <a:pt x="229455" y="41607"/>
                  </a:lnTo>
                  <a:lnTo>
                    <a:pt x="271443" y="23864"/>
                  </a:lnTo>
                  <a:lnTo>
                    <a:pt x="315663" y="10810"/>
                  </a:lnTo>
                  <a:lnTo>
                    <a:pt x="361810" y="2753"/>
                  </a:lnTo>
                  <a:lnTo>
                    <a:pt x="409575" y="0"/>
                  </a:lnTo>
                  <a:lnTo>
                    <a:pt x="457349" y="2753"/>
                  </a:lnTo>
                  <a:lnTo>
                    <a:pt x="503505" y="10810"/>
                  </a:lnTo>
                  <a:lnTo>
                    <a:pt x="547734" y="23864"/>
                  </a:lnTo>
                  <a:lnTo>
                    <a:pt x="589729" y="41607"/>
                  </a:lnTo>
                  <a:lnTo>
                    <a:pt x="629183" y="63732"/>
                  </a:lnTo>
                  <a:lnTo>
                    <a:pt x="665788" y="89933"/>
                  </a:lnTo>
                  <a:lnTo>
                    <a:pt x="699238" y="119903"/>
                  </a:lnTo>
                  <a:lnTo>
                    <a:pt x="729224" y="153336"/>
                  </a:lnTo>
                  <a:lnTo>
                    <a:pt x="755441" y="189923"/>
                  </a:lnTo>
                  <a:lnTo>
                    <a:pt x="777579" y="229359"/>
                  </a:lnTo>
                  <a:lnTo>
                    <a:pt x="795333" y="271336"/>
                  </a:lnTo>
                  <a:lnTo>
                    <a:pt x="808395" y="315547"/>
                  </a:lnTo>
                  <a:lnTo>
                    <a:pt x="816457" y="361687"/>
                  </a:lnTo>
                  <a:lnTo>
                    <a:pt x="819213" y="409448"/>
                  </a:lnTo>
                  <a:lnTo>
                    <a:pt x="816457" y="457233"/>
                  </a:lnTo>
                  <a:lnTo>
                    <a:pt x="808395" y="503395"/>
                  </a:lnTo>
                  <a:lnTo>
                    <a:pt x="795333" y="547625"/>
                  </a:lnTo>
                  <a:lnTo>
                    <a:pt x="777579" y="589617"/>
                  </a:lnTo>
                  <a:lnTo>
                    <a:pt x="755441" y="629065"/>
                  </a:lnTo>
                  <a:lnTo>
                    <a:pt x="729224" y="665663"/>
                  </a:lnTo>
                  <a:lnTo>
                    <a:pt x="699238" y="699103"/>
                  </a:lnTo>
                  <a:lnTo>
                    <a:pt x="665788" y="729079"/>
                  </a:lnTo>
                  <a:lnTo>
                    <a:pt x="629183" y="755284"/>
                  </a:lnTo>
                  <a:lnTo>
                    <a:pt x="589729" y="777412"/>
                  </a:lnTo>
                  <a:lnTo>
                    <a:pt x="547734" y="795157"/>
                  </a:lnTo>
                  <a:lnTo>
                    <a:pt x="503505" y="808211"/>
                  </a:lnTo>
                  <a:lnTo>
                    <a:pt x="457349" y="816269"/>
                  </a:lnTo>
                  <a:lnTo>
                    <a:pt x="409575" y="819023"/>
                  </a:lnTo>
                  <a:lnTo>
                    <a:pt x="361810" y="816269"/>
                  </a:lnTo>
                  <a:lnTo>
                    <a:pt x="315663" y="808211"/>
                  </a:lnTo>
                  <a:lnTo>
                    <a:pt x="271443" y="795157"/>
                  </a:lnTo>
                  <a:lnTo>
                    <a:pt x="229455" y="777412"/>
                  </a:lnTo>
                  <a:lnTo>
                    <a:pt x="190007" y="755284"/>
                  </a:lnTo>
                  <a:lnTo>
                    <a:pt x="153407" y="729079"/>
                  </a:lnTo>
                  <a:lnTo>
                    <a:pt x="119962" y="699103"/>
                  </a:lnTo>
                  <a:lnTo>
                    <a:pt x="89979" y="665663"/>
                  </a:lnTo>
                  <a:lnTo>
                    <a:pt x="63766" y="629065"/>
                  </a:lnTo>
                  <a:lnTo>
                    <a:pt x="41630" y="589617"/>
                  </a:lnTo>
                  <a:lnTo>
                    <a:pt x="23877" y="547625"/>
                  </a:lnTo>
                  <a:lnTo>
                    <a:pt x="10817" y="503395"/>
                  </a:lnTo>
                  <a:lnTo>
                    <a:pt x="2755" y="457233"/>
                  </a:lnTo>
                  <a:lnTo>
                    <a:pt x="0" y="409448"/>
                  </a:lnTo>
                  <a:close/>
                </a:path>
                <a:path w="819785" h="819150">
                  <a:moveTo>
                    <a:pt x="178269" y="409448"/>
                  </a:moveTo>
                  <a:lnTo>
                    <a:pt x="182969" y="456072"/>
                  </a:lnTo>
                  <a:lnTo>
                    <a:pt x="196446" y="499502"/>
                  </a:lnTo>
                  <a:lnTo>
                    <a:pt x="217772" y="538807"/>
                  </a:lnTo>
                  <a:lnTo>
                    <a:pt x="246016" y="573055"/>
                  </a:lnTo>
                  <a:lnTo>
                    <a:pt x="280248" y="601314"/>
                  </a:lnTo>
                  <a:lnTo>
                    <a:pt x="319539" y="622653"/>
                  </a:lnTo>
                  <a:lnTo>
                    <a:pt x="362958" y="636139"/>
                  </a:lnTo>
                  <a:lnTo>
                    <a:pt x="409575" y="640841"/>
                  </a:lnTo>
                  <a:lnTo>
                    <a:pt x="456193" y="636139"/>
                  </a:lnTo>
                  <a:lnTo>
                    <a:pt x="499614" y="622653"/>
                  </a:lnTo>
                  <a:lnTo>
                    <a:pt x="538909" y="601314"/>
                  </a:lnTo>
                  <a:lnTo>
                    <a:pt x="573146" y="573055"/>
                  </a:lnTo>
                  <a:lnTo>
                    <a:pt x="601394" y="538807"/>
                  </a:lnTo>
                  <a:lnTo>
                    <a:pt x="622724" y="499502"/>
                  </a:lnTo>
                  <a:lnTo>
                    <a:pt x="636205" y="456072"/>
                  </a:lnTo>
                  <a:lnTo>
                    <a:pt x="640905" y="409448"/>
                  </a:lnTo>
                  <a:lnTo>
                    <a:pt x="636205" y="362865"/>
                  </a:lnTo>
                  <a:lnTo>
                    <a:pt x="622724" y="319466"/>
                  </a:lnTo>
                  <a:lnTo>
                    <a:pt x="601394" y="280184"/>
                  </a:lnTo>
                  <a:lnTo>
                    <a:pt x="573146" y="245951"/>
                  </a:lnTo>
                  <a:lnTo>
                    <a:pt x="538909" y="217701"/>
                  </a:lnTo>
                  <a:lnTo>
                    <a:pt x="499614" y="196367"/>
                  </a:lnTo>
                  <a:lnTo>
                    <a:pt x="456193" y="182883"/>
                  </a:lnTo>
                  <a:lnTo>
                    <a:pt x="409575" y="178181"/>
                  </a:lnTo>
                  <a:lnTo>
                    <a:pt x="362958" y="182883"/>
                  </a:lnTo>
                  <a:lnTo>
                    <a:pt x="319539" y="196367"/>
                  </a:lnTo>
                  <a:lnTo>
                    <a:pt x="280248" y="217701"/>
                  </a:lnTo>
                  <a:lnTo>
                    <a:pt x="246016" y="245951"/>
                  </a:lnTo>
                  <a:lnTo>
                    <a:pt x="217772" y="280184"/>
                  </a:lnTo>
                  <a:lnTo>
                    <a:pt x="196446" y="319466"/>
                  </a:lnTo>
                  <a:lnTo>
                    <a:pt x="182969" y="362865"/>
                  </a:lnTo>
                  <a:lnTo>
                    <a:pt x="178269" y="4094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12685" y="6613143"/>
              <a:ext cx="337185" cy="153670"/>
            </a:xfrm>
            <a:custGeom>
              <a:avLst/>
              <a:gdLst/>
              <a:ahLst/>
              <a:cxnLst/>
              <a:rect l="l" t="t" r="r" b="b"/>
              <a:pathLst>
                <a:path w="337184" h="153670">
                  <a:moveTo>
                    <a:pt x="84239" y="70231"/>
                  </a:moveTo>
                  <a:lnTo>
                    <a:pt x="79095" y="65087"/>
                  </a:lnTo>
                  <a:lnTo>
                    <a:pt x="66408" y="65087"/>
                  </a:lnTo>
                  <a:lnTo>
                    <a:pt x="61264" y="70231"/>
                  </a:lnTo>
                  <a:lnTo>
                    <a:pt x="61264" y="82918"/>
                  </a:lnTo>
                  <a:lnTo>
                    <a:pt x="66408" y="88061"/>
                  </a:lnTo>
                  <a:lnTo>
                    <a:pt x="79095" y="88061"/>
                  </a:lnTo>
                  <a:lnTo>
                    <a:pt x="84239" y="82918"/>
                  </a:lnTo>
                  <a:lnTo>
                    <a:pt x="84239" y="76568"/>
                  </a:lnTo>
                  <a:lnTo>
                    <a:pt x="84239" y="70231"/>
                  </a:lnTo>
                  <a:close/>
                </a:path>
                <a:path w="337184" h="153670">
                  <a:moveTo>
                    <a:pt x="199110" y="76568"/>
                  </a:moveTo>
                  <a:lnTo>
                    <a:pt x="196710" y="61671"/>
                  </a:lnTo>
                  <a:lnTo>
                    <a:pt x="190144" y="49504"/>
                  </a:lnTo>
                  <a:lnTo>
                    <a:pt x="180403" y="41287"/>
                  </a:lnTo>
                  <a:lnTo>
                    <a:pt x="168478" y="38290"/>
                  </a:lnTo>
                  <a:lnTo>
                    <a:pt x="156552" y="41287"/>
                  </a:lnTo>
                  <a:lnTo>
                    <a:pt x="146824" y="49504"/>
                  </a:lnTo>
                  <a:lnTo>
                    <a:pt x="140258" y="61671"/>
                  </a:lnTo>
                  <a:lnTo>
                    <a:pt x="137845" y="76568"/>
                  </a:lnTo>
                  <a:lnTo>
                    <a:pt x="140258" y="91478"/>
                  </a:lnTo>
                  <a:lnTo>
                    <a:pt x="146824" y="103644"/>
                  </a:lnTo>
                  <a:lnTo>
                    <a:pt x="156552" y="111848"/>
                  </a:lnTo>
                  <a:lnTo>
                    <a:pt x="168478" y="114858"/>
                  </a:lnTo>
                  <a:lnTo>
                    <a:pt x="180403" y="111848"/>
                  </a:lnTo>
                  <a:lnTo>
                    <a:pt x="190144" y="103644"/>
                  </a:lnTo>
                  <a:lnTo>
                    <a:pt x="196710" y="91478"/>
                  </a:lnTo>
                  <a:lnTo>
                    <a:pt x="199110" y="76568"/>
                  </a:lnTo>
                  <a:close/>
                </a:path>
                <a:path w="337184" h="153670">
                  <a:moveTo>
                    <a:pt x="275691" y="70231"/>
                  </a:moveTo>
                  <a:lnTo>
                    <a:pt x="270548" y="65087"/>
                  </a:lnTo>
                  <a:lnTo>
                    <a:pt x="257860" y="65087"/>
                  </a:lnTo>
                  <a:lnTo>
                    <a:pt x="252717" y="70231"/>
                  </a:lnTo>
                  <a:lnTo>
                    <a:pt x="252717" y="82918"/>
                  </a:lnTo>
                  <a:lnTo>
                    <a:pt x="257860" y="88061"/>
                  </a:lnTo>
                  <a:lnTo>
                    <a:pt x="270548" y="88061"/>
                  </a:lnTo>
                  <a:lnTo>
                    <a:pt x="275691" y="82918"/>
                  </a:lnTo>
                  <a:lnTo>
                    <a:pt x="275691" y="76568"/>
                  </a:lnTo>
                  <a:lnTo>
                    <a:pt x="275691" y="70231"/>
                  </a:lnTo>
                  <a:close/>
                </a:path>
                <a:path w="337184" h="153670">
                  <a:moveTo>
                    <a:pt x="336956" y="0"/>
                  </a:moveTo>
                  <a:lnTo>
                    <a:pt x="313982" y="0"/>
                  </a:lnTo>
                  <a:lnTo>
                    <a:pt x="313982" y="34455"/>
                  </a:lnTo>
                  <a:lnTo>
                    <a:pt x="313982" y="118694"/>
                  </a:lnTo>
                  <a:lnTo>
                    <a:pt x="302501" y="130175"/>
                  </a:lnTo>
                  <a:lnTo>
                    <a:pt x="38290" y="130175"/>
                  </a:lnTo>
                  <a:lnTo>
                    <a:pt x="22974" y="114858"/>
                  </a:lnTo>
                  <a:lnTo>
                    <a:pt x="22974" y="38290"/>
                  </a:lnTo>
                  <a:lnTo>
                    <a:pt x="38290" y="22974"/>
                  </a:lnTo>
                  <a:lnTo>
                    <a:pt x="302501" y="22974"/>
                  </a:lnTo>
                  <a:lnTo>
                    <a:pt x="313982" y="34455"/>
                  </a:lnTo>
                  <a:lnTo>
                    <a:pt x="313982" y="0"/>
                  </a:lnTo>
                  <a:lnTo>
                    <a:pt x="0" y="0"/>
                  </a:lnTo>
                  <a:lnTo>
                    <a:pt x="0" y="153149"/>
                  </a:lnTo>
                  <a:lnTo>
                    <a:pt x="336956" y="153149"/>
                  </a:lnTo>
                  <a:lnTo>
                    <a:pt x="336956" y="130175"/>
                  </a:lnTo>
                  <a:lnTo>
                    <a:pt x="336956" y="22974"/>
                  </a:lnTo>
                  <a:lnTo>
                    <a:pt x="336956" y="0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6344" y="6508987"/>
              <a:ext cx="259995" cy="8883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28675" y="7781925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252412" y="0"/>
                  </a:moveTo>
                  <a:lnTo>
                    <a:pt x="207039" y="4067"/>
                  </a:lnTo>
                  <a:lnTo>
                    <a:pt x="164335" y="15793"/>
                  </a:lnTo>
                  <a:lnTo>
                    <a:pt x="125013" y="34464"/>
                  </a:lnTo>
                  <a:lnTo>
                    <a:pt x="89784" y="59365"/>
                  </a:lnTo>
                  <a:lnTo>
                    <a:pt x="59362" y="89784"/>
                  </a:lnTo>
                  <a:lnTo>
                    <a:pt x="34460" y="125005"/>
                  </a:lnTo>
                  <a:lnTo>
                    <a:pt x="15791" y="164316"/>
                  </a:lnTo>
                  <a:lnTo>
                    <a:pt x="4066" y="207001"/>
                  </a:lnTo>
                  <a:lnTo>
                    <a:pt x="0" y="252349"/>
                  </a:lnTo>
                  <a:lnTo>
                    <a:pt x="4066" y="297733"/>
                  </a:lnTo>
                  <a:lnTo>
                    <a:pt x="15791" y="340449"/>
                  </a:lnTo>
                  <a:lnTo>
                    <a:pt x="34460" y="379781"/>
                  </a:lnTo>
                  <a:lnTo>
                    <a:pt x="59362" y="415019"/>
                  </a:lnTo>
                  <a:lnTo>
                    <a:pt x="89784" y="445448"/>
                  </a:lnTo>
                  <a:lnTo>
                    <a:pt x="125013" y="470356"/>
                  </a:lnTo>
                  <a:lnTo>
                    <a:pt x="164335" y="489030"/>
                  </a:lnTo>
                  <a:lnTo>
                    <a:pt x="207039" y="500757"/>
                  </a:lnTo>
                  <a:lnTo>
                    <a:pt x="252412" y="504825"/>
                  </a:lnTo>
                  <a:lnTo>
                    <a:pt x="297785" y="500757"/>
                  </a:lnTo>
                  <a:lnTo>
                    <a:pt x="340489" y="489030"/>
                  </a:lnTo>
                  <a:lnTo>
                    <a:pt x="379811" y="470356"/>
                  </a:lnTo>
                  <a:lnTo>
                    <a:pt x="415040" y="445448"/>
                  </a:lnTo>
                  <a:lnTo>
                    <a:pt x="445462" y="415019"/>
                  </a:lnTo>
                  <a:lnTo>
                    <a:pt x="470364" y="379781"/>
                  </a:lnTo>
                  <a:lnTo>
                    <a:pt x="489033" y="340449"/>
                  </a:lnTo>
                  <a:lnTo>
                    <a:pt x="500758" y="297733"/>
                  </a:lnTo>
                  <a:lnTo>
                    <a:pt x="504825" y="252349"/>
                  </a:lnTo>
                  <a:lnTo>
                    <a:pt x="500758" y="207001"/>
                  </a:lnTo>
                  <a:lnTo>
                    <a:pt x="489033" y="164316"/>
                  </a:lnTo>
                  <a:lnTo>
                    <a:pt x="470364" y="125005"/>
                  </a:lnTo>
                  <a:lnTo>
                    <a:pt x="445462" y="89784"/>
                  </a:lnTo>
                  <a:lnTo>
                    <a:pt x="415040" y="59365"/>
                  </a:lnTo>
                  <a:lnTo>
                    <a:pt x="379811" y="34464"/>
                  </a:lnTo>
                  <a:lnTo>
                    <a:pt x="340489" y="15793"/>
                  </a:lnTo>
                  <a:lnTo>
                    <a:pt x="297785" y="4067"/>
                  </a:lnTo>
                  <a:lnTo>
                    <a:pt x="2524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1512" y="7643748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409575" y="0"/>
                  </a:moveTo>
                  <a:lnTo>
                    <a:pt x="361810" y="2755"/>
                  </a:lnTo>
                  <a:lnTo>
                    <a:pt x="315663" y="10817"/>
                  </a:lnTo>
                  <a:lnTo>
                    <a:pt x="271443" y="23879"/>
                  </a:lnTo>
                  <a:lnTo>
                    <a:pt x="229455" y="41632"/>
                  </a:lnTo>
                  <a:lnTo>
                    <a:pt x="190007" y="63769"/>
                  </a:lnTo>
                  <a:lnTo>
                    <a:pt x="153407" y="89983"/>
                  </a:lnTo>
                  <a:lnTo>
                    <a:pt x="119962" y="119967"/>
                  </a:lnTo>
                  <a:lnTo>
                    <a:pt x="89979" y="153413"/>
                  </a:lnTo>
                  <a:lnTo>
                    <a:pt x="63766" y="190013"/>
                  </a:lnTo>
                  <a:lnTo>
                    <a:pt x="41630" y="229460"/>
                  </a:lnTo>
                  <a:lnTo>
                    <a:pt x="23877" y="271448"/>
                  </a:lnTo>
                  <a:lnTo>
                    <a:pt x="10817" y="315667"/>
                  </a:lnTo>
                  <a:lnTo>
                    <a:pt x="2755" y="361812"/>
                  </a:lnTo>
                  <a:lnTo>
                    <a:pt x="0" y="409575"/>
                  </a:lnTo>
                  <a:lnTo>
                    <a:pt x="2688" y="456199"/>
                  </a:lnTo>
                  <a:lnTo>
                    <a:pt x="2755" y="457360"/>
                  </a:lnTo>
                  <a:lnTo>
                    <a:pt x="10817" y="503522"/>
                  </a:lnTo>
                  <a:lnTo>
                    <a:pt x="23877" y="547752"/>
                  </a:lnTo>
                  <a:lnTo>
                    <a:pt x="41630" y="589744"/>
                  </a:lnTo>
                  <a:lnTo>
                    <a:pt x="63766" y="629192"/>
                  </a:lnTo>
                  <a:lnTo>
                    <a:pt x="89979" y="665790"/>
                  </a:lnTo>
                  <a:lnTo>
                    <a:pt x="119962" y="699230"/>
                  </a:lnTo>
                  <a:lnTo>
                    <a:pt x="153407" y="729206"/>
                  </a:lnTo>
                  <a:lnTo>
                    <a:pt x="190007" y="755411"/>
                  </a:lnTo>
                  <a:lnTo>
                    <a:pt x="229455" y="777539"/>
                  </a:lnTo>
                  <a:lnTo>
                    <a:pt x="271443" y="795284"/>
                  </a:lnTo>
                  <a:lnTo>
                    <a:pt x="315663" y="808338"/>
                  </a:lnTo>
                  <a:lnTo>
                    <a:pt x="361810" y="816396"/>
                  </a:lnTo>
                  <a:lnTo>
                    <a:pt x="409575" y="819150"/>
                  </a:lnTo>
                  <a:lnTo>
                    <a:pt x="457349" y="816396"/>
                  </a:lnTo>
                  <a:lnTo>
                    <a:pt x="503505" y="808338"/>
                  </a:lnTo>
                  <a:lnTo>
                    <a:pt x="547734" y="795284"/>
                  </a:lnTo>
                  <a:lnTo>
                    <a:pt x="589729" y="777539"/>
                  </a:lnTo>
                  <a:lnTo>
                    <a:pt x="629183" y="755411"/>
                  </a:lnTo>
                  <a:lnTo>
                    <a:pt x="665788" y="729206"/>
                  </a:lnTo>
                  <a:lnTo>
                    <a:pt x="699238" y="699230"/>
                  </a:lnTo>
                  <a:lnTo>
                    <a:pt x="729224" y="665790"/>
                  </a:lnTo>
                  <a:lnTo>
                    <a:pt x="747005" y="640969"/>
                  </a:lnTo>
                  <a:lnTo>
                    <a:pt x="409575" y="640969"/>
                  </a:lnTo>
                  <a:lnTo>
                    <a:pt x="362958" y="636266"/>
                  </a:lnTo>
                  <a:lnTo>
                    <a:pt x="319539" y="622780"/>
                  </a:lnTo>
                  <a:lnTo>
                    <a:pt x="280248" y="601441"/>
                  </a:lnTo>
                  <a:lnTo>
                    <a:pt x="246016" y="573182"/>
                  </a:lnTo>
                  <a:lnTo>
                    <a:pt x="217772" y="538934"/>
                  </a:lnTo>
                  <a:lnTo>
                    <a:pt x="196446" y="499629"/>
                  </a:lnTo>
                  <a:lnTo>
                    <a:pt x="182969" y="456199"/>
                  </a:lnTo>
                  <a:lnTo>
                    <a:pt x="178269" y="409575"/>
                  </a:lnTo>
                  <a:lnTo>
                    <a:pt x="182969" y="362992"/>
                  </a:lnTo>
                  <a:lnTo>
                    <a:pt x="196446" y="319593"/>
                  </a:lnTo>
                  <a:lnTo>
                    <a:pt x="217772" y="280311"/>
                  </a:lnTo>
                  <a:lnTo>
                    <a:pt x="246016" y="246078"/>
                  </a:lnTo>
                  <a:lnTo>
                    <a:pt x="280248" y="217828"/>
                  </a:lnTo>
                  <a:lnTo>
                    <a:pt x="319539" y="196494"/>
                  </a:lnTo>
                  <a:lnTo>
                    <a:pt x="362958" y="183010"/>
                  </a:lnTo>
                  <a:lnTo>
                    <a:pt x="409575" y="178307"/>
                  </a:lnTo>
                  <a:lnTo>
                    <a:pt x="747056" y="178307"/>
                  </a:lnTo>
                  <a:lnTo>
                    <a:pt x="729224" y="153413"/>
                  </a:lnTo>
                  <a:lnTo>
                    <a:pt x="699238" y="119967"/>
                  </a:lnTo>
                  <a:lnTo>
                    <a:pt x="665788" y="89983"/>
                  </a:lnTo>
                  <a:lnTo>
                    <a:pt x="629183" y="63769"/>
                  </a:lnTo>
                  <a:lnTo>
                    <a:pt x="589729" y="41632"/>
                  </a:lnTo>
                  <a:lnTo>
                    <a:pt x="547734" y="23879"/>
                  </a:lnTo>
                  <a:lnTo>
                    <a:pt x="503505" y="10817"/>
                  </a:lnTo>
                  <a:lnTo>
                    <a:pt x="457349" y="2755"/>
                  </a:lnTo>
                  <a:lnTo>
                    <a:pt x="409575" y="0"/>
                  </a:lnTo>
                  <a:close/>
                </a:path>
                <a:path w="819785" h="819150">
                  <a:moveTo>
                    <a:pt x="747056" y="178307"/>
                  </a:moveTo>
                  <a:lnTo>
                    <a:pt x="409575" y="178307"/>
                  </a:lnTo>
                  <a:lnTo>
                    <a:pt x="456193" y="183010"/>
                  </a:lnTo>
                  <a:lnTo>
                    <a:pt x="499614" y="196494"/>
                  </a:lnTo>
                  <a:lnTo>
                    <a:pt x="538909" y="217828"/>
                  </a:lnTo>
                  <a:lnTo>
                    <a:pt x="573146" y="246078"/>
                  </a:lnTo>
                  <a:lnTo>
                    <a:pt x="601394" y="280311"/>
                  </a:lnTo>
                  <a:lnTo>
                    <a:pt x="622724" y="319593"/>
                  </a:lnTo>
                  <a:lnTo>
                    <a:pt x="636205" y="362992"/>
                  </a:lnTo>
                  <a:lnTo>
                    <a:pt x="640905" y="409575"/>
                  </a:lnTo>
                  <a:lnTo>
                    <a:pt x="636205" y="456199"/>
                  </a:lnTo>
                  <a:lnTo>
                    <a:pt x="622724" y="499629"/>
                  </a:lnTo>
                  <a:lnTo>
                    <a:pt x="601394" y="538934"/>
                  </a:lnTo>
                  <a:lnTo>
                    <a:pt x="573146" y="573182"/>
                  </a:lnTo>
                  <a:lnTo>
                    <a:pt x="538909" y="601441"/>
                  </a:lnTo>
                  <a:lnTo>
                    <a:pt x="499614" y="622780"/>
                  </a:lnTo>
                  <a:lnTo>
                    <a:pt x="456193" y="636266"/>
                  </a:lnTo>
                  <a:lnTo>
                    <a:pt x="409575" y="640969"/>
                  </a:lnTo>
                  <a:lnTo>
                    <a:pt x="747005" y="640969"/>
                  </a:lnTo>
                  <a:lnTo>
                    <a:pt x="777579" y="589744"/>
                  </a:lnTo>
                  <a:lnTo>
                    <a:pt x="795333" y="547752"/>
                  </a:lnTo>
                  <a:lnTo>
                    <a:pt x="808395" y="503522"/>
                  </a:lnTo>
                  <a:lnTo>
                    <a:pt x="816457" y="457360"/>
                  </a:lnTo>
                  <a:lnTo>
                    <a:pt x="819213" y="409575"/>
                  </a:lnTo>
                  <a:lnTo>
                    <a:pt x="816525" y="362992"/>
                  </a:lnTo>
                  <a:lnTo>
                    <a:pt x="816457" y="361812"/>
                  </a:lnTo>
                  <a:lnTo>
                    <a:pt x="808395" y="315667"/>
                  </a:lnTo>
                  <a:lnTo>
                    <a:pt x="795333" y="271448"/>
                  </a:lnTo>
                  <a:lnTo>
                    <a:pt x="777579" y="229460"/>
                  </a:lnTo>
                  <a:lnTo>
                    <a:pt x="755441" y="190013"/>
                  </a:lnTo>
                  <a:lnTo>
                    <a:pt x="747056" y="178307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71512" y="7643748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0" y="409575"/>
                  </a:moveTo>
                  <a:lnTo>
                    <a:pt x="2755" y="361812"/>
                  </a:lnTo>
                  <a:lnTo>
                    <a:pt x="10817" y="315667"/>
                  </a:lnTo>
                  <a:lnTo>
                    <a:pt x="23877" y="271448"/>
                  </a:lnTo>
                  <a:lnTo>
                    <a:pt x="41630" y="229460"/>
                  </a:lnTo>
                  <a:lnTo>
                    <a:pt x="63766" y="190013"/>
                  </a:lnTo>
                  <a:lnTo>
                    <a:pt x="89979" y="153413"/>
                  </a:lnTo>
                  <a:lnTo>
                    <a:pt x="119962" y="119967"/>
                  </a:lnTo>
                  <a:lnTo>
                    <a:pt x="153407" y="89983"/>
                  </a:lnTo>
                  <a:lnTo>
                    <a:pt x="190007" y="63769"/>
                  </a:lnTo>
                  <a:lnTo>
                    <a:pt x="229455" y="41632"/>
                  </a:lnTo>
                  <a:lnTo>
                    <a:pt x="271443" y="23879"/>
                  </a:lnTo>
                  <a:lnTo>
                    <a:pt x="315663" y="10817"/>
                  </a:lnTo>
                  <a:lnTo>
                    <a:pt x="361810" y="2755"/>
                  </a:lnTo>
                  <a:lnTo>
                    <a:pt x="409575" y="0"/>
                  </a:lnTo>
                  <a:lnTo>
                    <a:pt x="457349" y="2755"/>
                  </a:lnTo>
                  <a:lnTo>
                    <a:pt x="503505" y="10817"/>
                  </a:lnTo>
                  <a:lnTo>
                    <a:pt x="547734" y="23879"/>
                  </a:lnTo>
                  <a:lnTo>
                    <a:pt x="589729" y="41632"/>
                  </a:lnTo>
                  <a:lnTo>
                    <a:pt x="629183" y="63769"/>
                  </a:lnTo>
                  <a:lnTo>
                    <a:pt x="665788" y="89983"/>
                  </a:lnTo>
                  <a:lnTo>
                    <a:pt x="699238" y="119967"/>
                  </a:lnTo>
                  <a:lnTo>
                    <a:pt x="729224" y="153413"/>
                  </a:lnTo>
                  <a:lnTo>
                    <a:pt x="755441" y="190013"/>
                  </a:lnTo>
                  <a:lnTo>
                    <a:pt x="777579" y="229460"/>
                  </a:lnTo>
                  <a:lnTo>
                    <a:pt x="795333" y="271448"/>
                  </a:lnTo>
                  <a:lnTo>
                    <a:pt x="808395" y="315667"/>
                  </a:lnTo>
                  <a:lnTo>
                    <a:pt x="816457" y="361812"/>
                  </a:lnTo>
                  <a:lnTo>
                    <a:pt x="819213" y="409575"/>
                  </a:lnTo>
                  <a:lnTo>
                    <a:pt x="816457" y="457360"/>
                  </a:lnTo>
                  <a:lnTo>
                    <a:pt x="808395" y="503522"/>
                  </a:lnTo>
                  <a:lnTo>
                    <a:pt x="795333" y="547752"/>
                  </a:lnTo>
                  <a:lnTo>
                    <a:pt x="777579" y="589744"/>
                  </a:lnTo>
                  <a:lnTo>
                    <a:pt x="755441" y="629192"/>
                  </a:lnTo>
                  <a:lnTo>
                    <a:pt x="729224" y="665790"/>
                  </a:lnTo>
                  <a:lnTo>
                    <a:pt x="699238" y="699230"/>
                  </a:lnTo>
                  <a:lnTo>
                    <a:pt x="665788" y="729206"/>
                  </a:lnTo>
                  <a:lnTo>
                    <a:pt x="629183" y="755411"/>
                  </a:lnTo>
                  <a:lnTo>
                    <a:pt x="589729" y="777539"/>
                  </a:lnTo>
                  <a:lnTo>
                    <a:pt x="547734" y="795284"/>
                  </a:lnTo>
                  <a:lnTo>
                    <a:pt x="503505" y="808338"/>
                  </a:lnTo>
                  <a:lnTo>
                    <a:pt x="457349" y="816396"/>
                  </a:lnTo>
                  <a:lnTo>
                    <a:pt x="409575" y="819150"/>
                  </a:lnTo>
                  <a:lnTo>
                    <a:pt x="361810" y="816396"/>
                  </a:lnTo>
                  <a:lnTo>
                    <a:pt x="315663" y="808338"/>
                  </a:lnTo>
                  <a:lnTo>
                    <a:pt x="271443" y="795284"/>
                  </a:lnTo>
                  <a:lnTo>
                    <a:pt x="229455" y="777539"/>
                  </a:lnTo>
                  <a:lnTo>
                    <a:pt x="190007" y="755411"/>
                  </a:lnTo>
                  <a:lnTo>
                    <a:pt x="153407" y="729206"/>
                  </a:lnTo>
                  <a:lnTo>
                    <a:pt x="119962" y="699230"/>
                  </a:lnTo>
                  <a:lnTo>
                    <a:pt x="89979" y="665790"/>
                  </a:lnTo>
                  <a:lnTo>
                    <a:pt x="63766" y="629192"/>
                  </a:lnTo>
                  <a:lnTo>
                    <a:pt x="41630" y="589744"/>
                  </a:lnTo>
                  <a:lnTo>
                    <a:pt x="23877" y="547752"/>
                  </a:lnTo>
                  <a:lnTo>
                    <a:pt x="10817" y="503522"/>
                  </a:lnTo>
                  <a:lnTo>
                    <a:pt x="2755" y="457360"/>
                  </a:lnTo>
                  <a:lnTo>
                    <a:pt x="0" y="409575"/>
                  </a:lnTo>
                  <a:close/>
                </a:path>
                <a:path w="819785" h="819150">
                  <a:moveTo>
                    <a:pt x="178269" y="409575"/>
                  </a:moveTo>
                  <a:lnTo>
                    <a:pt x="182969" y="456199"/>
                  </a:lnTo>
                  <a:lnTo>
                    <a:pt x="196446" y="499629"/>
                  </a:lnTo>
                  <a:lnTo>
                    <a:pt x="217772" y="538934"/>
                  </a:lnTo>
                  <a:lnTo>
                    <a:pt x="246016" y="573182"/>
                  </a:lnTo>
                  <a:lnTo>
                    <a:pt x="280248" y="601441"/>
                  </a:lnTo>
                  <a:lnTo>
                    <a:pt x="319539" y="622780"/>
                  </a:lnTo>
                  <a:lnTo>
                    <a:pt x="362958" y="636266"/>
                  </a:lnTo>
                  <a:lnTo>
                    <a:pt x="409575" y="640969"/>
                  </a:lnTo>
                  <a:lnTo>
                    <a:pt x="456193" y="636266"/>
                  </a:lnTo>
                  <a:lnTo>
                    <a:pt x="499614" y="622780"/>
                  </a:lnTo>
                  <a:lnTo>
                    <a:pt x="538909" y="601441"/>
                  </a:lnTo>
                  <a:lnTo>
                    <a:pt x="573146" y="573182"/>
                  </a:lnTo>
                  <a:lnTo>
                    <a:pt x="601394" y="538934"/>
                  </a:lnTo>
                  <a:lnTo>
                    <a:pt x="622724" y="499629"/>
                  </a:lnTo>
                  <a:lnTo>
                    <a:pt x="636205" y="456199"/>
                  </a:lnTo>
                  <a:lnTo>
                    <a:pt x="640905" y="409575"/>
                  </a:lnTo>
                  <a:lnTo>
                    <a:pt x="636205" y="362992"/>
                  </a:lnTo>
                  <a:lnTo>
                    <a:pt x="622724" y="319593"/>
                  </a:lnTo>
                  <a:lnTo>
                    <a:pt x="601394" y="280311"/>
                  </a:lnTo>
                  <a:lnTo>
                    <a:pt x="573146" y="246078"/>
                  </a:lnTo>
                  <a:lnTo>
                    <a:pt x="538909" y="217828"/>
                  </a:lnTo>
                  <a:lnTo>
                    <a:pt x="499614" y="196494"/>
                  </a:lnTo>
                  <a:lnTo>
                    <a:pt x="456193" y="183010"/>
                  </a:lnTo>
                  <a:lnTo>
                    <a:pt x="409575" y="178307"/>
                  </a:lnTo>
                  <a:lnTo>
                    <a:pt x="362958" y="183010"/>
                  </a:lnTo>
                  <a:lnTo>
                    <a:pt x="319539" y="196494"/>
                  </a:lnTo>
                  <a:lnTo>
                    <a:pt x="280248" y="217828"/>
                  </a:lnTo>
                  <a:lnTo>
                    <a:pt x="246016" y="246078"/>
                  </a:lnTo>
                  <a:lnTo>
                    <a:pt x="217772" y="280311"/>
                  </a:lnTo>
                  <a:lnTo>
                    <a:pt x="196446" y="319593"/>
                  </a:lnTo>
                  <a:lnTo>
                    <a:pt x="182969" y="362992"/>
                  </a:lnTo>
                  <a:lnTo>
                    <a:pt x="178269" y="4095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62469" y="7899475"/>
              <a:ext cx="237490" cy="299085"/>
            </a:xfrm>
            <a:custGeom>
              <a:avLst/>
              <a:gdLst/>
              <a:ahLst/>
              <a:cxnLst/>
              <a:rect l="l" t="t" r="r" b="b"/>
              <a:pathLst>
                <a:path w="237490" h="299084">
                  <a:moveTo>
                    <a:pt x="111036" y="231305"/>
                  </a:moveTo>
                  <a:lnTo>
                    <a:pt x="45948" y="231305"/>
                  </a:lnTo>
                  <a:lnTo>
                    <a:pt x="45948" y="246227"/>
                  </a:lnTo>
                  <a:lnTo>
                    <a:pt x="111036" y="246227"/>
                  </a:lnTo>
                  <a:lnTo>
                    <a:pt x="111036" y="231305"/>
                  </a:lnTo>
                  <a:close/>
                </a:path>
                <a:path w="237490" h="299084">
                  <a:moveTo>
                    <a:pt x="111036" y="186537"/>
                  </a:moveTo>
                  <a:lnTo>
                    <a:pt x="45948" y="186537"/>
                  </a:lnTo>
                  <a:lnTo>
                    <a:pt x="45948" y="201460"/>
                  </a:lnTo>
                  <a:lnTo>
                    <a:pt x="111036" y="201460"/>
                  </a:lnTo>
                  <a:lnTo>
                    <a:pt x="111036" y="186537"/>
                  </a:lnTo>
                  <a:close/>
                </a:path>
                <a:path w="237490" h="299084">
                  <a:moveTo>
                    <a:pt x="111036" y="141770"/>
                  </a:moveTo>
                  <a:lnTo>
                    <a:pt x="45948" y="141770"/>
                  </a:lnTo>
                  <a:lnTo>
                    <a:pt x="45948" y="156692"/>
                  </a:lnTo>
                  <a:lnTo>
                    <a:pt x="111036" y="156692"/>
                  </a:lnTo>
                  <a:lnTo>
                    <a:pt x="111036" y="141770"/>
                  </a:lnTo>
                  <a:close/>
                </a:path>
                <a:path w="237490" h="299084">
                  <a:moveTo>
                    <a:pt x="111036" y="97002"/>
                  </a:moveTo>
                  <a:lnTo>
                    <a:pt x="45948" y="97002"/>
                  </a:lnTo>
                  <a:lnTo>
                    <a:pt x="45948" y="111925"/>
                  </a:lnTo>
                  <a:lnTo>
                    <a:pt x="111036" y="111925"/>
                  </a:lnTo>
                  <a:lnTo>
                    <a:pt x="111036" y="97002"/>
                  </a:lnTo>
                  <a:close/>
                </a:path>
                <a:path w="237490" h="299084">
                  <a:moveTo>
                    <a:pt x="184175" y="227952"/>
                  </a:moveTo>
                  <a:lnTo>
                    <a:pt x="175755" y="219735"/>
                  </a:lnTo>
                  <a:lnTo>
                    <a:pt x="164642" y="230936"/>
                  </a:lnTo>
                  <a:lnTo>
                    <a:pt x="153543" y="219735"/>
                  </a:lnTo>
                  <a:lnTo>
                    <a:pt x="145122" y="227952"/>
                  </a:lnTo>
                  <a:lnTo>
                    <a:pt x="156603" y="238772"/>
                  </a:lnTo>
                  <a:lnTo>
                    <a:pt x="145122" y="249593"/>
                  </a:lnTo>
                  <a:lnTo>
                    <a:pt x="153543" y="257797"/>
                  </a:lnTo>
                  <a:lnTo>
                    <a:pt x="164642" y="246608"/>
                  </a:lnTo>
                  <a:lnTo>
                    <a:pt x="175755" y="257797"/>
                  </a:lnTo>
                  <a:lnTo>
                    <a:pt x="184175" y="249593"/>
                  </a:lnTo>
                  <a:lnTo>
                    <a:pt x="172681" y="238772"/>
                  </a:lnTo>
                  <a:lnTo>
                    <a:pt x="184175" y="227952"/>
                  </a:lnTo>
                  <a:close/>
                </a:path>
                <a:path w="237490" h="299084">
                  <a:moveTo>
                    <a:pt x="184175" y="183184"/>
                  </a:moveTo>
                  <a:lnTo>
                    <a:pt x="175755" y="174967"/>
                  </a:lnTo>
                  <a:lnTo>
                    <a:pt x="164642" y="186169"/>
                  </a:lnTo>
                  <a:lnTo>
                    <a:pt x="153543" y="174967"/>
                  </a:lnTo>
                  <a:lnTo>
                    <a:pt x="145122" y="183184"/>
                  </a:lnTo>
                  <a:lnTo>
                    <a:pt x="156603" y="194005"/>
                  </a:lnTo>
                  <a:lnTo>
                    <a:pt x="145122" y="204812"/>
                  </a:lnTo>
                  <a:lnTo>
                    <a:pt x="153543" y="213029"/>
                  </a:lnTo>
                  <a:lnTo>
                    <a:pt x="164642" y="201828"/>
                  </a:lnTo>
                  <a:lnTo>
                    <a:pt x="175755" y="213029"/>
                  </a:lnTo>
                  <a:lnTo>
                    <a:pt x="184175" y="204812"/>
                  </a:lnTo>
                  <a:lnTo>
                    <a:pt x="172681" y="194005"/>
                  </a:lnTo>
                  <a:lnTo>
                    <a:pt x="184175" y="183184"/>
                  </a:lnTo>
                  <a:close/>
                </a:path>
                <a:path w="237490" h="299084">
                  <a:moveTo>
                    <a:pt x="188772" y="133565"/>
                  </a:moveTo>
                  <a:lnTo>
                    <a:pt x="180733" y="125730"/>
                  </a:lnTo>
                  <a:lnTo>
                    <a:pt x="155460" y="150355"/>
                  </a:lnTo>
                  <a:lnTo>
                    <a:pt x="145503" y="140652"/>
                  </a:lnTo>
                  <a:lnTo>
                    <a:pt x="137464" y="148488"/>
                  </a:lnTo>
                  <a:lnTo>
                    <a:pt x="155460" y="166014"/>
                  </a:lnTo>
                  <a:lnTo>
                    <a:pt x="188772" y="133565"/>
                  </a:lnTo>
                  <a:close/>
                </a:path>
                <a:path w="237490" h="299084">
                  <a:moveTo>
                    <a:pt x="188772" y="88798"/>
                  </a:moveTo>
                  <a:lnTo>
                    <a:pt x="180733" y="80962"/>
                  </a:lnTo>
                  <a:lnTo>
                    <a:pt x="155460" y="105587"/>
                  </a:lnTo>
                  <a:lnTo>
                    <a:pt x="145503" y="95885"/>
                  </a:lnTo>
                  <a:lnTo>
                    <a:pt x="137464" y="103720"/>
                  </a:lnTo>
                  <a:lnTo>
                    <a:pt x="155460" y="121246"/>
                  </a:lnTo>
                  <a:lnTo>
                    <a:pt x="188772" y="88798"/>
                  </a:lnTo>
                  <a:close/>
                </a:path>
                <a:path w="237490" h="299084">
                  <a:moveTo>
                    <a:pt x="237401" y="29108"/>
                  </a:moveTo>
                  <a:lnTo>
                    <a:pt x="230505" y="22390"/>
                  </a:lnTo>
                  <a:lnTo>
                    <a:pt x="214426" y="22390"/>
                  </a:lnTo>
                  <a:lnTo>
                    <a:pt x="214426" y="44767"/>
                  </a:lnTo>
                  <a:lnTo>
                    <a:pt x="214426" y="276072"/>
                  </a:lnTo>
                  <a:lnTo>
                    <a:pt x="22974" y="276072"/>
                  </a:lnTo>
                  <a:lnTo>
                    <a:pt x="22974" y="44767"/>
                  </a:lnTo>
                  <a:lnTo>
                    <a:pt x="65087" y="44767"/>
                  </a:lnTo>
                  <a:lnTo>
                    <a:pt x="65087" y="67157"/>
                  </a:lnTo>
                  <a:lnTo>
                    <a:pt x="172300" y="67157"/>
                  </a:lnTo>
                  <a:lnTo>
                    <a:pt x="172300" y="44767"/>
                  </a:lnTo>
                  <a:lnTo>
                    <a:pt x="214426" y="44767"/>
                  </a:lnTo>
                  <a:lnTo>
                    <a:pt x="214426" y="22390"/>
                  </a:lnTo>
                  <a:lnTo>
                    <a:pt x="156984" y="22390"/>
                  </a:lnTo>
                  <a:lnTo>
                    <a:pt x="156984" y="14922"/>
                  </a:lnTo>
                  <a:lnTo>
                    <a:pt x="156984" y="6718"/>
                  </a:lnTo>
                  <a:lnTo>
                    <a:pt x="150101" y="0"/>
                  </a:lnTo>
                  <a:lnTo>
                    <a:pt x="130187" y="0"/>
                  </a:lnTo>
                  <a:lnTo>
                    <a:pt x="130187" y="20154"/>
                  </a:lnTo>
                  <a:lnTo>
                    <a:pt x="130187" y="32461"/>
                  </a:lnTo>
                  <a:lnTo>
                    <a:pt x="125209" y="37312"/>
                  </a:lnTo>
                  <a:lnTo>
                    <a:pt x="112191" y="37312"/>
                  </a:lnTo>
                  <a:lnTo>
                    <a:pt x="107213" y="32461"/>
                  </a:lnTo>
                  <a:lnTo>
                    <a:pt x="107213" y="19773"/>
                  </a:lnTo>
                  <a:lnTo>
                    <a:pt x="112191" y="14922"/>
                  </a:lnTo>
                  <a:lnTo>
                    <a:pt x="125209" y="14922"/>
                  </a:lnTo>
                  <a:lnTo>
                    <a:pt x="130187" y="20154"/>
                  </a:lnTo>
                  <a:lnTo>
                    <a:pt x="130187" y="0"/>
                  </a:lnTo>
                  <a:lnTo>
                    <a:pt x="87299" y="0"/>
                  </a:lnTo>
                  <a:lnTo>
                    <a:pt x="80403" y="6718"/>
                  </a:lnTo>
                  <a:lnTo>
                    <a:pt x="80403" y="22390"/>
                  </a:lnTo>
                  <a:lnTo>
                    <a:pt x="6883" y="22390"/>
                  </a:lnTo>
                  <a:lnTo>
                    <a:pt x="0" y="29108"/>
                  </a:lnTo>
                  <a:lnTo>
                    <a:pt x="0" y="291744"/>
                  </a:lnTo>
                  <a:lnTo>
                    <a:pt x="6883" y="298462"/>
                  </a:lnTo>
                  <a:lnTo>
                    <a:pt x="230505" y="298462"/>
                  </a:lnTo>
                  <a:lnTo>
                    <a:pt x="237401" y="291744"/>
                  </a:lnTo>
                  <a:lnTo>
                    <a:pt x="237401" y="276072"/>
                  </a:lnTo>
                  <a:lnTo>
                    <a:pt x="237401" y="44767"/>
                  </a:lnTo>
                  <a:lnTo>
                    <a:pt x="237401" y="37312"/>
                  </a:lnTo>
                  <a:lnTo>
                    <a:pt x="237401" y="29108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91025" y="3819524"/>
              <a:ext cx="1076325" cy="356819"/>
            </a:xfrm>
            <a:custGeom>
              <a:avLst/>
              <a:gdLst/>
              <a:ahLst/>
              <a:cxnLst/>
              <a:rect l="l" t="t" r="r" b="b"/>
              <a:pathLst>
                <a:path w="2562225" h="371475">
                  <a:moveTo>
                    <a:pt x="2376551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2376551" y="371475"/>
                  </a:lnTo>
                  <a:lnTo>
                    <a:pt x="2562225" y="185800"/>
                  </a:lnTo>
                  <a:lnTo>
                    <a:pt x="237655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4" name="object 44"/>
            <p:cNvSpPr/>
            <p:nvPr/>
          </p:nvSpPr>
          <p:spPr>
            <a:xfrm>
              <a:off x="5467351" y="5057774"/>
              <a:ext cx="4552950" cy="473494"/>
            </a:xfrm>
            <a:custGeom>
              <a:avLst/>
              <a:gdLst/>
              <a:ahLst/>
              <a:cxnLst/>
              <a:rect l="l" t="t" r="r" b="b"/>
              <a:pathLst>
                <a:path w="6372225" h="371475">
                  <a:moveTo>
                    <a:pt x="6186551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6186551" y="371475"/>
                  </a:lnTo>
                  <a:lnTo>
                    <a:pt x="6372225" y="185800"/>
                  </a:lnTo>
                  <a:lnTo>
                    <a:pt x="6186551" y="0"/>
                  </a:lnTo>
                  <a:close/>
                </a:path>
              </a:pathLst>
            </a:custGeom>
            <a:solidFill>
              <a:srgbClr val="1E4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020300" y="6410324"/>
              <a:ext cx="1181100" cy="508951"/>
            </a:xfrm>
            <a:custGeom>
              <a:avLst/>
              <a:gdLst/>
              <a:ahLst/>
              <a:cxnLst/>
              <a:rect l="l" t="t" r="r" b="b"/>
              <a:pathLst>
                <a:path w="3429000" h="381000">
                  <a:moveTo>
                    <a:pt x="32385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238500" y="381000"/>
                  </a:lnTo>
                  <a:lnTo>
                    <a:pt x="3429000" y="1905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00B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201401" y="7772400"/>
              <a:ext cx="1143000" cy="523366"/>
            </a:xfrm>
            <a:custGeom>
              <a:avLst/>
              <a:gdLst/>
              <a:ahLst/>
              <a:cxnLst/>
              <a:rect l="l" t="t" r="r" b="b"/>
              <a:pathLst>
                <a:path w="2486025" h="371475">
                  <a:moveTo>
                    <a:pt x="2300351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2300351" y="371475"/>
                  </a:lnTo>
                  <a:lnTo>
                    <a:pt x="2486025" y="185674"/>
                  </a:lnTo>
                  <a:lnTo>
                    <a:pt x="2300351" y="0"/>
                  </a:lnTo>
                  <a:close/>
                </a:path>
              </a:pathLst>
            </a:custGeom>
            <a:solidFill>
              <a:srgbClr val="711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2255119" y="9487065"/>
              <a:ext cx="1144651" cy="424179"/>
            </a:xfrm>
            <a:custGeom>
              <a:avLst/>
              <a:gdLst/>
              <a:ahLst/>
              <a:cxnLst/>
              <a:rect l="l" t="t" r="r" b="b"/>
              <a:pathLst>
                <a:path w="3267075" h="371475">
                  <a:moveTo>
                    <a:pt x="3081401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3081401" y="371475"/>
                  </a:lnTo>
                  <a:lnTo>
                    <a:pt x="3267075" y="185737"/>
                  </a:lnTo>
                  <a:lnTo>
                    <a:pt x="3081401" y="0"/>
                  </a:lnTo>
                  <a:close/>
                </a:path>
              </a:pathLst>
            </a:custGeom>
            <a:solidFill>
              <a:srgbClr val="FC34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0134600" y="4817681"/>
            <a:ext cx="17221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8905" algn="l"/>
              </a:tabLst>
            </a:pP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Initial</a:t>
            </a:r>
            <a:r>
              <a:rPr sz="1500" b="1" spc="-5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Hypotheses</a:t>
            </a:r>
            <a:endParaRPr sz="1500" dirty="0">
              <a:latin typeface="Century Gothic"/>
              <a:cs typeface="Century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134600" y="5084762"/>
            <a:ext cx="38544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8905" algn="l"/>
              </a:tabLst>
            </a:pP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Priority</a:t>
            </a:r>
            <a:r>
              <a:rPr sz="1500" b="1" spc="-6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500" b="1" spc="-4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500" b="1" spc="-8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categories</a:t>
            </a:r>
            <a:r>
              <a:rPr sz="1500" b="1" spc="-7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1500" b="1" spc="-10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500" b="1" spc="-1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drivers</a:t>
            </a:r>
            <a:endParaRPr sz="1500" dirty="0">
              <a:latin typeface="Century Gothic"/>
              <a:cs typeface="Century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134600" y="5351843"/>
            <a:ext cx="19602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8905" algn="l"/>
              </a:tabLst>
            </a:pP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Benchmark</a:t>
            </a:r>
            <a:r>
              <a:rPr sz="15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analysis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410200" y="3746500"/>
            <a:ext cx="12630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960" algn="l"/>
              </a:tabLst>
            </a:pPr>
            <a:r>
              <a:rPr sz="15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Project</a:t>
            </a:r>
            <a:r>
              <a:rPr sz="1500" b="1" spc="-6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Plan</a:t>
            </a:r>
            <a:endParaRPr sz="1500" dirty="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10200" y="4032630"/>
            <a:ext cx="20650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960" algn="l"/>
              </a:tabLst>
            </a:pP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500" b="1" spc="-7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00338D"/>
                </a:solidFill>
                <a:latin typeface="Century Gothic"/>
                <a:cs typeface="Century Gothic"/>
              </a:rPr>
              <a:t>Data</a:t>
            </a:r>
            <a:r>
              <a:rPr sz="1500" b="1" spc="-9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Collection</a:t>
            </a:r>
            <a:endParaRPr sz="1500" dirty="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353800" y="6415976"/>
            <a:ext cx="31438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8905" algn="l"/>
              </a:tabLst>
            </a:pP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Initial</a:t>
            </a:r>
            <a:r>
              <a:rPr sz="1500" b="1" spc="-4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500" b="1" spc="-8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00338D"/>
                </a:solidFill>
                <a:latin typeface="Century Gothic"/>
                <a:cs typeface="Century Gothic"/>
              </a:rPr>
              <a:t>cost</a:t>
            </a:r>
            <a:r>
              <a:rPr sz="1500" b="1" spc="2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optimisation</a:t>
            </a:r>
            <a:r>
              <a:rPr sz="1500" b="1" spc="-5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targets/</a:t>
            </a:r>
            <a:endParaRPr sz="1500" dirty="0">
              <a:latin typeface="Century Gothic"/>
              <a:cs typeface="Century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471275" y="6644957"/>
            <a:ext cx="19284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savings</a:t>
            </a:r>
            <a:r>
              <a:rPr sz="1500" b="1" spc="-3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opportunities</a:t>
            </a:r>
            <a:endParaRPr sz="1500" dirty="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420600" y="7614856"/>
            <a:ext cx="1637664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marR="5080" indent="-1162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30175" algn="l"/>
              </a:tabLst>
            </a:pP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Validated </a:t>
            </a:r>
            <a:r>
              <a:rPr sz="15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and 	</a:t>
            </a: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prioritized </a:t>
            </a:r>
            <a:r>
              <a:rPr sz="1500" b="1" dirty="0">
                <a:solidFill>
                  <a:srgbClr val="00338D"/>
                </a:solidFill>
                <a:latin typeface="Century Gothic"/>
                <a:cs typeface="Century Gothic"/>
              </a:rPr>
              <a:t>IT</a:t>
            </a:r>
            <a:r>
              <a:rPr sz="1500" b="1" spc="-3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cost 	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optimisation 	opportunities</a:t>
            </a:r>
            <a:endParaRPr sz="1500" dirty="0">
              <a:latin typeface="Century Gothic"/>
              <a:cs typeface="Century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487400" y="9105900"/>
            <a:ext cx="2820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8905" algn="l"/>
              </a:tabLst>
            </a:pP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Business</a:t>
            </a:r>
            <a:r>
              <a:rPr sz="1500" b="1" spc="-90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case</a:t>
            </a:r>
            <a:r>
              <a:rPr sz="1500" b="1" spc="-8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dirty="0">
                <a:solidFill>
                  <a:srgbClr val="00338D"/>
                </a:solidFill>
                <a:latin typeface="Century Gothic"/>
                <a:cs typeface="Century Gothic"/>
              </a:rPr>
              <a:t>and</a:t>
            </a:r>
            <a:r>
              <a:rPr sz="1500" b="1" spc="-10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monitoring</a:t>
            </a:r>
            <a:endParaRPr sz="1500" dirty="0">
              <a:latin typeface="Century Gothic"/>
              <a:cs typeface="Century Gothic"/>
            </a:endParaRPr>
          </a:p>
          <a:p>
            <a:pPr marL="130175">
              <a:lnSpc>
                <a:spcPct val="100000"/>
              </a:lnSpc>
            </a:pP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framework</a:t>
            </a:r>
            <a:endParaRPr sz="1500" dirty="0">
              <a:latin typeface="Century Gothic"/>
              <a:cs typeface="Century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487400" y="9601136"/>
            <a:ext cx="248856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8905" algn="l"/>
              </a:tabLst>
            </a:pPr>
            <a:r>
              <a:rPr sz="1500" b="1" spc="-20" dirty="0">
                <a:solidFill>
                  <a:srgbClr val="00338D"/>
                </a:solidFill>
                <a:latin typeface="Century Gothic"/>
                <a:cs typeface="Century Gothic"/>
              </a:rPr>
              <a:t>Implementation</a:t>
            </a:r>
            <a:r>
              <a:rPr sz="1500" b="1" spc="-25" dirty="0">
                <a:solidFill>
                  <a:srgbClr val="00338D"/>
                </a:solidFill>
                <a:latin typeface="Century Gothic"/>
                <a:cs typeface="Century Gothic"/>
              </a:rPr>
              <a:t> </a:t>
            </a:r>
            <a:r>
              <a:rPr sz="1500" b="1" spc="-10" dirty="0">
                <a:solidFill>
                  <a:srgbClr val="00338D"/>
                </a:solidFill>
                <a:latin typeface="Century Gothic"/>
                <a:cs typeface="Century Gothic"/>
              </a:rPr>
              <a:t>roadmap</a:t>
            </a:r>
            <a:endParaRPr sz="15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2550" y="616902"/>
            <a:ext cx="334264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FD0000"/>
                </a:solidFill>
              </a:rPr>
              <a:t>Fee</a:t>
            </a:r>
            <a:r>
              <a:rPr sz="4200" spc="-45" dirty="0">
                <a:solidFill>
                  <a:srgbClr val="FD0000"/>
                </a:solidFill>
              </a:rPr>
              <a:t> </a:t>
            </a:r>
            <a:r>
              <a:rPr sz="4200" spc="-10" dirty="0">
                <a:solidFill>
                  <a:srgbClr val="FD0000"/>
                </a:solidFill>
              </a:rPr>
              <a:t>Proposal</a:t>
            </a:r>
            <a:endParaRPr sz="4200" dirty="0"/>
          </a:p>
        </p:txBody>
      </p:sp>
      <p:sp>
        <p:nvSpPr>
          <p:cNvPr id="3" name="object 3"/>
          <p:cNvSpPr txBox="1"/>
          <p:nvPr/>
        </p:nvSpPr>
        <p:spPr>
          <a:xfrm>
            <a:off x="646430" y="1110786"/>
            <a:ext cx="15832455" cy="123597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550" b="1" dirty="0">
                <a:solidFill>
                  <a:srgbClr val="52555A"/>
                </a:solidFill>
                <a:latin typeface="Century Gothic"/>
                <a:cs typeface="Century Gothic"/>
              </a:rPr>
              <a:t>Highly</a:t>
            </a:r>
            <a:r>
              <a:rPr sz="1550" b="1" spc="5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b="1" dirty="0">
                <a:solidFill>
                  <a:srgbClr val="52555A"/>
                </a:solidFill>
                <a:latin typeface="Century Gothic"/>
                <a:cs typeface="Century Gothic"/>
              </a:rPr>
              <a:t>competitive</a:t>
            </a:r>
            <a:r>
              <a:rPr sz="1550" b="1" spc="114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b="1" spc="-10" dirty="0">
                <a:solidFill>
                  <a:srgbClr val="52555A"/>
                </a:solidFill>
                <a:latin typeface="Century Gothic"/>
                <a:cs typeface="Century Gothic"/>
              </a:rPr>
              <a:t>pricing</a:t>
            </a:r>
            <a:endParaRPr sz="1550" dirty="0">
              <a:latin typeface="Century Gothic"/>
              <a:cs typeface="Century Gothic"/>
            </a:endParaRPr>
          </a:p>
          <a:p>
            <a:pPr marL="265430" marR="5080" indent="-252729" algn="just">
              <a:lnSpc>
                <a:spcPct val="102899"/>
              </a:lnSpc>
              <a:spcBef>
                <a:spcPts val="1020"/>
              </a:spcBef>
              <a:buSzPct val="70967"/>
              <a:buFont typeface="Arial"/>
              <a:buChar char="•"/>
              <a:tabLst>
                <a:tab pos="269875" algn="l"/>
              </a:tabLst>
            </a:pP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Our</a:t>
            </a:r>
            <a:r>
              <a:rPr sz="1550" spc="9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overriding</a:t>
            </a:r>
            <a:r>
              <a:rPr sz="1550" spc="114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philosophy</a:t>
            </a:r>
            <a:r>
              <a:rPr sz="1550" spc="5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is</a:t>
            </a:r>
            <a:r>
              <a:rPr sz="1550" spc="9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to</a:t>
            </a:r>
            <a:r>
              <a:rPr sz="1550" spc="9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provide</a:t>
            </a:r>
            <a:r>
              <a:rPr sz="1550" spc="6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UBA</a:t>
            </a:r>
            <a:r>
              <a:rPr sz="1550" spc="5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with</a:t>
            </a:r>
            <a:r>
              <a:rPr sz="1550" spc="7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a</a:t>
            </a:r>
            <a:r>
              <a:rPr sz="1550" spc="7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high</a:t>
            </a:r>
            <a:r>
              <a:rPr sz="1550" spc="9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quality,</a:t>
            </a:r>
            <a:r>
              <a:rPr sz="1550" spc="11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value-for-money</a:t>
            </a:r>
            <a:r>
              <a:rPr sz="1550" spc="9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service.</a:t>
            </a:r>
            <a:r>
              <a:rPr sz="1550" spc="7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We</a:t>
            </a:r>
            <a:r>
              <a:rPr sz="1550" spc="9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are</a:t>
            </a:r>
            <a:r>
              <a:rPr sz="1550" spc="5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committed</a:t>
            </a:r>
            <a:r>
              <a:rPr sz="1550" spc="7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to</a:t>
            </a:r>
            <a:r>
              <a:rPr sz="1550" spc="10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building</a:t>
            </a:r>
            <a:r>
              <a:rPr sz="1550" spc="5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a</a:t>
            </a:r>
            <a:r>
              <a:rPr sz="1550" spc="7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long-term</a:t>
            </a:r>
            <a:r>
              <a:rPr sz="1550" spc="8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relationship</a:t>
            </a:r>
            <a:r>
              <a:rPr sz="1550" spc="6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with</a:t>
            </a:r>
            <a:r>
              <a:rPr sz="1550" spc="6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you.</a:t>
            </a:r>
            <a:r>
              <a:rPr sz="1550" spc="7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We</a:t>
            </a:r>
            <a:r>
              <a:rPr sz="1550" spc="9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spc="-20" dirty="0">
                <a:solidFill>
                  <a:srgbClr val="52555A"/>
                </a:solidFill>
                <a:latin typeface="Century Gothic"/>
                <a:cs typeface="Century Gothic"/>
              </a:rPr>
              <a:t>will 	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do</a:t>
            </a:r>
            <a:r>
              <a:rPr sz="1550" spc="8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this</a:t>
            </a:r>
            <a:r>
              <a:rPr sz="1550" spc="7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by</a:t>
            </a:r>
            <a:r>
              <a:rPr sz="1550" spc="9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providing</a:t>
            </a:r>
            <a:r>
              <a:rPr sz="1550" spc="4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quality</a:t>
            </a:r>
            <a:r>
              <a:rPr sz="1550" spc="6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service</a:t>
            </a:r>
            <a:r>
              <a:rPr sz="1550" spc="3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that</a:t>
            </a:r>
            <a:r>
              <a:rPr sz="1550" spc="8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meets</a:t>
            </a:r>
            <a:r>
              <a:rPr sz="1550" spc="7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your</a:t>
            </a:r>
            <a:r>
              <a:rPr sz="1550" spc="5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high</a:t>
            </a:r>
            <a:r>
              <a:rPr sz="1550" spc="7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expectations.</a:t>
            </a:r>
            <a:r>
              <a:rPr sz="1550" spc="6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It</a:t>
            </a:r>
            <a:r>
              <a:rPr sz="1550" spc="3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is</a:t>
            </a:r>
            <a:r>
              <a:rPr sz="1550" spc="6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important</a:t>
            </a:r>
            <a:r>
              <a:rPr sz="1550" spc="4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to</a:t>
            </a:r>
            <a:r>
              <a:rPr sz="1550" spc="7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us</a:t>
            </a:r>
            <a:r>
              <a:rPr sz="1550" spc="4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that</a:t>
            </a:r>
            <a:r>
              <a:rPr sz="1550" spc="8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you</a:t>
            </a:r>
            <a:r>
              <a:rPr sz="1550" spc="7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receive</a:t>
            </a:r>
            <a:r>
              <a:rPr sz="1550" spc="7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value</a:t>
            </a:r>
            <a:r>
              <a:rPr sz="1550" spc="6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from</a:t>
            </a:r>
            <a:r>
              <a:rPr sz="1550" spc="4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our</a:t>
            </a:r>
            <a:r>
              <a:rPr sz="1550" spc="3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services</a:t>
            </a:r>
            <a:r>
              <a:rPr sz="1550" spc="9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and</a:t>
            </a:r>
            <a:r>
              <a:rPr sz="1550" spc="6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that</a:t>
            </a:r>
            <a:r>
              <a:rPr sz="1550" spc="8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our</a:t>
            </a:r>
            <a:r>
              <a:rPr sz="1550" spc="3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fees</a:t>
            </a:r>
            <a:r>
              <a:rPr sz="1550" spc="6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are</a:t>
            </a:r>
            <a:r>
              <a:rPr sz="1550" spc="3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fair.</a:t>
            </a:r>
            <a:r>
              <a:rPr sz="1550" spc="5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spc="-25" dirty="0">
                <a:solidFill>
                  <a:srgbClr val="52555A"/>
                </a:solidFill>
                <a:latin typeface="Century Gothic"/>
                <a:cs typeface="Century Gothic"/>
              </a:rPr>
              <a:t>Our 	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fees</a:t>
            </a:r>
            <a:r>
              <a:rPr sz="1550" spc="4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are</a:t>
            </a:r>
            <a:r>
              <a:rPr sz="1550" spc="1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a</a:t>
            </a:r>
            <a:r>
              <a:rPr sz="1550" spc="4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realistic</a:t>
            </a:r>
            <a:r>
              <a:rPr sz="1550" spc="6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reflection</a:t>
            </a:r>
            <a:r>
              <a:rPr sz="1550" spc="8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of</a:t>
            </a:r>
            <a:r>
              <a:rPr sz="1550" spc="3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the</a:t>
            </a:r>
            <a:r>
              <a:rPr sz="1550" spc="4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work</a:t>
            </a:r>
            <a:r>
              <a:rPr sz="1550" spc="1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that</a:t>
            </a:r>
            <a:r>
              <a:rPr sz="1550" spc="7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is</a:t>
            </a:r>
            <a:r>
              <a:rPr sz="1550" spc="5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expected</a:t>
            </a:r>
            <a:r>
              <a:rPr sz="1550" spc="4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to</a:t>
            </a:r>
            <a:r>
              <a:rPr sz="1550" spc="6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be</a:t>
            </a:r>
            <a:r>
              <a:rPr sz="1550" spc="6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performed</a:t>
            </a:r>
            <a:r>
              <a:rPr sz="1550" spc="1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in</a:t>
            </a:r>
            <a:r>
              <a:rPr sz="1550" spc="5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meeting</a:t>
            </a:r>
            <a:r>
              <a:rPr sz="1550" spc="70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your</a:t>
            </a:r>
            <a:r>
              <a:rPr sz="1550" spc="4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dirty="0">
                <a:solidFill>
                  <a:srgbClr val="52555A"/>
                </a:solidFill>
                <a:latin typeface="Century Gothic"/>
                <a:cs typeface="Century Gothic"/>
              </a:rPr>
              <a:t>audit</a:t>
            </a:r>
            <a:r>
              <a:rPr sz="1550" spc="15" dirty="0">
                <a:solidFill>
                  <a:srgbClr val="52555A"/>
                </a:solidFill>
                <a:latin typeface="Century Gothic"/>
                <a:cs typeface="Century Gothic"/>
              </a:rPr>
              <a:t> </a:t>
            </a:r>
            <a:r>
              <a:rPr sz="1550" spc="-10" dirty="0">
                <a:solidFill>
                  <a:srgbClr val="52555A"/>
                </a:solidFill>
                <a:latin typeface="Century Gothic"/>
                <a:cs typeface="Century Gothic"/>
              </a:rPr>
              <a:t>requirements.</a:t>
            </a:r>
            <a:endParaRPr sz="1550" dirty="0">
              <a:latin typeface="Century Gothic"/>
              <a:cs typeface="Century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732468"/>
              </p:ext>
            </p:extLst>
          </p:nvPr>
        </p:nvGraphicFramePr>
        <p:xfrm>
          <a:off x="760095" y="2552700"/>
          <a:ext cx="16080105" cy="11988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6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5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29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Item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Description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53525A"/>
                      </a:solidFill>
                      <a:prstDash val="solid"/>
                    </a:lnL>
                    <a:lnR w="12700" cap="flat" cmpd="sng" algn="ctr">
                      <a:solidFill>
                        <a:srgbClr val="5352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3525A"/>
                      </a:solidFill>
                      <a:prstDash val="solid"/>
                    </a:lnT>
                    <a:lnB w="12700">
                      <a:solidFill>
                        <a:srgbClr val="53525A"/>
                      </a:solidFill>
                      <a:prstDash val="solid"/>
                    </a:lnB>
                    <a:solidFill>
                      <a:srgbClr val="96949D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Period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(months)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215900" marB="0">
                    <a:lnL w="12700" cap="flat" cmpd="sng" algn="ctr">
                      <a:solidFill>
                        <a:srgbClr val="5352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2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3525A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6949D"/>
                    </a:solidFill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Total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Amount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215900" marB="0">
                    <a:lnL w="12700" cap="flat" cmpd="sng" algn="ctr">
                      <a:solidFill>
                        <a:srgbClr val="5352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3525A"/>
                      </a:solidFill>
                      <a:prstDash val="solid"/>
                    </a:lnR>
                    <a:lnT w="12700">
                      <a:solidFill>
                        <a:srgbClr val="53525A"/>
                      </a:solidFill>
                      <a:prstDash val="solid"/>
                    </a:lnT>
                    <a:lnB w="12700">
                      <a:solidFill>
                        <a:srgbClr val="53525A"/>
                      </a:solidFill>
                      <a:prstDash val="solid"/>
                    </a:lnB>
                    <a:solidFill>
                      <a:srgbClr val="969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Assessment</a:t>
                      </a:r>
                      <a:r>
                        <a:rPr sz="1800" spc="-35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&amp;</a:t>
                      </a:r>
                      <a:r>
                        <a:rPr sz="1800" spc="-105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lang="en-US" sz="1800" spc="-105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sz="180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nalysis</a:t>
                      </a:r>
                      <a:r>
                        <a:rPr sz="1800" spc="-4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lang="en-US" sz="1800" spc="-4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o</a:t>
                      </a:r>
                      <a:r>
                        <a:rPr sz="180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f</a:t>
                      </a:r>
                      <a:r>
                        <a:rPr sz="1800" spc="-55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lang="en-US" sz="1800" spc="-55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t</a:t>
                      </a:r>
                      <a:r>
                        <a:rPr sz="180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echnology</a:t>
                      </a:r>
                      <a:r>
                        <a:rPr sz="1800" spc="-15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lang="en-US" sz="1800" spc="-15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c</a:t>
                      </a:r>
                      <a:r>
                        <a:rPr sz="180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osts</a:t>
                      </a:r>
                      <a:r>
                        <a:rPr sz="1800" spc="-45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sz="1800" spc="-5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lang="en-US" sz="1800" spc="-5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o</a:t>
                      </a:r>
                      <a:r>
                        <a:rPr sz="180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ptimization</a:t>
                      </a:r>
                      <a:r>
                        <a:rPr sz="1800" spc="-65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lang="en-US" sz="1800" spc="-1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r</a:t>
                      </a:r>
                      <a:r>
                        <a:rPr sz="1800" spc="-1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oadmap</a:t>
                      </a:r>
                      <a:r>
                        <a:rPr lang="en-US" sz="1800" spc="-1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development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53525A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53525A"/>
                      </a:solidFill>
                      <a:prstDash val="solid"/>
                    </a:lnT>
                    <a:lnB w="12700">
                      <a:solidFill>
                        <a:srgbClr val="5352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08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lang="en-US" sz="1800" b="1" spc="-3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2</a:t>
                      </a:r>
                      <a:r>
                        <a:rPr sz="1800" b="1" spc="-3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months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680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lang="en-US" sz="1800" b="1" spc="-10" dirty="0">
                          <a:solidFill>
                            <a:srgbClr val="52545A"/>
                          </a:solidFill>
                          <a:latin typeface="Century Gothic"/>
                          <a:cs typeface="Century Gothic"/>
                        </a:rPr>
                        <a:t>Free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53525A"/>
                      </a:solidFill>
                      <a:prstDash val="solid"/>
                    </a:lnR>
                    <a:lnT w="12700">
                      <a:solidFill>
                        <a:srgbClr val="53525A"/>
                      </a:solidFill>
                      <a:prstDash val="solid"/>
                    </a:lnT>
                    <a:lnB w="12700">
                      <a:solidFill>
                        <a:srgbClr val="53525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863065" y="157416"/>
            <a:ext cx="7810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7E7E7E"/>
                </a:solidFill>
                <a:latin typeface="Century Gothic"/>
                <a:cs typeface="Century Gothic"/>
              </a:rPr>
              <a:t>OUR</a:t>
            </a:r>
            <a:r>
              <a:rPr sz="1350" b="1" spc="-40" dirty="0">
                <a:solidFill>
                  <a:srgbClr val="7E7E7E"/>
                </a:solidFill>
                <a:latin typeface="Century Gothic"/>
                <a:cs typeface="Century Gothic"/>
              </a:rPr>
              <a:t> </a:t>
            </a:r>
            <a:r>
              <a:rPr sz="1350" b="1" spc="-20" dirty="0">
                <a:solidFill>
                  <a:srgbClr val="7E7E7E"/>
                </a:solidFill>
                <a:latin typeface="Century Gothic"/>
                <a:cs typeface="Century Gothic"/>
              </a:rPr>
              <a:t>FEES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429" y="4152900"/>
            <a:ext cx="16422371" cy="1096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5"/>
              </a:spcBef>
            </a:pPr>
            <a:r>
              <a:rPr lang="en-US" b="1" spc="-10" dirty="0">
                <a:solidFill>
                  <a:srgbClr val="FD0000"/>
                </a:solidFill>
                <a:latin typeface="Century Gothic"/>
                <a:ea typeface="+mj-ea"/>
              </a:rPr>
              <a:t>Implementation Fee:</a:t>
            </a:r>
          </a:p>
          <a:p>
            <a:pPr marL="12700">
              <a:lnSpc>
                <a:spcPts val="2130"/>
              </a:lnSpc>
              <a:spcBef>
                <a:spcPts val="5"/>
              </a:spcBef>
            </a:pPr>
            <a:endParaRPr lang="en-US" sz="1000" dirty="0">
              <a:latin typeface="Century Gothic"/>
              <a:cs typeface="Century Gothic"/>
            </a:endParaRPr>
          </a:p>
          <a:p>
            <a:pPr marL="12700" marR="5080">
              <a:lnSpc>
                <a:spcPts val="2180"/>
              </a:lnSpc>
              <a:spcBef>
                <a:spcPts val="25"/>
              </a:spcBef>
            </a:pPr>
            <a:r>
              <a:rPr lang="en-US" sz="1800" dirty="0">
                <a:latin typeface="Century Gothic"/>
                <a:cs typeface="Century Gothic"/>
              </a:rPr>
              <a:t>Fees</a:t>
            </a:r>
            <a:r>
              <a:rPr lang="en-US" sz="1800" spc="-4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for</a:t>
            </a:r>
            <a:r>
              <a:rPr lang="en-US" sz="1800" spc="-3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the</a:t>
            </a:r>
            <a:r>
              <a:rPr lang="en-US" sz="1800" spc="-60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implementation</a:t>
            </a:r>
            <a:r>
              <a:rPr lang="en-US" sz="1800" spc="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of</a:t>
            </a:r>
            <a:r>
              <a:rPr lang="en-US" sz="1800" spc="1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the</a:t>
            </a:r>
            <a:r>
              <a:rPr lang="en-US" sz="1800" spc="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Roadmap</a:t>
            </a:r>
            <a:r>
              <a:rPr lang="en-US" sz="1800" spc="-40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will</a:t>
            </a:r>
            <a:r>
              <a:rPr lang="en-US" sz="1800" spc="-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be</a:t>
            </a:r>
            <a:r>
              <a:rPr lang="en-US" sz="1800" spc="-60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billed</a:t>
            </a:r>
            <a:r>
              <a:rPr lang="en-US" sz="1800" spc="-50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under</a:t>
            </a:r>
            <a:r>
              <a:rPr lang="en-US" sz="1800" spc="-100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a</a:t>
            </a:r>
            <a:r>
              <a:rPr lang="en-US" sz="1800" spc="-4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separate</a:t>
            </a:r>
            <a:r>
              <a:rPr lang="en-US" sz="1800" spc="-6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structure,</a:t>
            </a:r>
            <a:r>
              <a:rPr lang="en-US" sz="1800" spc="-60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largely</a:t>
            </a:r>
            <a:r>
              <a:rPr lang="en-US" sz="1800" spc="-80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charged</a:t>
            </a:r>
            <a:r>
              <a:rPr lang="en-US" sz="1800" spc="-4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as</a:t>
            </a:r>
            <a:r>
              <a:rPr lang="en-US" sz="1800" spc="-3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a</a:t>
            </a:r>
            <a:r>
              <a:rPr lang="en-US" sz="1800" spc="-50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success</a:t>
            </a:r>
            <a:r>
              <a:rPr lang="en-US" sz="1800" spc="-3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fee, calculated</a:t>
            </a:r>
            <a:r>
              <a:rPr lang="en-US" sz="1800" spc="-45" dirty="0">
                <a:latin typeface="Century Gothic"/>
                <a:cs typeface="Century Gothic"/>
              </a:rPr>
              <a:t> </a:t>
            </a:r>
            <a:r>
              <a:rPr lang="en-US" spc="-45" dirty="0">
                <a:latin typeface="Century Gothic"/>
                <a:cs typeface="Century Gothic"/>
              </a:rPr>
              <a:t>at 15% </a:t>
            </a:r>
            <a:r>
              <a:rPr lang="en-US" sz="1800" dirty="0">
                <a:latin typeface="Century Gothic"/>
                <a:cs typeface="Century Gothic"/>
              </a:rPr>
              <a:t>per cent</a:t>
            </a:r>
            <a:r>
              <a:rPr lang="en-US" sz="1800" spc="-60" dirty="0">
                <a:latin typeface="Century Gothic"/>
                <a:cs typeface="Century Gothic"/>
              </a:rPr>
              <a:t> </a:t>
            </a:r>
            <a:r>
              <a:rPr lang="en-US" sz="1800" spc="-25" dirty="0">
                <a:latin typeface="Century Gothic"/>
                <a:cs typeface="Century Gothic"/>
              </a:rPr>
              <a:t>of </a:t>
            </a:r>
            <a:r>
              <a:rPr lang="en-US" sz="1800" dirty="0">
                <a:latin typeface="Century Gothic"/>
                <a:cs typeface="Century Gothic"/>
              </a:rPr>
              <a:t>verified</a:t>
            </a:r>
            <a:r>
              <a:rPr lang="en-US" sz="1800" spc="-45" dirty="0">
                <a:latin typeface="Century Gothic"/>
                <a:cs typeface="Century Gothic"/>
              </a:rPr>
              <a:t> </a:t>
            </a:r>
            <a:r>
              <a:rPr lang="en-US" sz="1800" dirty="0">
                <a:latin typeface="Century Gothic"/>
                <a:cs typeface="Century Gothic"/>
              </a:rPr>
              <a:t>cost</a:t>
            </a:r>
            <a:r>
              <a:rPr lang="en-US" sz="1800" spc="-30" dirty="0">
                <a:latin typeface="Century Gothic"/>
                <a:cs typeface="Century Gothic"/>
              </a:rPr>
              <a:t> </a:t>
            </a:r>
            <a:r>
              <a:rPr lang="en-US" sz="1800" spc="-10" dirty="0">
                <a:latin typeface="Century Gothic"/>
                <a:cs typeface="Century Gothic"/>
              </a:rPr>
              <a:t>savings.</a:t>
            </a:r>
            <a:endParaRPr lang="en-US" sz="18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7626" y="9669462"/>
            <a:ext cx="420433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World</a:t>
            </a:r>
            <a:r>
              <a:rPr sz="1650" i="1" spc="-4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class</a:t>
            </a:r>
            <a:r>
              <a:rPr sz="1650" i="1" spc="-7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expertise,</a:t>
            </a:r>
            <a:r>
              <a:rPr sz="1650" i="1" spc="-4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dirty="0">
                <a:solidFill>
                  <a:srgbClr val="FF0000"/>
                </a:solidFill>
                <a:latin typeface="Century Gothic"/>
                <a:cs typeface="Century Gothic"/>
              </a:rPr>
              <a:t>local</a:t>
            </a:r>
            <a:r>
              <a:rPr sz="1650" i="1" spc="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50" i="1" spc="-10" dirty="0">
                <a:solidFill>
                  <a:srgbClr val="FF0000"/>
                </a:solidFill>
                <a:latin typeface="Century Gothic"/>
                <a:cs typeface="Century Gothic"/>
              </a:rPr>
              <a:t>accessibility…</a:t>
            </a:r>
            <a:endParaRPr sz="16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8245" y="2030031"/>
            <a:ext cx="191452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7E7E7E"/>
                </a:solidFill>
                <a:latin typeface="Century Gothic"/>
                <a:cs typeface="Century Gothic"/>
              </a:rPr>
              <a:t>Get</a:t>
            </a:r>
            <a:r>
              <a:rPr sz="1650" spc="-45" dirty="0">
                <a:solidFill>
                  <a:srgbClr val="7E7E7E"/>
                </a:solidFill>
                <a:latin typeface="Century Gothic"/>
                <a:cs typeface="Century Gothic"/>
              </a:rPr>
              <a:t> </a:t>
            </a:r>
            <a:r>
              <a:rPr sz="1650" dirty="0">
                <a:solidFill>
                  <a:srgbClr val="7E7E7E"/>
                </a:solidFill>
                <a:latin typeface="Century Gothic"/>
                <a:cs typeface="Century Gothic"/>
              </a:rPr>
              <a:t>a</a:t>
            </a:r>
            <a:r>
              <a:rPr sz="1650" spc="-10" dirty="0">
                <a:solidFill>
                  <a:srgbClr val="7E7E7E"/>
                </a:solidFill>
                <a:latin typeface="Century Gothic"/>
                <a:cs typeface="Century Gothic"/>
              </a:rPr>
              <a:t> consultation</a:t>
            </a:r>
            <a:endParaRPr sz="165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29251" y="2195448"/>
            <a:ext cx="1028700" cy="635"/>
          </a:xfrm>
          <a:custGeom>
            <a:avLst/>
            <a:gdLst/>
            <a:ahLst/>
            <a:cxnLst/>
            <a:rect l="l" t="t" r="r" b="b"/>
            <a:pathLst>
              <a:path w="1028700" h="635">
                <a:moveTo>
                  <a:pt x="0" y="0"/>
                </a:moveTo>
                <a:lnTo>
                  <a:pt x="1028700" y="126"/>
                </a:lnTo>
              </a:path>
            </a:pathLst>
          </a:custGeom>
          <a:ln w="9525">
            <a:solidFill>
              <a:srgbClr val="6D6C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53784" y="2874327"/>
            <a:ext cx="5628640" cy="1261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100" dirty="0">
                <a:solidFill>
                  <a:srgbClr val="54535A"/>
                </a:solidFill>
              </a:rPr>
              <a:t>Contact</a:t>
            </a:r>
            <a:r>
              <a:rPr sz="8100" spc="-30" dirty="0">
                <a:solidFill>
                  <a:srgbClr val="54535A"/>
                </a:solidFill>
              </a:rPr>
              <a:t> </a:t>
            </a:r>
            <a:r>
              <a:rPr sz="8100" b="1" spc="-25" dirty="0">
                <a:latin typeface="Century Gothic"/>
                <a:cs typeface="Century Gothic"/>
              </a:rPr>
              <a:t>Us</a:t>
            </a:r>
            <a:endParaRPr sz="81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3795" y="4843145"/>
            <a:ext cx="6134735" cy="25050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54535A"/>
                </a:solidFill>
                <a:latin typeface="Century Gothic"/>
                <a:cs typeface="Century Gothic"/>
              </a:rPr>
              <a:t>Phone</a:t>
            </a:r>
            <a:r>
              <a:rPr sz="1550" spc="10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50" spc="-50" dirty="0">
                <a:solidFill>
                  <a:srgbClr val="54535A"/>
                </a:solidFill>
                <a:latin typeface="Century Gothic"/>
                <a:cs typeface="Century Gothic"/>
              </a:rPr>
              <a:t>:</a:t>
            </a:r>
            <a:endParaRPr sz="1550">
              <a:latin typeface="Century Gothic"/>
              <a:cs typeface="Century Gothic"/>
            </a:endParaRPr>
          </a:p>
          <a:p>
            <a:pPr marL="19050">
              <a:lnSpc>
                <a:spcPct val="100000"/>
              </a:lnSpc>
              <a:spcBef>
                <a:spcPts val="55"/>
              </a:spcBef>
            </a:pPr>
            <a:r>
              <a:rPr sz="2100" spc="-10" dirty="0">
                <a:solidFill>
                  <a:srgbClr val="6D6C74"/>
                </a:solidFill>
                <a:latin typeface="Century Gothic"/>
                <a:cs typeface="Century Gothic"/>
              </a:rPr>
              <a:t>+234-</a:t>
            </a:r>
            <a:r>
              <a:rPr sz="2100" dirty="0">
                <a:solidFill>
                  <a:srgbClr val="6D6C74"/>
                </a:solidFill>
                <a:latin typeface="Century Gothic"/>
                <a:cs typeface="Century Gothic"/>
              </a:rPr>
              <a:t>802</a:t>
            </a:r>
            <a:r>
              <a:rPr sz="2100" spc="-35" dirty="0">
                <a:solidFill>
                  <a:srgbClr val="6D6C74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6D6C74"/>
                </a:solidFill>
                <a:latin typeface="Century Gothic"/>
                <a:cs typeface="Century Gothic"/>
              </a:rPr>
              <a:t>329</a:t>
            </a:r>
            <a:r>
              <a:rPr sz="2100" spc="45" dirty="0">
                <a:solidFill>
                  <a:srgbClr val="6D6C74"/>
                </a:solidFill>
                <a:latin typeface="Century Gothic"/>
                <a:cs typeface="Century Gothic"/>
              </a:rPr>
              <a:t> </a:t>
            </a:r>
            <a:r>
              <a:rPr sz="2100" spc="-20" dirty="0">
                <a:solidFill>
                  <a:srgbClr val="6D6C74"/>
                </a:solidFill>
                <a:latin typeface="Century Gothic"/>
                <a:cs typeface="Century Gothic"/>
              </a:rPr>
              <a:t>3259</a:t>
            </a:r>
            <a:endParaRPr sz="2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100">
              <a:latin typeface="Century Gothic"/>
              <a:cs typeface="Century Gothic"/>
            </a:endParaRPr>
          </a:p>
          <a:p>
            <a:pPr marL="19050">
              <a:lnSpc>
                <a:spcPct val="100000"/>
              </a:lnSpc>
            </a:pPr>
            <a:r>
              <a:rPr sz="1550" dirty="0">
                <a:solidFill>
                  <a:srgbClr val="54535A"/>
                </a:solidFill>
                <a:latin typeface="Century Gothic"/>
                <a:cs typeface="Century Gothic"/>
              </a:rPr>
              <a:t>E-mail</a:t>
            </a:r>
            <a:r>
              <a:rPr sz="1550" spc="40" dirty="0">
                <a:solidFill>
                  <a:srgbClr val="54535A"/>
                </a:solidFill>
                <a:latin typeface="Century Gothic"/>
                <a:cs typeface="Century Gothic"/>
              </a:rPr>
              <a:t> </a:t>
            </a:r>
            <a:r>
              <a:rPr sz="1550" spc="-50" dirty="0">
                <a:solidFill>
                  <a:srgbClr val="54535A"/>
                </a:solidFill>
                <a:latin typeface="Century Gothic"/>
                <a:cs typeface="Century Gothic"/>
              </a:rPr>
              <a:t>:</a:t>
            </a:r>
            <a:endParaRPr sz="1550">
              <a:latin typeface="Century Gothic"/>
              <a:cs typeface="Century Gothic"/>
            </a:endParaRPr>
          </a:p>
          <a:p>
            <a:pPr marL="19050">
              <a:lnSpc>
                <a:spcPct val="100000"/>
              </a:lnSpc>
              <a:spcBef>
                <a:spcPts val="55"/>
              </a:spcBef>
            </a:pPr>
            <a:r>
              <a:rPr sz="2100" spc="-10" dirty="0">
                <a:solidFill>
                  <a:srgbClr val="6D6C74"/>
                </a:solidFill>
                <a:latin typeface="Century Gothic"/>
                <a:cs typeface="Century Gothic"/>
                <a:hlinkClick r:id="rId2"/>
              </a:rPr>
              <a:t>Abiola.jewoola@heirstechnologies.com</a:t>
            </a:r>
            <a:endParaRPr sz="2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550" spc="-10" dirty="0">
                <a:solidFill>
                  <a:srgbClr val="54535A"/>
                </a:solidFill>
                <a:latin typeface="Century Gothic"/>
                <a:cs typeface="Century Gothic"/>
              </a:rPr>
              <a:t>Address</a:t>
            </a:r>
            <a:endParaRPr sz="15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100" dirty="0">
                <a:solidFill>
                  <a:srgbClr val="6D6C74"/>
                </a:solidFill>
                <a:latin typeface="Century Gothic"/>
                <a:cs typeface="Century Gothic"/>
              </a:rPr>
              <a:t>220b</a:t>
            </a:r>
            <a:r>
              <a:rPr sz="2100" spc="-20" dirty="0">
                <a:solidFill>
                  <a:srgbClr val="6D6C74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6D6C74"/>
                </a:solidFill>
                <a:latin typeface="Century Gothic"/>
                <a:cs typeface="Century Gothic"/>
              </a:rPr>
              <a:t>Ikorodu-</a:t>
            </a:r>
            <a:r>
              <a:rPr sz="2100" dirty="0">
                <a:solidFill>
                  <a:srgbClr val="6D6C74"/>
                </a:solidFill>
                <a:latin typeface="Century Gothic"/>
                <a:cs typeface="Century Gothic"/>
              </a:rPr>
              <a:t>Ososun</a:t>
            </a:r>
            <a:r>
              <a:rPr sz="2100" spc="-5" dirty="0">
                <a:solidFill>
                  <a:srgbClr val="6D6C74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6D6C74"/>
                </a:solidFill>
                <a:latin typeface="Century Gothic"/>
                <a:cs typeface="Century Gothic"/>
              </a:rPr>
              <a:t>Road,</a:t>
            </a:r>
            <a:r>
              <a:rPr sz="2100" spc="-35" dirty="0">
                <a:solidFill>
                  <a:srgbClr val="6D6C74"/>
                </a:solidFill>
                <a:latin typeface="Century Gothic"/>
                <a:cs typeface="Century Gothic"/>
              </a:rPr>
              <a:t> </a:t>
            </a:r>
            <a:r>
              <a:rPr sz="2100" dirty="0">
                <a:solidFill>
                  <a:srgbClr val="6D6C74"/>
                </a:solidFill>
                <a:latin typeface="Century Gothic"/>
                <a:cs typeface="Century Gothic"/>
              </a:rPr>
              <a:t>Palmgroove,</a:t>
            </a:r>
            <a:r>
              <a:rPr sz="2100" spc="5" dirty="0">
                <a:solidFill>
                  <a:srgbClr val="6D6C74"/>
                </a:solidFill>
                <a:latin typeface="Century Gothic"/>
                <a:cs typeface="Century Gothic"/>
              </a:rPr>
              <a:t> </a:t>
            </a:r>
            <a:r>
              <a:rPr sz="2100" spc="-10" dirty="0">
                <a:solidFill>
                  <a:srgbClr val="6D6C74"/>
                </a:solidFill>
                <a:latin typeface="Century Gothic"/>
                <a:cs typeface="Century Gothic"/>
              </a:rPr>
              <a:t>Lagos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7651" y="8570976"/>
            <a:ext cx="2362200" cy="5918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54535A"/>
                </a:solidFill>
                <a:latin typeface="Century Gothic"/>
                <a:cs typeface="Century Gothic"/>
              </a:rPr>
              <a:t>LinkedIn</a:t>
            </a:r>
            <a:endParaRPr sz="15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100" u="heavy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entury Gothic"/>
                <a:cs typeface="Century Gothic"/>
                <a:hlinkClick r:id="rId3"/>
              </a:rPr>
              <a:t>heirs-technologies</a:t>
            </a:r>
            <a:endParaRPr sz="2100">
              <a:latin typeface="Century Gothic"/>
              <a:cs typeface="Century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00775" y="4838700"/>
            <a:ext cx="657225" cy="657225"/>
            <a:chOff x="6200775" y="4838700"/>
            <a:chExt cx="657225" cy="657225"/>
          </a:xfrm>
        </p:grpSpPr>
        <p:sp>
          <p:nvSpPr>
            <p:cNvPr id="9" name="object 9"/>
            <p:cNvSpPr/>
            <p:nvPr/>
          </p:nvSpPr>
          <p:spPr>
            <a:xfrm>
              <a:off x="6200775" y="4838700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328675" y="0"/>
                  </a:moveTo>
                  <a:lnTo>
                    <a:pt x="280087" y="3561"/>
                  </a:lnTo>
                  <a:lnTo>
                    <a:pt x="233718" y="13907"/>
                  </a:lnTo>
                  <a:lnTo>
                    <a:pt x="190076" y="30531"/>
                  </a:lnTo>
                  <a:lnTo>
                    <a:pt x="149669" y="52923"/>
                  </a:lnTo>
                  <a:lnTo>
                    <a:pt x="113005" y="80577"/>
                  </a:lnTo>
                  <a:lnTo>
                    <a:pt x="80589" y="112984"/>
                  </a:lnTo>
                  <a:lnTo>
                    <a:pt x="52929" y="149637"/>
                  </a:lnTo>
                  <a:lnTo>
                    <a:pt x="30533" y="190027"/>
                  </a:lnTo>
                  <a:lnTo>
                    <a:pt x="13908" y="233648"/>
                  </a:lnTo>
                  <a:lnTo>
                    <a:pt x="3561" y="279991"/>
                  </a:lnTo>
                  <a:lnTo>
                    <a:pt x="0" y="328549"/>
                  </a:lnTo>
                  <a:lnTo>
                    <a:pt x="3561" y="377137"/>
                  </a:lnTo>
                  <a:lnTo>
                    <a:pt x="13908" y="423506"/>
                  </a:lnTo>
                  <a:lnTo>
                    <a:pt x="30533" y="467148"/>
                  </a:lnTo>
                  <a:lnTo>
                    <a:pt x="52929" y="507555"/>
                  </a:lnTo>
                  <a:lnTo>
                    <a:pt x="80589" y="544219"/>
                  </a:lnTo>
                  <a:lnTo>
                    <a:pt x="113005" y="576635"/>
                  </a:lnTo>
                  <a:lnTo>
                    <a:pt x="149669" y="604295"/>
                  </a:lnTo>
                  <a:lnTo>
                    <a:pt x="190076" y="626691"/>
                  </a:lnTo>
                  <a:lnTo>
                    <a:pt x="233718" y="643316"/>
                  </a:lnTo>
                  <a:lnTo>
                    <a:pt x="280087" y="653663"/>
                  </a:lnTo>
                  <a:lnTo>
                    <a:pt x="328675" y="657225"/>
                  </a:lnTo>
                  <a:lnTo>
                    <a:pt x="377233" y="653663"/>
                  </a:lnTo>
                  <a:lnTo>
                    <a:pt x="423576" y="643316"/>
                  </a:lnTo>
                  <a:lnTo>
                    <a:pt x="467197" y="626691"/>
                  </a:lnTo>
                  <a:lnTo>
                    <a:pt x="507587" y="604295"/>
                  </a:lnTo>
                  <a:lnTo>
                    <a:pt x="544240" y="576635"/>
                  </a:lnTo>
                  <a:lnTo>
                    <a:pt x="576647" y="544219"/>
                  </a:lnTo>
                  <a:lnTo>
                    <a:pt x="604301" y="507555"/>
                  </a:lnTo>
                  <a:lnTo>
                    <a:pt x="626693" y="467148"/>
                  </a:lnTo>
                  <a:lnTo>
                    <a:pt x="643317" y="423506"/>
                  </a:lnTo>
                  <a:lnTo>
                    <a:pt x="653663" y="377137"/>
                  </a:lnTo>
                  <a:lnTo>
                    <a:pt x="657225" y="328549"/>
                  </a:lnTo>
                  <a:lnTo>
                    <a:pt x="653663" y="279991"/>
                  </a:lnTo>
                  <a:lnTo>
                    <a:pt x="643317" y="233648"/>
                  </a:lnTo>
                  <a:lnTo>
                    <a:pt x="626693" y="190027"/>
                  </a:lnTo>
                  <a:lnTo>
                    <a:pt x="604301" y="149637"/>
                  </a:lnTo>
                  <a:lnTo>
                    <a:pt x="576647" y="112984"/>
                  </a:lnTo>
                  <a:lnTo>
                    <a:pt x="544240" y="80577"/>
                  </a:lnTo>
                  <a:lnTo>
                    <a:pt x="507587" y="52923"/>
                  </a:lnTo>
                  <a:lnTo>
                    <a:pt x="467197" y="30531"/>
                  </a:lnTo>
                  <a:lnTo>
                    <a:pt x="423576" y="13907"/>
                  </a:lnTo>
                  <a:lnTo>
                    <a:pt x="377233" y="3561"/>
                  </a:lnTo>
                  <a:lnTo>
                    <a:pt x="328675" y="0"/>
                  </a:lnTo>
                  <a:close/>
                </a:path>
              </a:pathLst>
            </a:custGeom>
            <a:solidFill>
              <a:srgbClr val="5453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6584" y="5015910"/>
              <a:ext cx="89150" cy="913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58488" y="5039659"/>
              <a:ext cx="290830" cy="298450"/>
            </a:xfrm>
            <a:custGeom>
              <a:avLst/>
              <a:gdLst/>
              <a:ahLst/>
              <a:cxnLst/>
              <a:rect l="l" t="t" r="r" b="b"/>
              <a:pathLst>
                <a:path w="290829" h="298450">
                  <a:moveTo>
                    <a:pt x="25921" y="0"/>
                  </a:moveTo>
                  <a:lnTo>
                    <a:pt x="1086" y="33887"/>
                  </a:lnTo>
                  <a:lnTo>
                    <a:pt x="0" y="41862"/>
                  </a:lnTo>
                  <a:lnTo>
                    <a:pt x="85" y="55302"/>
                  </a:lnTo>
                  <a:lnTo>
                    <a:pt x="9032" y="94190"/>
                  </a:lnTo>
                  <a:lnTo>
                    <a:pt x="32597" y="136455"/>
                  </a:lnTo>
                  <a:lnTo>
                    <a:pt x="58272" y="172342"/>
                  </a:lnTo>
                  <a:lnTo>
                    <a:pt x="86893" y="205588"/>
                  </a:lnTo>
                  <a:lnTo>
                    <a:pt x="118311" y="235966"/>
                  </a:lnTo>
                  <a:lnTo>
                    <a:pt x="152380" y="263249"/>
                  </a:lnTo>
                  <a:lnTo>
                    <a:pt x="192077" y="286326"/>
                  </a:lnTo>
                  <a:lnTo>
                    <a:pt x="239960" y="298269"/>
                  </a:lnTo>
                  <a:lnTo>
                    <a:pt x="251079" y="297848"/>
                  </a:lnTo>
                  <a:lnTo>
                    <a:pt x="261756" y="294898"/>
                  </a:lnTo>
                  <a:lnTo>
                    <a:pt x="271550" y="289609"/>
                  </a:lnTo>
                  <a:lnTo>
                    <a:pt x="280018" y="282168"/>
                  </a:lnTo>
                  <a:lnTo>
                    <a:pt x="290622" y="271300"/>
                  </a:lnTo>
                  <a:lnTo>
                    <a:pt x="212861" y="191198"/>
                  </a:lnTo>
                  <a:lnTo>
                    <a:pt x="201079" y="203676"/>
                  </a:lnTo>
                  <a:lnTo>
                    <a:pt x="199508" y="205286"/>
                  </a:lnTo>
                  <a:lnTo>
                    <a:pt x="197152" y="206091"/>
                  </a:lnTo>
                  <a:lnTo>
                    <a:pt x="193224" y="206091"/>
                  </a:lnTo>
                  <a:lnTo>
                    <a:pt x="190868" y="205286"/>
                  </a:lnTo>
                  <a:lnTo>
                    <a:pt x="90329" y="102643"/>
                  </a:lnTo>
                  <a:lnTo>
                    <a:pt x="89543" y="100228"/>
                  </a:lnTo>
                  <a:lnTo>
                    <a:pt x="89543" y="96202"/>
                  </a:lnTo>
                  <a:lnTo>
                    <a:pt x="90329" y="93787"/>
                  </a:lnTo>
                  <a:lnTo>
                    <a:pt x="104074" y="80102"/>
                  </a:lnTo>
                  <a:lnTo>
                    <a:pt x="259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2739" y="5207109"/>
              <a:ext cx="89150" cy="9177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200775" y="5791200"/>
            <a:ext cx="657225" cy="657225"/>
            <a:chOff x="6200775" y="5791200"/>
            <a:chExt cx="657225" cy="657225"/>
          </a:xfrm>
        </p:grpSpPr>
        <p:sp>
          <p:nvSpPr>
            <p:cNvPr id="14" name="object 14"/>
            <p:cNvSpPr/>
            <p:nvPr/>
          </p:nvSpPr>
          <p:spPr>
            <a:xfrm>
              <a:off x="6200775" y="5791200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328675" y="0"/>
                  </a:moveTo>
                  <a:lnTo>
                    <a:pt x="280087" y="3561"/>
                  </a:lnTo>
                  <a:lnTo>
                    <a:pt x="233718" y="13907"/>
                  </a:lnTo>
                  <a:lnTo>
                    <a:pt x="190076" y="30531"/>
                  </a:lnTo>
                  <a:lnTo>
                    <a:pt x="149669" y="52923"/>
                  </a:lnTo>
                  <a:lnTo>
                    <a:pt x="113005" y="80577"/>
                  </a:lnTo>
                  <a:lnTo>
                    <a:pt x="80589" y="112984"/>
                  </a:lnTo>
                  <a:lnTo>
                    <a:pt x="52929" y="149637"/>
                  </a:lnTo>
                  <a:lnTo>
                    <a:pt x="30533" y="190027"/>
                  </a:lnTo>
                  <a:lnTo>
                    <a:pt x="13908" y="233648"/>
                  </a:lnTo>
                  <a:lnTo>
                    <a:pt x="3561" y="279991"/>
                  </a:lnTo>
                  <a:lnTo>
                    <a:pt x="0" y="328549"/>
                  </a:lnTo>
                  <a:lnTo>
                    <a:pt x="3561" y="377137"/>
                  </a:lnTo>
                  <a:lnTo>
                    <a:pt x="13908" y="423506"/>
                  </a:lnTo>
                  <a:lnTo>
                    <a:pt x="30533" y="467148"/>
                  </a:lnTo>
                  <a:lnTo>
                    <a:pt x="52929" y="507555"/>
                  </a:lnTo>
                  <a:lnTo>
                    <a:pt x="80589" y="544219"/>
                  </a:lnTo>
                  <a:lnTo>
                    <a:pt x="113005" y="576635"/>
                  </a:lnTo>
                  <a:lnTo>
                    <a:pt x="149669" y="604295"/>
                  </a:lnTo>
                  <a:lnTo>
                    <a:pt x="190076" y="626691"/>
                  </a:lnTo>
                  <a:lnTo>
                    <a:pt x="233718" y="643316"/>
                  </a:lnTo>
                  <a:lnTo>
                    <a:pt x="280087" y="653663"/>
                  </a:lnTo>
                  <a:lnTo>
                    <a:pt x="328675" y="657225"/>
                  </a:lnTo>
                  <a:lnTo>
                    <a:pt x="377233" y="653663"/>
                  </a:lnTo>
                  <a:lnTo>
                    <a:pt x="423576" y="643316"/>
                  </a:lnTo>
                  <a:lnTo>
                    <a:pt x="467197" y="626691"/>
                  </a:lnTo>
                  <a:lnTo>
                    <a:pt x="507587" y="604295"/>
                  </a:lnTo>
                  <a:lnTo>
                    <a:pt x="544240" y="576635"/>
                  </a:lnTo>
                  <a:lnTo>
                    <a:pt x="576647" y="544219"/>
                  </a:lnTo>
                  <a:lnTo>
                    <a:pt x="604301" y="507555"/>
                  </a:lnTo>
                  <a:lnTo>
                    <a:pt x="626693" y="467148"/>
                  </a:lnTo>
                  <a:lnTo>
                    <a:pt x="643317" y="423506"/>
                  </a:lnTo>
                  <a:lnTo>
                    <a:pt x="653663" y="377137"/>
                  </a:lnTo>
                  <a:lnTo>
                    <a:pt x="657225" y="328549"/>
                  </a:lnTo>
                  <a:lnTo>
                    <a:pt x="653663" y="279991"/>
                  </a:lnTo>
                  <a:lnTo>
                    <a:pt x="643317" y="233648"/>
                  </a:lnTo>
                  <a:lnTo>
                    <a:pt x="626693" y="190027"/>
                  </a:lnTo>
                  <a:lnTo>
                    <a:pt x="604301" y="149637"/>
                  </a:lnTo>
                  <a:lnTo>
                    <a:pt x="576647" y="112984"/>
                  </a:lnTo>
                  <a:lnTo>
                    <a:pt x="544240" y="80577"/>
                  </a:lnTo>
                  <a:lnTo>
                    <a:pt x="507587" y="52923"/>
                  </a:lnTo>
                  <a:lnTo>
                    <a:pt x="467197" y="30531"/>
                  </a:lnTo>
                  <a:lnTo>
                    <a:pt x="423576" y="13907"/>
                  </a:lnTo>
                  <a:lnTo>
                    <a:pt x="377233" y="3561"/>
                  </a:lnTo>
                  <a:lnTo>
                    <a:pt x="328675" y="0"/>
                  </a:lnTo>
                  <a:close/>
                </a:path>
              </a:pathLst>
            </a:custGeom>
            <a:solidFill>
              <a:srgbClr val="5453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45744" y="5992719"/>
              <a:ext cx="377190" cy="264160"/>
            </a:xfrm>
            <a:custGeom>
              <a:avLst/>
              <a:gdLst/>
              <a:ahLst/>
              <a:cxnLst/>
              <a:rect l="l" t="t" r="r" b="b"/>
              <a:pathLst>
                <a:path w="377190" h="264160">
                  <a:moveTo>
                    <a:pt x="377019" y="0"/>
                  </a:moveTo>
                  <a:lnTo>
                    <a:pt x="0" y="0"/>
                  </a:lnTo>
                  <a:lnTo>
                    <a:pt x="0" y="263899"/>
                  </a:lnTo>
                  <a:lnTo>
                    <a:pt x="377020" y="263899"/>
                  </a:lnTo>
                  <a:lnTo>
                    <a:pt x="377020" y="235624"/>
                  </a:lnTo>
                  <a:lnTo>
                    <a:pt x="41944" y="235624"/>
                  </a:lnTo>
                  <a:lnTo>
                    <a:pt x="54669" y="222900"/>
                  </a:lnTo>
                  <a:lnTo>
                    <a:pt x="28277" y="222900"/>
                  </a:lnTo>
                  <a:lnTo>
                    <a:pt x="28277" y="40527"/>
                  </a:lnTo>
                  <a:lnTo>
                    <a:pt x="54965" y="40527"/>
                  </a:lnTo>
                  <a:lnTo>
                    <a:pt x="42415" y="28274"/>
                  </a:lnTo>
                  <a:lnTo>
                    <a:pt x="377019" y="28275"/>
                  </a:lnTo>
                  <a:lnTo>
                    <a:pt x="377019" y="0"/>
                  </a:lnTo>
                  <a:close/>
                </a:path>
                <a:path w="377190" h="264160">
                  <a:moveTo>
                    <a:pt x="270041" y="143731"/>
                  </a:moveTo>
                  <a:lnTo>
                    <a:pt x="244120" y="143731"/>
                  </a:lnTo>
                  <a:lnTo>
                    <a:pt x="335548" y="235624"/>
                  </a:lnTo>
                  <a:lnTo>
                    <a:pt x="377020" y="235624"/>
                  </a:lnTo>
                  <a:lnTo>
                    <a:pt x="377020" y="222429"/>
                  </a:lnTo>
                  <a:lnTo>
                    <a:pt x="348743" y="222429"/>
                  </a:lnTo>
                  <a:lnTo>
                    <a:pt x="270041" y="143731"/>
                  </a:lnTo>
                  <a:close/>
                </a:path>
                <a:path w="377190" h="264160">
                  <a:moveTo>
                    <a:pt x="54965" y="40527"/>
                  </a:moveTo>
                  <a:lnTo>
                    <a:pt x="28277" y="40527"/>
                  </a:lnTo>
                  <a:lnTo>
                    <a:pt x="120176" y="130536"/>
                  </a:lnTo>
                  <a:lnTo>
                    <a:pt x="28277" y="222900"/>
                  </a:lnTo>
                  <a:lnTo>
                    <a:pt x="54669" y="222900"/>
                  </a:lnTo>
                  <a:lnTo>
                    <a:pt x="133843" y="143731"/>
                  </a:lnTo>
                  <a:lnTo>
                    <a:pt x="160674" y="143731"/>
                  </a:lnTo>
                  <a:lnTo>
                    <a:pt x="54965" y="40527"/>
                  </a:lnTo>
                  <a:close/>
                </a:path>
                <a:path w="377190" h="264160">
                  <a:moveTo>
                    <a:pt x="377019" y="40998"/>
                  </a:moveTo>
                  <a:lnTo>
                    <a:pt x="348743" y="40998"/>
                  </a:lnTo>
                  <a:lnTo>
                    <a:pt x="348743" y="222429"/>
                  </a:lnTo>
                  <a:lnTo>
                    <a:pt x="377020" y="222429"/>
                  </a:lnTo>
                  <a:lnTo>
                    <a:pt x="377019" y="40998"/>
                  </a:lnTo>
                  <a:close/>
                </a:path>
                <a:path w="377190" h="264160">
                  <a:moveTo>
                    <a:pt x="160674" y="143731"/>
                  </a:moveTo>
                  <a:lnTo>
                    <a:pt x="174843" y="183316"/>
                  </a:lnTo>
                  <a:lnTo>
                    <a:pt x="196051" y="186143"/>
                  </a:lnTo>
                  <a:lnTo>
                    <a:pt x="203120" y="183316"/>
                  </a:lnTo>
                  <a:lnTo>
                    <a:pt x="208775" y="178132"/>
                  </a:lnTo>
                  <a:lnTo>
                    <a:pt x="218943" y="168236"/>
                  </a:lnTo>
                  <a:lnTo>
                    <a:pt x="185683" y="168236"/>
                  </a:lnTo>
                  <a:lnTo>
                    <a:pt x="181912" y="164466"/>
                  </a:lnTo>
                  <a:lnTo>
                    <a:pt x="160674" y="143731"/>
                  </a:lnTo>
                  <a:close/>
                </a:path>
                <a:path w="377190" h="264160">
                  <a:moveTo>
                    <a:pt x="377019" y="28275"/>
                  </a:moveTo>
                  <a:lnTo>
                    <a:pt x="335076" y="28275"/>
                  </a:lnTo>
                  <a:lnTo>
                    <a:pt x="195108" y="164466"/>
                  </a:lnTo>
                  <a:lnTo>
                    <a:pt x="191338" y="168236"/>
                  </a:lnTo>
                  <a:lnTo>
                    <a:pt x="218943" y="168236"/>
                  </a:lnTo>
                  <a:lnTo>
                    <a:pt x="244120" y="143731"/>
                  </a:lnTo>
                  <a:lnTo>
                    <a:pt x="270041" y="143731"/>
                  </a:lnTo>
                  <a:lnTo>
                    <a:pt x="256845" y="130536"/>
                  </a:lnTo>
                  <a:lnTo>
                    <a:pt x="348743" y="40998"/>
                  </a:lnTo>
                  <a:lnTo>
                    <a:pt x="377019" y="40998"/>
                  </a:lnTo>
                  <a:lnTo>
                    <a:pt x="377019" y="282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200775" y="6743700"/>
            <a:ext cx="657225" cy="657225"/>
            <a:chOff x="6200775" y="6743700"/>
            <a:chExt cx="657225" cy="657225"/>
          </a:xfrm>
        </p:grpSpPr>
        <p:sp>
          <p:nvSpPr>
            <p:cNvPr id="17" name="object 17"/>
            <p:cNvSpPr/>
            <p:nvPr/>
          </p:nvSpPr>
          <p:spPr>
            <a:xfrm>
              <a:off x="6200775" y="6743700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328675" y="0"/>
                  </a:moveTo>
                  <a:lnTo>
                    <a:pt x="280087" y="3561"/>
                  </a:lnTo>
                  <a:lnTo>
                    <a:pt x="233718" y="13907"/>
                  </a:lnTo>
                  <a:lnTo>
                    <a:pt x="190076" y="30531"/>
                  </a:lnTo>
                  <a:lnTo>
                    <a:pt x="149669" y="52923"/>
                  </a:lnTo>
                  <a:lnTo>
                    <a:pt x="113005" y="80577"/>
                  </a:lnTo>
                  <a:lnTo>
                    <a:pt x="80589" y="112984"/>
                  </a:lnTo>
                  <a:lnTo>
                    <a:pt x="52929" y="149637"/>
                  </a:lnTo>
                  <a:lnTo>
                    <a:pt x="30533" y="190027"/>
                  </a:lnTo>
                  <a:lnTo>
                    <a:pt x="13908" y="233648"/>
                  </a:lnTo>
                  <a:lnTo>
                    <a:pt x="3561" y="279991"/>
                  </a:lnTo>
                  <a:lnTo>
                    <a:pt x="0" y="328549"/>
                  </a:lnTo>
                  <a:lnTo>
                    <a:pt x="3561" y="377137"/>
                  </a:lnTo>
                  <a:lnTo>
                    <a:pt x="13908" y="423506"/>
                  </a:lnTo>
                  <a:lnTo>
                    <a:pt x="30533" y="467148"/>
                  </a:lnTo>
                  <a:lnTo>
                    <a:pt x="52929" y="507555"/>
                  </a:lnTo>
                  <a:lnTo>
                    <a:pt x="80589" y="544219"/>
                  </a:lnTo>
                  <a:lnTo>
                    <a:pt x="113005" y="576635"/>
                  </a:lnTo>
                  <a:lnTo>
                    <a:pt x="149669" y="604295"/>
                  </a:lnTo>
                  <a:lnTo>
                    <a:pt x="190076" y="626691"/>
                  </a:lnTo>
                  <a:lnTo>
                    <a:pt x="233718" y="643316"/>
                  </a:lnTo>
                  <a:lnTo>
                    <a:pt x="280087" y="653663"/>
                  </a:lnTo>
                  <a:lnTo>
                    <a:pt x="328675" y="657225"/>
                  </a:lnTo>
                  <a:lnTo>
                    <a:pt x="377233" y="653663"/>
                  </a:lnTo>
                  <a:lnTo>
                    <a:pt x="423576" y="643316"/>
                  </a:lnTo>
                  <a:lnTo>
                    <a:pt x="467197" y="626691"/>
                  </a:lnTo>
                  <a:lnTo>
                    <a:pt x="507587" y="604295"/>
                  </a:lnTo>
                  <a:lnTo>
                    <a:pt x="544240" y="576635"/>
                  </a:lnTo>
                  <a:lnTo>
                    <a:pt x="576647" y="544219"/>
                  </a:lnTo>
                  <a:lnTo>
                    <a:pt x="604301" y="507555"/>
                  </a:lnTo>
                  <a:lnTo>
                    <a:pt x="626693" y="467148"/>
                  </a:lnTo>
                  <a:lnTo>
                    <a:pt x="643317" y="423506"/>
                  </a:lnTo>
                  <a:lnTo>
                    <a:pt x="653663" y="377137"/>
                  </a:lnTo>
                  <a:lnTo>
                    <a:pt x="657225" y="328549"/>
                  </a:lnTo>
                  <a:lnTo>
                    <a:pt x="653663" y="279991"/>
                  </a:lnTo>
                  <a:lnTo>
                    <a:pt x="643317" y="233648"/>
                  </a:lnTo>
                  <a:lnTo>
                    <a:pt x="626693" y="190027"/>
                  </a:lnTo>
                  <a:lnTo>
                    <a:pt x="604301" y="149637"/>
                  </a:lnTo>
                  <a:lnTo>
                    <a:pt x="576647" y="112984"/>
                  </a:lnTo>
                  <a:lnTo>
                    <a:pt x="544240" y="80577"/>
                  </a:lnTo>
                  <a:lnTo>
                    <a:pt x="507587" y="52923"/>
                  </a:lnTo>
                  <a:lnTo>
                    <a:pt x="467197" y="30531"/>
                  </a:lnTo>
                  <a:lnTo>
                    <a:pt x="423576" y="13907"/>
                  </a:lnTo>
                  <a:lnTo>
                    <a:pt x="377233" y="3561"/>
                  </a:lnTo>
                  <a:lnTo>
                    <a:pt x="328675" y="0"/>
                  </a:lnTo>
                  <a:close/>
                </a:path>
              </a:pathLst>
            </a:custGeom>
            <a:solidFill>
              <a:srgbClr val="5453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36309" y="6869429"/>
              <a:ext cx="396240" cy="339725"/>
            </a:xfrm>
            <a:custGeom>
              <a:avLst/>
              <a:gdLst/>
              <a:ahLst/>
              <a:cxnLst/>
              <a:rect l="l" t="t" r="r" b="b"/>
              <a:pathLst>
                <a:path w="396240" h="339725">
                  <a:moveTo>
                    <a:pt x="339318" y="199339"/>
                  </a:moveTo>
                  <a:lnTo>
                    <a:pt x="197942" y="65024"/>
                  </a:lnTo>
                  <a:lnTo>
                    <a:pt x="56553" y="199339"/>
                  </a:lnTo>
                  <a:lnTo>
                    <a:pt x="56553" y="339293"/>
                  </a:lnTo>
                  <a:lnTo>
                    <a:pt x="169659" y="339293"/>
                  </a:lnTo>
                  <a:lnTo>
                    <a:pt x="169659" y="221488"/>
                  </a:lnTo>
                  <a:lnTo>
                    <a:pt x="226212" y="221488"/>
                  </a:lnTo>
                  <a:lnTo>
                    <a:pt x="226212" y="339293"/>
                  </a:lnTo>
                  <a:lnTo>
                    <a:pt x="339318" y="339293"/>
                  </a:lnTo>
                  <a:lnTo>
                    <a:pt x="339318" y="199339"/>
                  </a:lnTo>
                  <a:close/>
                </a:path>
                <a:path w="396240" h="339725">
                  <a:moveTo>
                    <a:pt x="395871" y="188493"/>
                  </a:moveTo>
                  <a:lnTo>
                    <a:pt x="238518" y="38633"/>
                  </a:lnTo>
                  <a:lnTo>
                    <a:pt x="197942" y="0"/>
                  </a:lnTo>
                  <a:lnTo>
                    <a:pt x="0" y="188493"/>
                  </a:lnTo>
                  <a:lnTo>
                    <a:pt x="21209" y="206400"/>
                  </a:lnTo>
                  <a:lnTo>
                    <a:pt x="197942" y="38633"/>
                  </a:lnTo>
                  <a:lnTo>
                    <a:pt x="374662" y="206400"/>
                  </a:lnTo>
                  <a:lnTo>
                    <a:pt x="395871" y="188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03696" y="8570976"/>
            <a:ext cx="2503170" cy="5918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54535A"/>
                </a:solidFill>
                <a:latin typeface="Century Gothic"/>
                <a:cs typeface="Century Gothic"/>
              </a:rPr>
              <a:t>Instagram</a:t>
            </a:r>
            <a:endParaRPr sz="15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100" u="heavy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entury Gothic"/>
                <a:cs typeface="Century Gothic"/>
                <a:hlinkClick r:id="rId6"/>
              </a:rPr>
              <a:t>@heirstechnologies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97133" y="8570976"/>
            <a:ext cx="2318385" cy="5918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54535A"/>
                </a:solidFill>
                <a:latin typeface="Century Gothic"/>
                <a:cs typeface="Century Gothic"/>
              </a:rPr>
              <a:t>Facebook</a:t>
            </a:r>
            <a:endParaRPr sz="15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100" u="heavy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entury Gothic"/>
                <a:cs typeface="Century Gothic"/>
                <a:hlinkClick r:id="rId7"/>
              </a:rPr>
              <a:t>HeirsTechnologies</a:t>
            </a:r>
            <a:endParaRPr sz="21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816201" y="8570976"/>
            <a:ext cx="1560830" cy="5918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solidFill>
                  <a:srgbClr val="54535A"/>
                </a:solidFill>
                <a:latin typeface="Century Gothic"/>
                <a:cs typeface="Century Gothic"/>
              </a:rPr>
              <a:t>X</a:t>
            </a:r>
            <a:endParaRPr sz="15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100" u="heavy" spc="-10" dirty="0">
                <a:solidFill>
                  <a:srgbClr val="5F5F5F"/>
                </a:solidFill>
                <a:uFill>
                  <a:solidFill>
                    <a:srgbClr val="5F5F5F"/>
                  </a:solidFill>
                </a:uFill>
                <a:latin typeface="Century Gothic"/>
                <a:cs typeface="Century Gothic"/>
                <a:hlinkClick r:id="rId8"/>
              </a:rPr>
              <a:t>@heirs_tech</a:t>
            </a:r>
            <a:endParaRPr sz="2100">
              <a:latin typeface="Century Gothic"/>
              <a:cs typeface="Century Gothic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763625" y="8505825"/>
            <a:ext cx="1152525" cy="82867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82175" y="8553450"/>
            <a:ext cx="657225" cy="65722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39760" y="8574470"/>
            <a:ext cx="664779" cy="67233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43050" y="8553450"/>
            <a:ext cx="657225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6025" y="9671684"/>
            <a:ext cx="3161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entury Gothic"/>
                <a:cs typeface="Century Gothic"/>
                <a:hlinkClick r:id="rId2"/>
              </a:rPr>
              <a:t>www.heirstechnologies.com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2915</TotalTime>
  <Words>2744</Words>
  <Application>Microsoft Office PowerPoint</Application>
  <PresentationFormat>Custom</PresentationFormat>
  <Paragraphs>489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Times New Roman</vt:lpstr>
      <vt:lpstr>Wingdings</vt:lpstr>
      <vt:lpstr>Office Theme</vt:lpstr>
      <vt:lpstr>Optimising UBA’s Financial Performance</vt:lpstr>
      <vt:lpstr>Outline</vt:lpstr>
      <vt:lpstr>Introduction &amp; Understanding of Needs</vt:lpstr>
      <vt:lpstr>Over the last few years, UBA, Zenith and GTCO have consistently led the banking industry on performance…</vt:lpstr>
      <vt:lpstr>Our recommendation was to classify the identified opportunity areas into two segments</vt:lpstr>
      <vt:lpstr>Point of View and Approach</vt:lpstr>
      <vt:lpstr>Point of View</vt:lpstr>
      <vt:lpstr>Developing cost optimisation hypotheses</vt:lpstr>
      <vt:lpstr>Methodology and Approach</vt:lpstr>
      <vt:lpstr>Technology Cost Takeout Journey Progression We leverage short-term cost reduction opportunities to “pay the way” forward and enable our clients to tackle the larger structural cost optimisation and dramatically reduce the IT cost structure.</vt:lpstr>
      <vt:lpstr>Case study: Nigerian Commercial Bank</vt:lpstr>
      <vt:lpstr>Case study: Global Telecommunications Company</vt:lpstr>
      <vt:lpstr>Our approach We take a critical and hypothesis-driven approach, focusing our analysis on cost optimisation opportunities to arrive at the most impactful benefits.</vt:lpstr>
      <vt:lpstr>Our approach – Opportunities Identification We take a critical and hypothesis driven approach that focuses our analysis on the cost optimisation opportunities to arrive at the most impactful benefits.</vt:lpstr>
      <vt:lpstr>Our approach – Opportunities Validation</vt:lpstr>
      <vt:lpstr>Our approach – Implementation Planning</vt:lpstr>
      <vt:lpstr>Technology Cost Optimisation Accelerators</vt:lpstr>
      <vt:lpstr>Proposed project timeline</vt:lpstr>
      <vt:lpstr>Fee Proposal</vt:lpstr>
      <vt:lpstr>Contact Us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Romanus Eke</cp:lastModifiedBy>
  <cp:revision>1</cp:revision>
  <dcterms:created xsi:type="dcterms:W3CDTF">2025-07-16T07:38:30Z</dcterms:created>
  <dcterms:modified xsi:type="dcterms:W3CDTF">2025-07-18T17:20:35Z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2025-06-18T00:00:00Z</vt:filetime>
  </property>
  <property fmtid="{D5CDD505-2E9C-101B-9397-08002B2CF9AE}" pid="3" name="LastSaved">
    <vt:filetime>2025-07-16T00:00:00Z</vt:filetime>
  </property>
  <property fmtid="{D5CDD505-2E9C-101B-9397-08002B2CF9AE}" pid="4" name="Producer">
    <vt:lpwstr>3-Heights(TM) PDF Security Shell 4.8.25.2 (http://www.pdf-tools.com)</vt:lpwstr>
  </property>
</Properties>
</file>